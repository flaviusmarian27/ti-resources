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6" r:id="rId2"/>
    <p:sldId id="285" r:id="rId3"/>
    <p:sldId id="382" r:id="rId4"/>
    <p:sldId id="281" r:id="rId5"/>
    <p:sldId id="270" r:id="rId6"/>
    <p:sldId id="349" r:id="rId7"/>
    <p:sldId id="343" r:id="rId8"/>
    <p:sldId id="383" r:id="rId9"/>
    <p:sldId id="351" r:id="rId10"/>
    <p:sldId id="371" r:id="rId11"/>
    <p:sldId id="372" r:id="rId12"/>
    <p:sldId id="373" r:id="rId13"/>
    <p:sldId id="374" r:id="rId14"/>
    <p:sldId id="347" r:id="rId15"/>
    <p:sldId id="387" r:id="rId16"/>
    <p:sldId id="388" r:id="rId17"/>
    <p:sldId id="384" r:id="rId18"/>
    <p:sldId id="375" r:id="rId19"/>
    <p:sldId id="377" r:id="rId20"/>
    <p:sldId id="376" r:id="rId21"/>
    <p:sldId id="379" r:id="rId22"/>
    <p:sldId id="380" r:id="rId23"/>
    <p:sldId id="381" r:id="rId24"/>
    <p:sldId id="409" r:id="rId25"/>
    <p:sldId id="378" r:id="rId26"/>
    <p:sldId id="352" r:id="rId27"/>
    <p:sldId id="394" r:id="rId28"/>
    <p:sldId id="344" r:id="rId29"/>
    <p:sldId id="386" r:id="rId30"/>
    <p:sldId id="353" r:id="rId31"/>
    <p:sldId id="395" r:id="rId32"/>
    <p:sldId id="396" r:id="rId33"/>
    <p:sldId id="404" r:id="rId34"/>
    <p:sldId id="405" r:id="rId35"/>
    <p:sldId id="346" r:id="rId36"/>
    <p:sldId id="354" r:id="rId37"/>
    <p:sldId id="401" r:id="rId38"/>
    <p:sldId id="345" r:id="rId39"/>
    <p:sldId id="385" r:id="rId40"/>
    <p:sldId id="355" r:id="rId41"/>
    <p:sldId id="389" r:id="rId42"/>
    <p:sldId id="390" r:id="rId43"/>
    <p:sldId id="391" r:id="rId44"/>
    <p:sldId id="328" r:id="rId45"/>
    <p:sldId id="356" r:id="rId46"/>
    <p:sldId id="393" r:id="rId47"/>
    <p:sldId id="370" r:id="rId48"/>
    <p:sldId id="350" r:id="rId49"/>
    <p:sldId id="406" r:id="rId50"/>
    <p:sldId id="407" r:id="rId51"/>
    <p:sldId id="348" r:id="rId52"/>
    <p:sldId id="392" r:id="rId53"/>
    <p:sldId id="366" r:id="rId54"/>
    <p:sldId id="357" r:id="rId55"/>
    <p:sldId id="368" r:id="rId56"/>
    <p:sldId id="397" r:id="rId57"/>
    <p:sldId id="398" r:id="rId58"/>
    <p:sldId id="369" r:id="rId59"/>
    <p:sldId id="399" r:id="rId60"/>
    <p:sldId id="400" r:id="rId61"/>
    <p:sldId id="402" r:id="rId62"/>
    <p:sldId id="403" r:id="rId63"/>
    <p:sldId id="342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94" autoAdjust="0"/>
  </p:normalViewPr>
  <p:slideViewPr>
    <p:cSldViewPr snapToGrid="0">
      <p:cViewPr>
        <p:scale>
          <a:sx n="50" d="100"/>
          <a:sy n="50" d="100"/>
        </p:scale>
        <p:origin x="126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1T10:56:05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2967 966 24575,'0'0'0,"0"1"0,-1 0 0,1 0 0,0-1 0,-1 1 0,1 0 0,-1-1 0,1 1 0,-1-1 0,1 1 0,-1 0 0,1-1 0,-1 1 0,0-1 0,1 1 0,-1-1 0,0 0 0,0 1 0,1-1 0,-1 0 0,0 1 0,0-1 0,1 0 0,-2 1 0,-23 4 0,22-4 0,-50 4 0,-1-1 0,-87-6 0,40 0 0,-263 2 0,339 1 0,-50 9 0,-14 2 0,1-11 0,42-1 0,-1 2 0,-57 9 0,57-4 0,-1-3 0,-71-2 0,-51 4 0,-28 8 0,-202-12 0,190-4 0,163 0 0,0-1 0,0-3 0,0-1 0,1-3 0,-63-21 0,84 23 0,14 5 0,0 0 0,0-1 0,-13-7 0,20 9 0,0-1 0,0 1 0,1-1 0,-1 0 0,1-1 0,-1 1 0,1-1 0,0 1 0,0-1 0,1 0 0,-4-5 0,0-3 0,1 0 0,1 0 0,0 0 0,0 0 0,-2-21 0,-4-68 0,5 50 0,-20-179 0,22 199 0,0 1 0,2 0 0,1 0 0,4-35 0,-2 55 0,-1 1 0,2 0 0,-1 0 0,1 0 0,0 0 0,1 1 0,0-1 0,0 1 0,1 0 0,0 0 0,0 1 0,1-1 0,0 1 0,1 0 0,-1 1 0,1-1 0,12-7 0,3 1 0,0 0 0,1 2 0,0 1 0,1 1 0,0 1 0,0 1 0,1 1 0,-1 1 0,27-2 0,33 2 0,116 6 0,-70 3 0,261-19 0,123 4 0,-317 13 0,1202-2 0,-1368 3 0,-1 0 0,0 2 0,0 1 0,0 2 0,50 20 0,43 10 0,-116-36 0,0 1 0,0-1 0,-1 1 0,1 0 0,-1 1 0,0-1 0,0 1 0,0 1 0,-1-1 0,1 1 0,-1 0 0,0 0 0,8 11 0,1 5 0,0 1 0,16 37 0,-18-34 0,1 0 0,-1-3 0,-1 1 0,-1 0 0,10 36 0,1 11 0,-15-51 0,1 1 0,-2-1 0,-1 1 0,0 0 0,-1 0 0,-2 1 0,0 30 0,-2-44 0,-1 1 0,0-1 0,0 0 0,-1 0 0,0 0 0,0 0 0,0 0 0,-1 0 0,0-1 0,0 0 0,-1 0 0,0 0 0,0 0 0,0-1 0,-1 0 0,1 0 0,-13 8 0,-7 3 0,-2-2 0,0 0 0,-33 12 0,21-10 0,-9 2 0,-72 18 0,-12 5 0,110-36 0,0 0 0,1-1 0,-2-1 0,1-1 0,0-1 0,0-1 0,-24-4 0,-16 2 0,-132 2-1365,174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8:58:08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0 332 24575,'832'-30'0,"-448"4"0,1455-94 0,-797 50-89,216-13-875,-831 81 869,-353 3-122,-51-1-6609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8:58:10.3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24575,'7'0'0,"-1"2"0,1-1 0,-1 1 0,1 0 0,-1 0 0,0 0 0,0 1 0,0 0 0,10 7 0,10 5 0,102 44 0,2-5 0,216 59 0,-50-48 0,-276-59 0,-20-6 0,0 0 0,0 0 0,1 0 0,-1 1 0,0-1 0,0 0 0,0 0 0,0 0 0,0 0 0,1 0 0,-1 0 0,0 1 0,0-1 0,0 0 0,0 0 0,0 0 0,0 0 0,0 0 0,0 1 0,0-1 0,1 0 0,-1 0 0,0 0 0,0 0 0,0 1 0,0-1 0,0 0 0,0 0 0,0 0 0,0 1 0,0-1 0,0 0 0,0 0 0,0 0 0,-1 0 0,1 1 0,0-1 0,0 0 0,0 0 0,0 0 0,0 0 0,0 1 0,0-1 0,0 0 0,-1 0 0,-2 2 0,-1 1 0,1-1 0,-1 0 0,0-1 0,1 1 0,-1-1 0,-6 2 0,-362 131 0,151-50 0,33-21-1365,170-55-5461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54:26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24575,'0'-2'0,"1"1"0,-1-1 0,1 0 0,-1 1 0,1-1 0,0 0 0,-1 1 0,1-1 0,0 1 0,0-1 0,0 1 0,0 0 0,1-1 0,-1 1 0,0 0 0,0 0 0,1 0 0,-1 0 0,1 0 0,-1 0 0,1 0 0,-1 0 0,1 1 0,0-1 0,-1 0 0,1 1 0,0 0 0,-1-1 0,1 1 0,0 0 0,2 0 0,11-2 0,0 1 0,25 1 0,-26 0 0,-12 0-2,-1 0 1,0 0-1,0 0 0,1 0 0,-1 0 0,0 0 0,0 1 0,1-1 1,-1 0-1,0 1 0,0-1 0,0 1 0,0-1 0,0 1 1,0 0-1,1-1 0,-1 1 0,-1 0 0,1 0 0,0 0 0,0 0 1,0-1-1,0 1 0,-1 0 0,1 1 0,1 0 0,6 9-1313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54:29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24575,'0'-1'0,"0"0"0,0-1 0,0 1 0,0 0 0,0 0 0,0-1 0,0 1 0,0 0 0,1 0 0,-1 0 0,0 0 0,1-1 0,-1 1 0,1 0 0,0 0 0,-1 0 0,1 0 0,0 0 0,-1 0 0,1 0 0,0 0 0,0 0 0,0 1 0,0-1 0,0 0 0,0 0 0,0 1 0,1-1 0,2 0 0,0 0 0,0 0 0,0 1 0,0 0 0,0-1 0,1 2 0,4-1 0,8 1 0,12 0-1365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7:51.0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468 3865 24575,'0'376'0,"1"-427"0,2 0 0,3 0 0,1 1 0,19-64 0,-19 100 0,-3 19 0,-1 22 0,-3 31 0,-2-41 0,2 1 0,1-1 0,0 1 0,5 25 0,-6-43 0,0 0 0,0 1 0,0-1 0,0 0 0,0 0 0,0 0 0,0 1 0,0-1 0,0 0 0,0 0 0,0 1 0,0-1 0,0 0 0,0 0 0,0 1 0,0-1 0,0 0 0,0 0 0,0 0 0,1 1 0,-1-1 0,0 0 0,0 0 0,0 0 0,0 1 0,1-1 0,-1 0 0,0 0 0,0 0 0,0 0 0,1 0 0,-1 1 0,0-1 0,0 0 0,0 0 0,1 0 0,-1 0 0,0 0 0,0 0 0,1 0 0,-1 0 0,0 0 0,0 0 0,0 0 0,1 0 0,-1 0 0,0 0 0,0 0 0,1 0 0,-1 0 0,8-15 0,3-21 0,-3-3 0,-1-1 0,-2 1 0,-1-42 0,-4 59 0,0 31 0,0 44 0,0-40 0,7 141 0,0-36 0,-11-158 0,-1 0 0,-18-65 0,-35-95 0,57 198 0,-27-84 0,13 45 0,2 0 0,2-2 0,1 1 0,-4-52 0,-26-495 0,13 275 0,20 277 0,7 37 0,0 0 0,-1 0 0,1 0 0,0 1 0,0-1 0,0 0 0,0 0 0,0 0 0,0 0 0,0 0 0,-1 0 0,1 1 0,0-1 0,0 0 0,0 0 0,0 0 0,-1 0 0,1 0 0,0 0 0,0 0 0,0 0 0,0 0 0,-1 0 0,1 0 0,0 0 0,0 0 0,0 0 0,0 0 0,-1 0 0,1 0 0,0 0 0,0 0 0,0 0 0,-1 0 0,1 0 0,0 0 0,0 0 0,0 0 0,0 0 0,0 0 0,-1-1 0,1 1 0,0 0 0,0 0 0,0 0 0,0 0 0,0 0 0,0 0 0,-1-1 0,1 1 0,0 0 0,0 0 0,0 0 0,0 0 0,0-1 0,0 1 0,0 0 0,0 0 0,0 0 0,0-1 0,0 1 0,0 0 0,0 0 0,0 0 0,0 0 0,0-1 0,-4 12 0,1 1 0,0-1 0,1 1 0,0 0 0,0-1 0,2 1 0,0 15 0,-3 23 0,-2-34 0,5-16 0,0 0 0,0 1 0,0-1 0,0 0 0,0 0 0,0 0 0,-1 0 0,1 0 0,0 0 0,0 0 0,0 0 0,0 0 0,0 0 0,0 0 0,-1 0 0,1 0 0,0 0 0,0 0 0,0 0 0,0 0 0,-1 0 0,1 0 0,0 0 0,0 0 0,0 0 0,0 0 0,0 0 0,-1 0 0,1 0 0,0 0 0,0 0 0,0 0 0,0 0 0,0 0 0,0 0 0,0 0 0,-1-1 0,1 1 0,0 0 0,0 0 0,0 0 0,0 0 0,0 0 0,0 0 0,0-1 0,0 1 0,-10-26 0,-55-298 0,-23-143 0,32 144 0,52 296 0,2 16 0,1 0 0,-1 1 0,-1-1 0,0 1 0,-1 0 0,1 0 0,-12-19 0,15 28 0,0 1 0,0 0 0,0 0 0,0 0 0,0 0 0,0 0 0,-1-1 0,1 1 0,0 0 0,0 0 0,0 0 0,0 0 0,0 0 0,-1 0 0,1 0 0,0 0 0,0-1 0,0 1 0,0 0 0,-1 0 0,1 0 0,0 0 0,0 0 0,0 0 0,-1 0 0,1 0 0,0 0 0,0 0 0,0 0 0,0 0 0,-1 0 0,1 0 0,0 0 0,0 1 0,0-1 0,-1 0 0,1 0 0,0 0 0,0 0 0,0 0 0,0 0 0,0 0 0,-1 0 0,1 1 0,0-1 0,0 0 0,0 0 0,0 0 0,0 0 0,0 0 0,0 1 0,-1-1 0,-5 16 0,-1 20 0,-18 748 0,26-631 0,0-22 0,43-662 0,-9 196 0,38-528 0,-2 399 0,-12 115 0,-57 508 0,-2 0 0,-1 84 0,3-258 0,0-1 0,2 1 0,0 0 0,0 0 0,2 0 0,0 1 0,14-26 0,69-93 0,-53 83 0,-28 37 0,-1 1 0,0-1 0,6-16 0,-7 13 0,-6 16 0,0-1 0,0 1 0,0-1 0,0 1 0,1-1 0,-1 1 0,0-1 0,0 1 0,0-1 0,1 1 0,-1 0 0,0-1 0,1 1 0,-1-1 0,0 1 0,1 0 0,-1-1 0,0 1 0,1 0 0,-1-1 0,1 1 0,-1 0 0,0 0 0,1-1 0,-1 1 0,1 0 0,-1 0 0,1 0 0,-1 0 0,1-1 0,-1 1 0,1 0 0,-1 0 0,1 0 0,-1 0 0,1 0 0,-1 0 0,1 1 0,0-1 0,1 1 0,-1 0 0,0 0 0,1 1 0,-1-1 0,0 0 0,1 1 0,-1-1 0,0 1 0,0 0 0,0-1 0,0 3 0,19 47 0,-16-20 0,-1 0 0,-1 0 0,-5 57 0,1-10 0,2 27 0,8-183 0,25-173 0,-24 175 0,-7 51 0,1 1 0,7-25 0,-5 94 0,-12 306 0,0-43 0,7-289 0,0-1 0,-1 1 0,-1 0 0,-1-1 0,0 1 0,-1-1 0,-1 0 0,-1 0 0,-1-1 0,-14 28 0,-9 7 0,10-17 0,0 1 0,2 0 0,-22 69 0,34-86 0,2 0 0,0 0 0,1 1 0,1 0 0,1-1 0,1 1 0,2 24 0,7-56 0,1-13 0,102-385 0,-103 367 0,-5 38 0,-1 16 0,2 18 0,-2 2 0,3 27 0,2-1 0,20 71 0,-21-94 0,-2 0 0,-1 0 0,-1 0 0,-2 1 0,-4 46 0,1 5 0,-1-54 0,-1 0 0,-1 0 0,-1 0 0,-14 36 0,2-3 0,-14 36 0,20-70 0,2 2 0,-10 50 0,-2 45 0,-10 98 0,43-342 0,5 1 0,52-190 0,-66 299 0,0-4 0,1 1 0,0-1 0,0 1 0,1 0 0,0 0 0,6-9 0,-10 18 0,1 0 0,-1-1 0,0 1 0,1-1 0,-1 1 0,0 0 0,1-1 0,-1 1 0,0 0 0,1 0 0,-1-1 0,1 1 0,-1 0 0,1 0 0,-1 0 0,0-1 0,1 1 0,-1 0 0,1 0 0,-1 0 0,1 0 0,-1 0 0,1 0 0,-1 0 0,1 0 0,-1 0 0,1 0 0,-1 0 0,1 0 0,-1 0 0,1 1 0,-1-1 0,0 0 0,1 0 0,-1 0 0,1 1 0,15 18 0,6 32 0,-21-49 0,13 41 0,-1 0 0,-3 2 0,-1-1 0,-3 1 0,-1 0 0,-2 59 0,-4-15 0,-33 555 0,20-552 0,5-39 0,2 1 0,0 63 0,7-103 0,2 31 0,-2 1 0,-3-1 0,-1 0 0,-11 47 0,6-55 142,0-7-644,2 0-1,-3 38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04.4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24575,'0'38'0,"10"256"0,11-100 0,-21-191 0,1 0 0,-1 0 0,1 0 0,0 0 0,0 0 0,0 0 0,0 0 0,0 0 0,1 0 0,-1 0 0,1-1 0,0 1 0,0 0 0,0-1 0,0 0 0,0 1 0,4 1 0,-5-3 0,0-1 0,-1 1 0,1-1 0,0 1 0,0-1 0,0 0 0,0 0 0,0 1 0,0-1 0,0 0 0,0 0 0,0 0 0,0 0 0,0 0 0,1 0 0,-1 0 0,0-1 0,0 1 0,0 0 0,1-1 0,0 0 0,0-1 0,0 1 0,0-1 0,0 1 0,0-1 0,0 1 0,-1-1 0,1 0 0,-1 0 0,1 0 0,-1 0 0,2-3 0,5-13 0,-1 1 0,-1-1 0,-1-1 0,4-19 0,-3 15 0,7-54 0,3-12 0,-10 73 0,-1 14 0,6 33 0,75 337 0,-16-57 0,-67-300 0,-2-4 0,0-1 0,1 0 0,0 1 0,0-1 0,1 0 0,-1 0 0,1 0 0,6 8 0,-9-14 0,1 1 0,-1-1 0,1 0 0,-1 1 0,1-1 0,-1 0 0,1 1 0,-1-1 0,1 0 0,-1 0 0,1 1 0,-1-1 0,1 0 0,-1 0 0,1 0 0,0 0 0,-1 0 0,1 0 0,-1 0 0,1 0 0,-1 0 0,1 0 0,0 0 0,-1 0 0,1 0 0,-1 0 0,1 0 0,-1-1 0,1 1 0,-1 0 0,1 0 0,-1-1 0,1 1 0,-1 0 0,1-1 0,-1 1 0,1-1 0,-1 1 0,0 0 0,1-1 0,-1 1 0,0-1 0,1 1 0,-1-1 0,0 1 0,0-1 0,1 0 0,13-30 0,-13 29 0,37-119 0,23-133 0,-45 183 0,65-331-1365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15.6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509 3101 24575,'2'-1'0,"-1"0"0,1 1 0,0-1 0,0 0 0,0 0 0,0 0 0,0 0 0,-1 0 0,1 0 0,-1 0 0,1-1 0,-1 1 0,1-1 0,-1 1 0,0-1 0,1 1 0,0-4 0,21-32 0,-21 33 0,39-86 0,-41 90 0,0-1 0,0 1 0,0-1 0,0 1 0,1-1 0,-1 1 0,0-1 0,0 1 0,0 0 0,1-1 0,-1 1 0,0-1 0,1 1 0,-1-1 0,0 1 0,1 0 0,-1-1 0,1 1 0,-1 0 0,1 0 0,-1-1 0,0 1 0,1 0 0,-1 0 0,1-1 0,-1 1 0,1 0 0,-1 0 0,1 0 0,-1 0 0,1 0 0,-1 0 0,1 0 0,-1 0 0,1 0 0,0 0 0,-1 0 0,1 0 0,-1 0 0,1 0 0,-1 1 0,1-1 0,-1 0 0,0 0 0,1 1 0,-1-1 0,1 0 0,-1 0 0,1 1 0,-1-1 0,0 1 0,1-1 0,-1 0 0,0 1 0,1-1 0,-1 1 0,0-1 0,0 1 0,1-1 0,-1 0 0,0 2 0,18 31 0,-18-32 0,37 99 0,-30-89 0,-5-19 0,-5-21 0,-11-69 0,-3-132 0,18-104 0,1 134 0,-1 138 0,-2-68 0,1 128 0,-1 1 0,1-1 0,0 1 0,-1 0 0,1-1 0,-1 1 0,0 0 0,1 0 0,-1-1 0,0 1 0,0 0 0,0 0 0,1 0 0,-1 0 0,0 0 0,-1 0 0,1 0 0,0 0 0,0 1 0,0-1 0,0 0 0,-1 0 0,1 1 0,0-1 0,-1 1 0,-2-1 0,-41-5 0,37 6 0,-4-1 0,0 1 0,1 0 0,-1 1 0,0 0 0,0 1 0,1 1 0,0-1 0,-1 2 0,1 0 0,0 0 0,-20 12 0,24-12 0,0 1 0,1 0 0,0 0 0,0 1 0,0 0 0,0 0 0,1 0 0,0 1 0,1 0 0,-1 0 0,1 0 0,1 0 0,-1 1 0,1 0 0,0-1 0,1 1 0,0 0 0,-1 9 0,0 12 0,2-1 0,0 1 0,5 39 0,1 11 0,-5-37 0,0-13 0,0-56 0,-17-342 0,3 108 0,2 38 0,-72-384 0,46 407 0,-46-218 0,78 397 0,6 21 0,0 0 0,0 0 0,0 0 0,0 0 0,-1 0 0,1 0 0,0 0 0,0 1 0,0-1 0,0 0 0,0 0 0,0 0 0,0 0 0,0 0 0,0 0 0,0 0 0,0 0 0,0 0 0,0 0 0,-1 0 0,1 0 0,0 0 0,0 0 0,0 0 0,0 0 0,0 0 0,0 0 0,0 0 0,0 0 0,0 0 0,0 0 0,0 0 0,-1 0 0,1 0 0,0 0 0,0 0 0,0 0 0,0 0 0,0 0 0,0 0 0,0 0 0,0 0 0,0 0 0,0-1 0,0 1 0,0 0 0,0 0 0,0 0 0,-1 0 0,1 0 0,0 0 0,0 0 0,0 0 0,0 0 0,0 0 0,0 0 0,0 0 0,0-1 0,0 1 0,0 0 0,-2 32 0,2-27 0,-38 484 0,-2 47 0,40 4 0,19-848 0,-5 145 0,1 5 0,50-218 0,-58 338 0,-7 29 0,2-1 0,0 1 0,0 0 0,0 0 0,1 0 0,0 0 0,1 1 0,8-15 0,-12 23 0,0-1 0,0 1 0,1 0 0,-1 0 0,0-1 0,0 1 0,1 0 0,-1-1 0,0 1 0,0 0 0,1 0 0,-1-1 0,0 1 0,1 0 0,-1 0 0,0 0 0,1-1 0,-1 1 0,0 0 0,1 0 0,-1 0 0,0 0 0,1 0 0,-1 0 0,1 0 0,-1 0 0,0 0 0,1 0 0,-1 0 0,1 0 0,-1 0 0,0 0 0,1 0 0,-1 0 0,0 0 0,1 0 0,-1 1 0,0-1 0,1 0 0,-1 0 0,0 0 0,1 1 0,-1-1 0,0 0 0,1 1 0,-1-1 0,0 0 0,0 0 0,1 1 0,4 10 0,0-1 0,-1 1 0,0 0 0,0 0 0,-1 0 0,-1 0 0,2 19 0,-1-11 0,21 193 0,-4-31 0,-20-178 0,0-1 0,0 0 0,0 1 0,1-1 0,-1 1 0,1-1 0,0 0 0,0 0 0,0 1 0,0-1 0,0 0 0,0 0 0,0 0 0,3 3 0,-3-5 0,-1 0 0,1 0 0,0 0 0,-1 0 0,1 0 0,-1 1 0,1-1 0,0-1 0,-1 1 0,1 0 0,0 0 0,-1 0 0,1 0 0,0 0 0,-1 0 0,1-1 0,-1 1 0,1 0 0,-1-1 0,1 1 0,0 0 0,-1-1 0,1 1 0,-1-1 0,0 1 0,1-1 0,-1 1 0,1-1 0,-1 1 0,0-1 0,1 1 0,-1-1 0,8-11 0,-1-1 0,0 1 0,6-19 0,55-148 0,51-217 0,-110 373 0,-5 47 0,6 108 0,12 341 0,-22-229 0,1-243 0,0-5 0,5-18 0,6-32 0,38-189 0,10-33 0,-56 318 0,-2 33 0,-1 7 0,-3 77 0,1-154 0,1-1 0,-1 0 0,0 0 0,0 1 0,0-1 0,0 0 0,-1 0 0,1 0 0,-1 0 0,0-1 0,-1 1 0,1 0 0,-1-1 0,1 0 0,-1 1 0,0-1 0,-6 5 0,8-8 0,0 1 0,1-1 0,-1 0 0,0 0 0,1 0 0,-1 0 0,0 0 0,1 0 0,-1 0 0,0 0 0,1 0 0,-1 0 0,0 0 0,1 0 0,-1 0 0,0-1 0,1 1 0,-1 0 0,0 0 0,1-1 0,-1 1 0,1 0 0,-1-1 0,1 1 0,-1-1 0,0 1 0,1-1 0,-1 0 0,-13-21 0,-5-24 0,1-1 0,3-1 0,-17-92 0,16 65 0,-2-2 0,-52-250 0,56 240 0,-6-160 0,26 12 0,19 436 0,-14-134 0,-3 0 0,-1 71 0,-4-116 0,4-33 0,10-38 0,-16 44 0,96-304 0,-96 307 0,8-27 0,9-52 0,-14 66 0,0 29 0,0 30 0,-1 218 0,-3-222 0,0-62 0,0-31 0,2 0 0,16-99 0,-2 78 0,-16 74 0,0 0 0,0 0 0,0 0 0,0-1 0,0 1 0,0 0 0,0 0 0,0-1 0,0 1 0,0 0 0,0 0 0,0 0 0,0-1 0,0 1 0,0 0 0,0 0 0,0-1 0,1 1 0,-1 0 0,0 0 0,0 0 0,0 0 0,0-1 0,0 1 0,1 0 0,-1 0 0,0 0 0,0 0 0,0-1 0,0 1 0,1 0 0,-1 0 0,0 0 0,0 0 0,0 0 0,1 0 0,-1 0 0,0 0 0,0 0 0,1 0 0,-1 0 0,0 0 0,0 0 0,0 0 0,1 0 0,-1 0 0,0 0 0,5 13 0,-1 21 0,-3 233 183,-2-140-1731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25.3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24575,'5'0'0,"9"0"0,7 0 0,2 0 0,4 0 0,0 0 0,-2 0 0,1 0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26.8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24575,'3'0'0,"4"0"0,3 0 0,3 0 0,3 0 0,0 0 0,2 0 0,2 0 0,2 0 0,-1 0 0,-1 0 0,0 0 0,-2 0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32.7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24575,'200'9'0,"11"0"0,619 14 0,13 22 0,-406-46 0,-404 5 0,-18 3 0,-15-6 0,0-1 0,1 0 0,-1 1 0,0-1 0,0 0 0,0 1 0,0-1 0,0 0 0,0 1 0,0-1 0,0 0 0,0 1 0,0-1 0,0 0 0,0 1 0,0-1 0,0 0 0,0 1 0,0-1 0,0 0 0,0 1 0,0-1 0,0 0 0,0 1 0,-1-1 0,1 0 0,0 1 0,0-1 0,0 0 0,-1 0 0,1 1 0,0-1 0,0 0 0,-1 0 0,1 1 0,0-1 0,-1 0 0,-1 2 0,-1 0 0,1-1 0,-1 0 0,0 1 0,0-1 0,1 0 0,-1 0 0,0 0 0,0-1 0,0 1 0,0-1 0,-5 1 0,-42-2 0,31 0 0,-27 0 0,67-1-188,0-1-1,-1-1 0,27-8 1,-37 9-423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34.2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35.8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 1 24575,'-3'0'0,"3"0"0,8 0 0,16 0 0,12 0 0,3 0 0,-3 0 0,-1 0 0,-4 0 0,-2 0 0,-2 0 0,-4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36.1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37.5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24575,'3'0'0,"4"0"0,3 0 0,3 0 0,2 0 0,2 0 0,1 0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41.1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48.7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24575,'0'3'0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51.4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85 24575,'-1'104'0,"3"112"0,-3-216 0,1 0 0,0 1 0,0-1 0,0 0 0,0 0 0,0 1 0,0-1 0,0 0 0,0 1 0,0-1 0,0 0 0,0 0 0,0 1 0,0-1 0,0 0 0,0 0 0,0 1 0,0-1 0,0 0 0,0 0 0,0 1 0,0-1 0,0 0 0,0 0 0,1 1 0,-1-1 0,0 0 0,0 0 0,0 1 0,0-1 0,1 0 0,-1 0 0,0 0 0,0 0 0,0 1 0,1-1 0,-1 0 0,0 0 0,0 0 0,1 0 0,-1 0 0,0 0 0,0 0 0,1 1 0,-1-1 0,0 0 0,0 0 0,1 0 0,9-15 0,10-33 0,-19 44 0,53-153 0,-45 139 0,-4 27 0,-5 37 0,0-38 0,7 126 0,0-8 0,-8-64 0,2 63 0,10-152 0,4-25 0,108-490-1365,-111 481-5461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24575,'15'527'0,"-14"-522"0,-1-1 0,1 1 0,0 0 0,0 0 0,0-1 0,1 1 0,2 5 0,-4-9 0,1 0 0,-1 0 0,1 0 0,-1 0 0,1 0 0,-1-1 0,1 1 0,0 0 0,-1 0 0,1-1 0,0 1 0,0 0 0,0-1 0,-1 1 0,1-1 0,0 1 0,0-1 0,0 0 0,0 1 0,0-1 0,0 0 0,0 1 0,0-1 0,0 0 0,0 0 0,0 0 0,0 0 0,0 0 0,0 0 0,0 0 0,0 0 0,0-1 0,0 1 0,0 0 0,0-1 0,0 1 0,0 0 0,0-1 0,0 1 0,1-2 0,5-3 0,1-1 0,-1 0 0,0 0 0,-1 0 0,1-1 0,-1 0 0,-1-1 0,7-9 0,1-3 0,-2-1 0,10-24 0,-14 29 53,-1-2-1,-2 1 0,1 0 1,-2-1-1,2-22 0,-3-88-651,-3 74-481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00.5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1 187 24575,'0'356'0,"3"-399"0,17-77 0,-8 59 0,-4 0 0,0-78 0,-7 107 0,0 21 0,-2 3 0,1 0 0,1-1 0,0 1 0,0 0 0,0-1 0,1 1 0,4-9 0,-3 42 0,-2 309 0,-2-202 0,10-390 0,0 42 0,-11 298 0,4 160 0,1-222 0,0-1 0,9 29 0,2 14 0,1-143 0,14-82-1365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03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24575,'0'9'0,"0"8"0,2 4 0,2 8 0,3 4 0,-1-1 0,0 1 0,1-3 0,0-4 0,1-3 0,-1-3 0,-1-7 0,-2-12 0,-1-15 0,-2-16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05.6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24575,'0'3'0,"0"9"0,0 12 0,0 4 0,0 4 0,0-1 0,0-4 0,0 1 0,0-3 0,0-1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17.5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24575,'1'1'0,"-1"-1"0,0 1 0,1 0 0,-1-1 0,0 1 0,1 0 0,-1-1 0,1 1 0,-1-1 0,1 1 0,-1-1 0,1 1 0,-1-1 0,1 1 0,-1-1 0,1 0 0,0 1 0,-1-1 0,1 0 0,0 1 0,-1-1 0,1 0 0,0 0 0,-1 0 0,1 0 0,0 0 0,-1 0 0,2 0 0,24 3 0,-22-3 0,99-1 0,-62-1 0,52 5 0,-93-2 0,0-1 0,0 0 0,0 0 0,0 0 0,0 0 0,0 0 0,0 0 0,0 0 0,0 0 0,0 0 0,0 0 0,0 0 0,-1 0 0,1 0 0,0 0 0,0 0 0,0 0 0,0 0 0,0 1 0,0-1 0,0 0 0,0 0 0,0 0 0,0 0 0,0 0 0,0 0 0,0 0 0,0 0 0,0 0 0,0 0 0,0 0 0,0 0 0,0 0 0,1 0 0,-1 0 0,0 1 0,0-1 0,0 0 0,0 0 0,0 0 0,0 0 0,0 0 0,0 0 0,0 0 0,0 0 0,0 0 0,0 0 0,0 0 0,0 0 0,0 0 0,0 0 0,0 0 0,0 0 0,1 0 0,-1 0 0,0 0 0,0 0 0,0 0 0,0 0 0,0 0 0,-10 5 0,-13 4 0,-76 12-1365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18.9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24575,'5'0'0,"8"0"0,8 0 0,2 0 0,-1 0 0,-1 0 0,-2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19.9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24575,'0'3'0,"0"2"0,0 4 0,0 2 0,0 4 0,0 7 0,0 2 0,0-1 0,0-1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22.5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24575,'2'0'0,"4"0"0,5 0 0,4 0 0,0 0 0,4 0 0,1 0 0,-1 2 0,-2 1 0,0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24.6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24575,'0'2'0,"0"4"0,2 0 0,4-1 0,3 0 0,2-3 0,1 0 0,2-1 0,1-1 0,0 0 0,-1 0 0,-1-3 0,-5-3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07.0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24575,'0'375'0,"1"-368"0,2-8 0,4-17 0,12-42 0,-15 47 0,22-67 298,13-46-1961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08.1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64 0 24575,'0'12'0,"-6"14"0,-1 16 0,-4 2 0,1 1 0,3-3 0,1-2 0,0-2 0,0-5 0,2-2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41.6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31 125 24575,'-1'0'0,"1"1"0,-1-1 0,1 1 0,-1-1 0,1 1 0,-1 0 0,1-1 0,0 1 0,-1-1 0,1 1 0,0 0 0,-1-1 0,1 1 0,0 0 0,0-1 0,-1 1 0,1 0 0,0-1 0,0 1 0,0 0 0,0 0 0,0-1 0,0 2 0,-1 22 0,1-21 0,1 34 0,1-1 0,7 38 0,-2-28 0,-4-18 0,13 49 0,-10-49 0,-4-19 0,0-29 0,3-36 0,-1 24 0,-1-1 0,-1 1 0,-2-1 0,-2 1 0,-7-49 0,4 61 0,1-1 0,-3-32 0,5 39 0,0 0 0,-1 1 0,-1-1 0,-5-14 0,9 28 0,0 0 0,0-1 0,0 1 0,0 0 0,0 0 0,0-1 0,0 1 0,0 0 0,0 0 0,0-1 0,-1 1 0,1 0 0,0 0 0,0-1 0,0 1 0,0 0 0,0 0 0,0 0 0,-1-1 0,1 1 0,0 0 0,0 0 0,0 0 0,-1 0 0,1-1 0,0 1 0,0 0 0,0 0 0,-1 0 0,1 0 0,0 0 0,0 0 0,-1 0 0,1 0 0,0-1 0,0 1 0,-1 0 0,1 0 0,0 0 0,0 0 0,-1 0 0,1 0 0,0 0 0,0 1 0,-1-1 0,1 0 0,0 0 0,0 0 0,-1 0 0,-7 15 0,-3 24 0,6-9 0,2 1 0,1 1 0,3 48 0,1-20 0,-1-43 0,1 0 0,1-1 0,0 1 0,9 24 0,-7-25 0,0 1 0,-1-1 0,-1 1 0,1 28 0,-4-23-1365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42.6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 0 24575,'-1'2'0,"-1"0"0,-1 4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21.2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1 138 24575,'0'-4'0,"0"1"0,0 0 0,1 0 0,-1 0 0,1 0 0,0 0 0,0 1 0,0-1 0,0 0 0,0 0 0,0 0 0,1 1 0,0-1 0,-1 1 0,1-1 0,3-2 0,-1 2 0,0-1 0,0 1 0,1-1 0,0 1 0,-1 0 0,1 1 0,0-1 0,8-1 0,8-2 0,1 0 0,0 2 0,34-3 0,-41 6 0,36-6 0,-17 3 0,43-1 0,293-4 0,-4 1 0,857 9 0,-1216-2 0,0 1 0,0 0 0,0 0 0,0 1 0,-1-1 0,1 2 0,0-1 0,-1 1 0,1 0 0,-1 0 0,1 1 0,-1 0 0,0 0 0,0 0 0,0 1 0,-1 0 0,9 7 0,-10-8 0,0 0 0,0 0 0,1-1 0,-1 1 0,1-1 0,0 0 0,-1-1 0,1 1 0,0-1 0,6 1 0,54 5 0,-26-4 0,13 5 0,-2 4 0,66 22 0,-7-1 0,-79-28 0,-1-1 0,1-1 0,0-1 0,57-5 0,-8 0 0,408 3 0,-484 0-136,0 0-1,-1 0 1,1 0-1,0 1 1,-1-1-1,1 1 1,-1-1-1,1 1 0,4 2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22.8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24575,'163'8'0,"8"1"0,44-10-1365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44:26.6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223 0 24575,'-12'0'0,"-8"0"0,-4 0 0,-3 0 0,0 0 0,0 0 0,1 0 0,-3 0 0,-1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44:28.3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24575,'4'0'0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44:31.4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24575,'990'0'-1365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44:32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24575,'20'0'0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44:34.7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24575,'4'0'0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44:36.3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40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326 1 24575,'0'1'0,"1"1"0,0-1 0,-1 1 0,1-1 0,0 0 0,0 1 0,0-1 0,0 0 0,0 0 0,1 1 0,-1-1 0,0 0 0,1 0 0,1 1 0,13 13 0,-13-8 0,0 0 0,0 0 0,-1 0 0,0 0 0,0 1 0,-1-1 0,0 1 0,1 9 0,-4 67 0,0-43 0,2-31 0,0 5 0,0-1 0,-1 1 0,-5 20 0,5-30 0,0-1 0,-1 0 0,1 0 0,-1 1 0,0-1 0,-1-1 0,1 1 0,0 0 0,-1 0 0,0-1 0,0 0 0,0 1 0,0-1 0,-1 0 0,-5 4 0,-100 53 0,69-39 0,-44 30 0,-6 12-1365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43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291 2 24575,'-32'0'0,"11"-2"0,0 2 0,-1 1 0,1 1 0,0 1 0,-25 6 0,40-7 0,1-1 0,-1 2 0,1-1 0,0 1 0,0 0 0,0 0 0,0 0 0,1 0 0,-1 1 0,1 0 0,0 0 0,0 0 0,0 1 0,0-1 0,1 1 0,0 0 0,0 0 0,0 0 0,1 0 0,0 0 0,0 1 0,0-1 0,0 1 0,0 7 0,-4 32 0,2 1 0,2-1 0,7 68 0,-2-37 0,-3-69 0,0-1 0,1 1 0,-1-1 0,1 1 0,1-1 0,0 0 0,3 10 0,-4-13 0,1 0 0,0 0 0,0-1 0,0 1 0,0-1 0,0 1 0,0-1 0,1 0 0,-1 0 0,1 0 0,-1 0 0,1-1 0,0 1 0,0-1 0,0 1 0,0-1 0,4 1 0,18 7 0,2-2 0,-1-1 0,48 5 0,-58-10 0,-1-1 0,0 0 0,1-1 0,-1-1 0,0 0 0,1-2 0,-1 1 0,16-7 0,-13 3 0,1 0 0,0 0 0,0-1 0,-1 0 0,0-2 0,-1 0 0,30-24 0,-42 29 0,-1 0 0,-1-1 0,1 1 0,-1-1 0,0 0 0,0 0 0,0 0 0,-1 0 0,0 0 0,0 0 0,-1-1 0,0 1 0,0-1 0,0 1 0,-1-12 0,0-3 0,-2-1 0,0 1 0,-8-30 0,8 44 0,0 0 0,0 0 0,-1 0 0,1 0 0,-2 1 0,1 0 0,-1-1 0,0 1 0,0 0 0,0 1 0,-1-1 0,0 1 0,0 0 0,-10-7 0,-11-13-59,17 15-203,-2 0 1,0 0 0,0 1 0,-18-11 0,9 10-6565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45.5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559 1 24575,'0'37'0,"1"36"0,-3 1 0,-3-1 0,-18 91 0,-5-57 0,-76 181 0,102-283 0,-4 10 0,0-1 0,-1-1 0,0 1 0,-11 14 0,16-25 0,0-1 0,1 0 0,-1 1 0,0-1 0,0 0 0,0 0 0,-1 0 0,1-1 0,0 1 0,-1 0 0,1-1 0,-1 0 0,1 1 0,-1-1 0,0 0 0,0 0 0,1-1 0,-1 1 0,0-1 0,0 1 0,0-1 0,0 0 0,0 0 0,0 0 0,0 0 0,1-1 0,-1 1 0,0-1 0,-4-1 0,-6-3 0,0-2 0,1 0 0,0 0 0,0-1 0,0 0 0,1-1 0,-12-12 0,-68-80 0,56 59 0,29 37 0,1-1 0,1-1 0,-1 1 0,1-1 0,-7-13 0,10 19 0,1 0 0,0 0 0,-1-1 0,1 1 0,0 0 0,0 0 0,-1-1 0,1 1 0,0 0 0,1 0 0,-1-1 0,0 1 0,0 0 0,0 0 0,1-1 0,-1 1 0,0 0 0,1 0 0,0 0 0,-1 0 0,1-1 0,-1 1 0,1 0 0,0 0 0,0 0 0,0 0 0,0 1 0,0-1 0,-1 0 0,1 0 0,1 0 0,-1 1 0,0-1 0,0 1 0,0-1 0,0 1 0,0-1 0,1 1 0,-1-1 0,0 1 0,0 0 0,3 0 0,12-4 0,0 2 0,0 0 0,0 0 0,0 2 0,30 2 0,87 18 0,-100-14 0,48 7 0,371 84 0,-433-91 0,-2 2 0,24 12 0,-26-11 0,1-2 0,0 0 0,17 5 0,19 4-1365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46.5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49.9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1 569 24575,'221'13'0,"-142"-5"0,136-5 0,-211-4 0,0 1 0,0-1 0,0 0 0,-1 0 0,1 0 0,0-1 0,-1 1 0,1-1 0,-1 1 0,0-1 0,0-1 0,1 1 0,-1 0 0,-1-1 0,1 1 0,0-1 0,0 0 0,-1 0 0,0 0 0,0 0 0,0 0 0,0-1 0,0 1 0,0-1 0,-1 1 0,2-8 0,3-8 0,-2-1 0,-1 0 0,0-1 0,-1-21 0,3-13 0,13-29 0,-11 63 0,-2-1 0,-1 0 0,0 0 0,-2-1 0,-1 1 0,-1-32 0,-1 52 0,1-1 0,-1 0 0,0 1 0,0-1 0,0 1 0,0-1 0,0 1 0,0-1 0,-1 1 0,1 0 0,-1-1 0,0 1 0,1 0 0,-1 0 0,0 0 0,-3-1 0,1-1 0,-1 1 0,0 0 0,0 1 0,-1-1 0,1 1 0,0 0 0,-8-2 0,-7 0 0,0 1 0,-1 0 0,-24 1 0,42 2 0,-19-1 0,-46 0 0,64 1 0,1 1 0,-1-1 0,1 1 0,-1 0 0,1 0 0,-1 0 0,1 0 0,-1 0 0,1 1 0,0 0 0,0 0 0,0-1 0,0 2 0,0-1 0,-3 3 0,-1 4 0,0 1 0,1 0 0,0 1 0,0-1 0,1 1 0,1 0 0,-4 14 0,-19 85 0,7 16 0,-6 248 0,25-358 0,1-4 0,0 1 0,0-1 0,3 12 0,-3-21 0,1 1 0,-1-1 0,1 0 0,0 0 0,1 0 0,-1 0 0,0 0 0,1-1 0,-1 1 0,1 0 0,0-1 0,0 1 0,0-1 0,0 1 0,1-1 0,3 3 0,1-1 0,0 0 0,1-1 0,0 0 0,-1 0 0,1 0 0,0-1 0,1 0 0,-1-1 0,13 1 0,82-1 0,-75-2 0,18 0-116,291-18-1133,-298 14-5577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50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24575,'4'8'0,"6"3"0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53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617 710 24575,'-36'-12'0,"-1"1"0,0 1 0,-45-4 0,70 12 0,1 2 0,0-1 0,-1 1 0,1 1 0,0 0 0,0 1 0,-1 0 0,1 0 0,0 1 0,1 1 0,-1 0 0,1 0 0,0 1 0,0 1 0,-13 8 0,1 3 0,1 2 0,0 0 0,1 1 0,1 1 0,1 1 0,1 0 0,-16 31 0,23-36 0,0 2 0,2-1 0,0 1 0,1 1 0,1-1 0,1 1 0,1 0 0,1 0 0,0 1 0,1 35 0,2-48 0,0 4 0,1 0 0,0 0 0,5 24 0,-5-33 0,1 1 0,-1-1 0,1 1 0,-1-1 0,1 1 0,0-1 0,1 0 0,-1 0 0,0 0 0,1 0 0,0 0 0,-1 0 0,1-1 0,0 1 0,0-1 0,7 4 0,12 4 0,0-1 0,0 0 0,1-2 0,1-1 0,-1-1 0,37 4 0,5-4 0,77-3 0,-135-3 0,-1 1 0,0-1 0,1-1 0,-1 1 0,0-1 0,1 0 0,-1 0 0,0-1 0,0 0 0,-1 0 0,7-4 0,-2 0 0,-1-1 0,0 1 0,-1-2 0,1 1 0,10-16 0,-1-3 0,-2 0 0,0 0 0,19-51 0,-3-11 0,-4-2 0,-3 0 0,-5-2 0,-4 0 0,-3-1 0,-5 0 0,-4-97 0,-7-58 0,3 237 0,-4 27 0,3-8 0,-208 998 0,200-958 0,2 0 0,2 0 0,2 0 0,6 92 0,-3-135 0,1 1 0,0 0 0,0-1 0,0 1 0,1-1 0,-1 1 0,1-1 0,0 1 0,0-1 0,1 0 0,-1 0 0,1 0 0,0-1 0,0 1 0,1 0 0,-1-1 0,0 0 0,1 0 0,0 0 0,0 0 0,0-1 0,0 0 0,0 1 0,1-1 0,-1-1 0,1 1 0,6 1 0,12 2 0,-1-1 0,1-1 0,0-1 0,33-1 0,-48-1 0,23 1-136,0-3-1,0 0 1,-1-2-1,1-1 1,-1-1-1,0-2 1,-1-1-1,0-2 0,47-23 1,-46 16-6690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53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24575,'3'0'0,"3"4"0,3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6:12:38.07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763 0 24575,'-20'1'0,"-1"0"0,1 2 0,-1 0 0,1 1 0,0 2 0,0 0 0,1 0 0,0 2 0,0 1 0,-32 19 0,14-8 0,-66 25 0,13-7 0,83-33 0,8-4 0,21-5 0,26-11 0,-295 181 0,228-155 0,11-7 0,-1 0 0,1 1 0,1 0 0,-1 0 0,1 1 0,0 0 0,0 0 0,0 1 0,-6 8 0,13-14 0,0-1 0,1 0 0,-1 1 0,0-1 0,0 1 0,1-1 0,-1 0 0,0 1 0,0-1 0,1 0 0,-1 1 0,0-1 0,1 0 0,-1 1 0,1-1 0,-1 0 0,0 0 0,1 0 0,-1 1 0,1-1 0,-1 0 0,1 0 0,-1 0 0,0 0 0,1 0 0,-1 0 0,1 0 0,-1 0 0,1 0 0,-1 0 0,1 0 0,-1 0 0,1 0 0,-1 0 0,1 0 0,-1 0 0,0 0 0,2-1 0,24-1 0,-25 2 0,35-6 0,-1-1 0,40-14 0,54-11 0,-7 8 0,-63 11 0,92-8 0,-146 20 0,20 0 0,0-1 0,40-9 0,-57 9 0,-1-1 0,1 1 0,-1-1 0,1-1 0,-1 1 0,0-1 0,-1-1 0,1 1 0,-1-1 0,0 0 0,0-1 0,7-7 0,22-30 0,-35 43 0,0 0 0,0 0 0,1-1 0,-1 1 0,0 0 0,0 0 0,0 0 0,0 0 0,0 0 0,0-1 0,1 1 0,-1 0 0,0 0 0,0 0 0,0 0 0,0 0 0,0 0 0,1 0 0,-1 0 0,0 0 0,0 0 0,0 0 0,0 0 0,1-1 0,-1 1 0,0 0 0,0 0 0,0 0 0,0 1 0,1-1 0,-1 0 0,0 0 0,0 0 0,0 0 0,0 0 0,1 0 0,-1 0 0,0 0 0,0 0 0,0 0 0,0 0 0,1 0 0,-1 1 0,0-1 0,0 0 0,0 0 0,0 0 0,0 0 0,0 0 0,0 0 0,1 1 0,-1-1 0,0 0 0,0 0 0,1 16 0,-5 17 0,-8 25 0,10-42 0,-1-1 0,0 0 0,-1 0 0,-1 0 0,0 0 0,-15 27 0,17-39 5,0 0 0,0 0 0,0 0 1,0 0-1,-1 0 0,1-1 0,-1 1 0,0-1 0,1 0 0,-1 0 0,0 0 0,0-1 0,-1 1 0,1-1 0,-5 1 0,-11 1-238,0 0 0,-19-1 1,22-1-516,-35 2-6078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6:12:41.83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1105 357 24575,'-17'-1'0,"0"0"0,0-2 0,1 0 0,-22-7 0,-4 0 0,-222-64 0,258 73 0,1-1 0,-1-1 0,0 1 0,1-1 0,-1 0 0,1 0 0,0 0 0,0-1 0,0 0 0,1 0 0,-1 0 0,-5-7 0,7 6 0,0 0 0,1 0 0,-1 0 0,1 0 0,0 0 0,1-1 0,-1 1 0,1 0 0,0-1 0,1 0 0,-1 1 0,1-1 0,1-9 0,-1 2 0,0 3 0,0 1 0,1-1 0,0 1 0,1 0 0,3-14 0,-4 21 0,0-1 0,1 1 0,-1 0 0,0 0 0,1-1 0,-1 1 0,1 0 0,-1 0 0,1 0 0,0 1 0,0-1 0,0 0 0,0 1 0,0-1 0,0 1 0,1 0 0,-1-1 0,0 1 0,1 0 0,-1 1 0,1-1 0,-1 0 0,1 1 0,4-1 0,3 0 0,1 1 0,-1 0 0,1 0 0,-1 1 0,1 1 0,-1 0 0,17 5 0,72 31 0,-68-25 0,-30-12 0,1-1 0,-1 1 0,0-1 0,1 1 0,-1 0 0,0-1 0,1 1 0,-1 0 0,0 0 0,0 0 0,0 0 0,0 0 0,0 0 0,0 0 0,0 0 0,1 2 0,-2-2 0,0 0 0,0-1 0,0 1 0,0-1 0,0 1 0,0 0 0,0-1 0,-1 1 0,1-1 0,0 1 0,0-1 0,-1 1 0,1-1 0,0 1 0,-1-1 0,1 1 0,0-1 0,-1 1 0,1-1 0,-1 0 0,1 1 0,-1-1 0,1 0 0,-1 1 0,1-1 0,-1 0 0,0 1 0,-10 4 0,1-1 0,-1-1 0,-16 4 0,9-2 0,-176 51 0,-294 99 0,470-148-227,0-1-1,0-1 1,0-1-1,-1-1 1,-36 3-1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6:12:49.84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575 78 24575,'-96'2'0,"-111"-5"0,201 2 0,0-1 0,0 0 0,0 0 0,0 0 0,0-1 0,0 0 0,-5-3 0,9 5 0,1 0 0,0 1 0,0-1 0,0 0 0,0 0 0,0 0 0,0 0 0,0 0 0,0 0 0,0 0 0,1 0 0,-1-1 0,0 1 0,1 0 0,-2-3 0,2 3 0,0 0 0,0 0 0,1 0 0,-1 0 0,0 1 0,0-1 0,1 0 0,-1 0 0,0 0 0,1 0 0,-1 0 0,1 1 0,-1-1 0,1 0 0,0 0 0,-1 1 0,1-1 0,0 0 0,-1 1 0,1-1 0,0 1 0,0-1 0,-1 1 0,1-1 0,0 1 0,0 0 0,1-1 0,5-2 0,1 0 0,0 0 0,0 1 0,1 0 0,-1 1 0,0 0 0,0 0 0,17 1 0,68 8 0,-85-7 0,42 7 0,-1 2 0,0 3 0,80 31 0,-125-43 0,0 1 0,0 0 0,0 0 0,0 0 0,0 1 0,0-1 0,0 1 0,-1 0 0,1 0 0,2 4 0,-5-7 0,-1 1 0,1 0 0,-1-1 0,1 1 0,-1 0 0,0 0 0,0-1 0,1 1 0,-1 0 0,0 0 0,0 0 0,0 0 0,0-1 0,0 1 0,0 0 0,0 0 0,0 0 0,0 0 0,0-1 0,0 1 0,-1 1 0,0 0 0,0 0 0,0 0 0,-1-1 0,1 1 0,0 0 0,-1-1 0,1 0 0,-1 1 0,1-1 0,-1 0 0,0 0 0,-3 2 0,-40 20 0,-2-3 0,0-1 0,-1-3 0,-68 15 0,89-22 0,0 0 0,1 2 0,-34 19 0,27-13 0,-37 14 0,59-27 0,-7 3 0,0-2 0,-24 6 0,39-11 0,-1 1 0,1 0 0,0-1 0,-1 0 0,1 0 0,-1 0 0,1 0 0,-1 0 0,1-1 0,-1 0 0,1 1 0,0-1 0,0 0 0,-1-1 0,1 1 0,0-1 0,0 1 0,0-1 0,-3-3 0,5 5 0,1 0 0,-1-1 0,1 1 0,-1-1 0,1 1 0,-1-1 0,1 1 0,-1-1 0,1 1 0,0-1 0,-1 1 0,1-1 0,0 0 0,0 1 0,-1-1 0,1 1 0,0-1 0,0 0 0,0 1 0,0-1 0,0 0 0,0 1 0,0-1 0,0 0 0,0 1 0,0-1 0,0 0 0,0 1 0,1-1 0,-1 0 0,0 0 0,2 0 0,-1-1 0,0 1 0,0 0 0,1 0 0,-1-1 0,0 1 0,1 0 0,-1 1 0,1-1 0,0 0 0,2-1 0,45-10 0,20 8 0,90 5 0,-45 2 0,-86-2 0,0-1 0,1-1 0,-1-1 0,0-2 0,-1-1 0,52-16 0,-29 3-80,-28 11-177,-1-1 0,0-1 0,0-1 0,33-21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6:13:58.7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0 577 24575,'9'-1'0,"-1"0"0,0 0 0,1-1 0,-1-1 0,0 1 0,15-7 0,-2 0 0,81-28 0,706-241 0,-644 236 0,290-35 0,-54 13 0,-322 50 7,59-16-1379,-115 23-5454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6:14:00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277 1 24575,'-3'15'0,"1"0"0,-2 0 0,0-1 0,0 1 0,-2-1 0,0 0 0,0 0 0,-12 18 0,-4 12 0,-31 68 0,-76 174 0,125-276 0,-11 32 0,15-41 0,0 1 0,0-1 0,-1 0 0,1 1 0,0-1 0,0 1 0,0-1 0,0 0 0,1 1 0,-1-1 0,0 1 0,1-1 0,-1 0 0,1 1 0,-1-1 0,1 0 0,-1 0 0,1 1 0,0-1 0,0 0 0,0 0 0,-1 0 0,1 0 0,0 0 0,0 0 0,2 1 0,3 1 0,-1-1 0,1 1 0,0-1 0,0-1 0,0 1 0,-1-1 0,2 0 0,-1 0 0,6-1 0,63-1 0,-50-1 0,470-6-1365,-468 8-5461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04:57.1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5304 1 24575,'-3'3'0,"0"1"0,0-1 0,0 0 0,-1 1 0,0-2 0,0 1 0,0 0 0,-4 2 0,6-4 0,-90 63 0,57-38 0,-66 37 0,-145 63 0,188-97 0,-1-3 0,-2-3 0,-1-2 0,-107 21 0,-290 52 0,-113 23 0,-364 4 0,160-77 0,-123 10 0,792-44 0,-92 3 0,63-12-682,-146 20-1,265-19-6143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05:02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1583 284 24575,'-24'-1'0,"0"-1"0,0-1 0,1-1 0,-1-1 0,-32-11 0,-111-53 0,40 14 0,41 26 0,0 3 0,-1 4 0,-1 4 0,-1 4 0,-1 3 0,-149 3 0,227 8 0,-7 0 0,0 0 0,-1 2 0,1 0 0,-22 5 0,35-5 0,-1 1 0,1-1 0,0 1 0,0 0 0,0 0 0,1 1 0,-1-1 0,1 1 0,0 1 0,0-1 0,0 1 0,0 0 0,1 0 0,0 0 0,-7 11 0,-58 117 0,45-83 0,17-36 0,2 1 0,0 0 0,0 0 0,2 0 0,-1 1 0,-1 29 0,7 97 0,0-87 0,-1-35 0,2 0 0,0 0 0,1 0 0,1 0 0,1-1 0,0 1 0,2-1 0,0-1 0,1 0 0,1 0 0,15 21 0,-9-18 0,0-1 0,1 0 0,1-2 0,1 0 0,1-1 0,0 0 0,1-2 0,34 19 0,-21-19 0,1-1 0,0-1 0,1-2 0,0-2 0,0-1 0,67 5 0,259-7 0,-202-8 0,-145 1 0,0 0 0,0-1 0,-1 0 0,1-1 0,-1-1 0,0 0 0,0-1 0,0-1 0,-1 0 0,1-1 0,-2 0 0,1-1 0,19-16 0,-11 6 0,-2 0 0,0-2 0,-2 0 0,0-1 0,-1 0 0,23-41 0,-26 39 0,12-20 0,-2-1 0,29-80 0,-48 105 0,-1 0 0,0-1 0,-2 1 0,0-1 0,-5-36 0,2-4 0,2 46-1365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15:07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2119 24575,'0'-1553'0,"1"1484"0,4 0 0,2 1 0,25-110 0,-30 173 0,0-1 0,1 0 0,-1 1 0,1 0 0,0-1 0,0 1 0,1 0 0,-1 1 0,1-1 0,0 0 0,1 1 0,-1 0 0,1 0 0,-1 1 0,1-1 0,1 1 0,-1 0 0,0 0 0,1 0 0,5-1 0,15-5 0,0 1 0,0 1 0,35-3 0,-17 1 0,66-9 0,0 4 0,190 0 0,4394 16 0,-4118 27 0,-342-13 0,565 25-1365,-607-30-5461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15:18.1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2295 24575,'2059'0'0,"-1670"32"0,-168-7 0,-195-23 0,410 24 0,-37-12 0,18 0 0,-349-14 0,731 29 0,-11-2 0,-754-27 0,1871 0 0,-1892 0 0,-4 1 0,0-1 0,0-1 0,-1 1 0,17-5 0,-22 5 0,-1-1 0,0 0 0,0 0 0,0 0 0,0 0 0,0 0 0,0 0 0,0-1 0,0 1 0,-1-1 0,1 1 0,0-1 0,-1 0 0,1 1 0,-1-1 0,0 0 0,1 0 0,-1 0 0,0 0 0,0 0 0,-1 0 0,1 0 0,1-4 0,2-25 0,-1 1 0,-1-1 0,-1 0 0,-8-59 0,2 12 0,1-446 0,5 309 0,-2 191 0,-2 0 0,-1 0 0,-13-46 0,-2-11 0,8 19 0,-1 4 0,4 0 0,-2-79 0,9 93 0,-1 0 0,-12-63 0,6 42 0,2 0 0,6-130 0,3 88 0,-3 59 0,-1-66 0,1 112 0,0-1 0,-1 0 0,1 1 0,-1-1 0,0 1 0,0-1 0,0 1 0,0-1 0,0 1 0,0 0 0,-1-1 0,1 1 0,-1 0 0,0 0 0,1 0 0,-1 0 0,0 0 0,0 1 0,0-1 0,-1 0 0,1 1 0,0 0 0,-1-1 0,1 1 0,0 0 0,-1 0 0,1 0 0,-1 1 0,-3-2 0,-7 0 0,-1 1 0,0 0 0,1 0 0,-23 3 0,13-1 0,-181 4-1365,180-5-5461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20:13.9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1193 97 24575,'-119'-1'0,"-113"2"0,176 2 0,0 2 0,-61 15 0,103-17 0,-47 11 0,1 2 0,-66 26 0,110-35 0,0 0 0,0 1 0,1 1 0,0 0 0,1 1 0,0 1 0,0 0 0,1 1 0,1 0 0,0 1 0,0 0 0,-14 23 0,-1 11 0,2 0 0,-26 69 0,40-83 0,1 0 0,2 0 0,1 1 0,-5 63 0,11-84 0,-2 42 0,1 1 0,9 76 0,-5-125 0,-1 0 0,1 0 0,0 0 0,1-1 0,0 1 0,0-1 0,0 1 0,1-1 0,-1 0 0,2 0 0,-1-1 0,1 1 0,0-1 0,0 0 0,0 0 0,0 0 0,1-1 0,8 5 0,10 5 0,1-2 0,0-1 0,39 12 0,-34-12 0,109 32 0,2-5 0,217 28 0,-313-61 0,0-1 0,0-2 0,53-4 0,-88 0 0,0 0 0,0-1 0,0 0 0,0 0 0,-1-1 0,1 0 0,-1 0 0,0-1 0,0-1 0,-1 0 0,1 0 0,-1 0 0,10-11 0,0-2 0,-1 0 0,0-2 0,-1 1 0,13-26 0,84-157 0,-58 102 0,-34 64 0,3-6 0,21-51 0,-39 78 0,0 1 0,-2-1 0,0 0 0,-1 0 0,0-1 0,-1 1 0,-1-23 0,-2-1 0,-3 0 0,-1 0 0,-2 1 0,-2-1 0,-1 2 0,-2-1 0,-2 1 0,-1 1 0,-2 1 0,-1 0 0,-36-51 0,49 82 0,1 0 0,-1 0 0,0 0 0,0 1 0,0 0 0,-1 0 0,1 0 0,-1 1 0,0 0 0,0 0 0,0 0 0,0 1 0,-1-1 0,1 2 0,-1-1 0,1 1 0,-9-1 0,-10 0 0,-1 2 0,0 0 0,-29 5 0,18-1 0,-4 2 0,0 2 0,0 1 0,1 3 0,-68 28 0,53-18 0,-75 18 0,95-33-1365,7-3-5461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20:40.9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1851 24575,'525'-22'0,"1101"-209"-1198,-828 46 315,-576 115 442,321-149-1,-360 131 434,-5-8-1,325-233 1,-170 43-210,-124 101 1696,-178 158-500,-9 7-1132,1 1 1,1 0-1,40-22 1,-35 28-6673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20:45.6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24575,'682'0'0,"-676"0"0,-1 0 0,1 0 0,-1 0 0,1 0 0,-1 1 0,9 2 0,-13-3 0,0 1 0,0-1 0,0 1 0,0-1 0,0 1 0,0-1 0,0 1 0,0 0 0,0-1 0,0 1 0,0 0 0,-1 0 0,1 0 0,0 0 0,-1 0 0,1 0 0,0 0 0,-1 0 0,1 0 0,-1 0 0,1 0 0,-1 0 0,0 0 0,1 0 0,-1 1 0,0-1 0,0 0 0,0 0 0,0 0 0,0 0 0,0 2 0,-2 9 0,-1 0 0,0 0 0,0-1 0,-1 1 0,-1-1 0,0 0 0,-10 16 0,-4 12 0,-79 159 0,-204 305 0,262-442-1365,26-44-5461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2:53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24575,'7'1'0,"0"0"0,0 0 0,0 0 0,1 1 0,9 4 0,5 0 0,297 98 0,-3-1 0,290 49 0,-185-50 0,-299-71 0,148 40 0,-143-42 123,-46-11-1611,-48-10-5338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2:54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296 0 24575,'9'1'0,"-1"0"0,1 0 0,-1 1 0,1 0 0,-1 1 0,0 0 0,0 0 0,0 1 0,13 8 0,6 5 0,29 24 0,-54-39 0,59 49 0,57 63 0,-115-111 0,0 0 0,0 0 0,0 1 0,-1-1 0,1 1 0,-1-1 0,3 8 0,-4-9 0,-1-1 0,0 0 0,0 0 0,1 0 0,-1 1 0,0-1 0,0 0 0,0 0 0,0 1 0,-1-1 0,1 0 0,0 0 0,0 0 0,-1 1 0,1-1 0,-1 0 0,1 0 0,-1 0 0,1 0 0,-1 0 0,0 0 0,0 0 0,1 0 0,-1 0 0,0 0 0,0 0 0,0 0 0,0-1 0,0 1 0,0 0 0,-2 0 0,-20 13 0,-1-1 0,0-1 0,-1-2 0,-45 14 0,-108 15 0,83-20 0,9 6 0,58-16 0,-45 10 0,51-14-1365,5 2-5461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2:56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3251 230 24575,'-5'0'0,"-6"0"0,-44 0 0,-67-5 0,-64-6 0,-58-1 0,-55-9 0,-30-5 0,-7 2 0,-3 0 0,12-6 0,29 3 0,40 6 0,55 6 0,57 6 0,54 5-8191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2:58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338 1 24575,'-7'11'0,"0"0"0,-1 0 0,-10 12 0,-3 3 0,-51 57 0,31-38 0,-17 13 0,43-45 0,1 0 0,1 1 0,1 0 0,-18 26 0,27-35 0,0 1 0,0 0 0,0 0 0,1 0 0,0 0 0,1 1 0,-1-1 0,1 0 0,0 1 0,1-1 0,-1 1 0,1-1 0,1 0 0,-1 1 0,1-1 0,0 1 0,4 11 0,-1-7 9,1 0 1,0 0-1,1-1 0,0 1 0,1-1 1,0-1-1,1 1 0,0-1 0,0 0 0,1-1 1,0 0-1,18 12 0,-2-3-380,0-2-1,2 0 1,54 21 0,-31-18-6455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4:02.4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1 591 24575,'9'0'0,"8"0"0,16-5 0,31-15 0,19-20 0,29-17 0,19-18 0,12-5 0,-5 0 0,-15 5 0,-25 15 0,-23 18 0,-20 16 0,-20 7 0,-15 7-8191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4:03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1 218 24575,'45'-29'0,"2"2"0,0 3 0,2 1 0,96-29 0,-116 42 0,31-15 0,-5 1 0,-54 24 0,0-1 0,1 1 0,-1-1 0,0 1 0,1-1 0,-1 1 0,0 0 0,1 0 0,-1 0 0,1 0 0,-1 0 0,0 0 0,1 0 0,-1 0 0,1 0 0,-1 1 0,2-1 0,-2 1 0,0 0 0,0 0 0,0 0 0,0 1 0,0-1 0,0 0 0,-1 0 0,1 0 0,0 1 0,-1-1 0,1 0 0,-1 1 0,1-1 0,-1 1 0,1-1 0,-1 1 0,0-1 0,0 0 0,0 1 0,0 1 0,0 24 0,-1 1 0,-2-1 0,-1-1 0,-12 47 0,9-42 0,-66 281-1365,40-181-5461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4:06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1556 1 24575,'-54'3'0,"1"3"0,0 3 0,-95 27 0,98-23 0,-46 12 0,-576 171 0,593-167 0,29-9 0,-1-2 0,0-2 0,-72 12 0,80-22-1365,10 1-5461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4:07.3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303 1 24575,'0'9'0,"0"9"0,0 25 0,-24 34 0,-32 27 0,-15 7 0,-2-12 0,17-17 0,33-19 0,49-14 0,34-11 0,11-12 0,0-11 0,-13-2 0,-12-4 0,-13-4-8191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5:58:31.7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59,'965'-29,"-158"1,519 27,-647 3,1169-2,-1760 4,111 19,49 4,528-23,-409-6,-331 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5:58:40.1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1 622,'705'45,"665"50,-1200-91,1536 22,-112-27,-1195-25,-357 20,60-17,-63 13,66-9,83-11,-107 18,-42 5,56-2,32-4,-13 1,314 9,-272 4,-154-1,7 0,-1 0,1 0,-1-1,17-4,-22 4,-1 0,1 0,-1 0,0 0,1 0,-1-1,0 1,0-1,0 1,0-1,0 0,0 0,-1 0,1 0,-1 0,1 0,-1-1,0 1,0 0,2-5,0-6,0 1,0-1,-1 0,-1 0,0 0,0 0,-3-18,-18-92,9 66,10 51,0 0,0 0,-1 1,0-1,0 0,0 1,-5-8,6 11,-1-1,0 1,0 0,0 0,0 1,0-1,-1 0,1 1,0-1,-1 1,1 0,-1 0,0 0,1 0,-1 0,0 0,1 1,-5-1,-36-3,-1 2,-56 5,14 1,-962-3,443-39,477 17,82 11,-1 3,-55-2,-346 9,-388-10,-959-37,319 49,1612-2,735 26,2 32,-841-56,1628 175,-1050-122,-483-46,502 3,-463-13,-3477 1,2532-52,577 32,-787-102,958 116,1-1,0-2,0-1,1-1,1-1,-39-24,66 36,0 0,1 0,-1 0,1-1,-1 1,0 0,1-1,-1 1,1 0,-1-1,1 1,-1-1,1 1,-1 0,1-1,-1 1,1-1,0 0,-1 1,1-1,0 1,-1-1,1 0,0 1,0-1,0 1,0-1,-1 0,1 1,0-1,0 0,0 1,0-1,1 0,-1 1,0-1,0 0,0 1,0-1,1 1,-1-1,0 0,0 1,1-1,-1 1,1-1,-1 1,0-1,1 1,-1-1,1 1,-1-1,1 1,-1 0,1-1,0 1,-1 0,1-1,-1 1,2 0,5-4,0 1,0 0,0 0,11-2,42-6,1 2,0 3,73 2,-79 2,1293-2,-348 78,-996-74,1124 122,6-59,-60-37,-1073-26,305 13,215 2,-287-16,-631-22,-7-27,334 41,-615-76,-12 24,-478 32,769 25,-1374-18,1745 20,33 1,7-1,56-4,1020-35,14 37,-806 5,-59 13,-22 0,-30 0,10 1,1212-15,-606-1,-768 0,-3 0,-1 1,1 2,0 0,29 6,-47-7,-1 0,1 1,-1-1,0 1,1 0,-1 0,0 0,0 0,0 1,-1 0,1 0,0 0,-1 0,0 0,0 1,0-1,0 1,-1 0,1 0,-1 0,0 0,0 1,0-1,-1 0,0 1,1-1,-1 7,1 14,-2 0,-1 0,-6 35,0 12,5-57,0 0,-1 1,-1-1,0 0,-1-1,-1 1,0-1,-15 24,10-20,0-1,-2-1,0 0,-1-1,0 0,-19 15,18-20,0 0,0 0,-1-2,0 0,-1-1,1 0,-2-1,1-1,0-1,-27 3,-15-2,-109-5,84-2,-1394 0,1030 2,294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5:59:33.3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127 1,'-5'0,"-6"0,-1 4,-4 3,-3-1,1 8,4 7,4 5,-1-2,1-6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13:53.6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38 24575,'1'9'0,"0"1"0,0 0 0,5 14 0,3 22 0,-10-18 0,1-28 0,0 1 0,0-1 0,0 0 0,0 0 0,0 0 0,0 0 0,0 0 0,0 1 0,0-1 0,0 0 0,0 0 0,0 0 0,0 0 0,0 0 0,0 0 0,0 1 0,0-1 0,0 0 0,-1 0 0,1 0 0,0 0 0,0 0 0,0 0 0,0 1 0,0-1 0,0 0 0,0 0 0,0 0 0,-1 0 0,1 0 0,0 0 0,0 0 0,0 0 0,0 0 0,0 0 0,-1 0 0,1 0 0,0 0 0,0 0 0,0 0 0,0 0 0,0 0 0,-1 0 0,1 0 0,-8-12 0,4 2 0,1 0 0,0 1 0,1-1 0,0 0 0,1 0 0,0 0 0,1-19 0,-4-30 0,2 167 0,2-108 2,-1 0 1,1 1-1,0-1 0,0 0 0,0 1 0,0-1 0,0 0 0,0 1 1,0-1-1,0 0 0,0 1 0,0-1 0,0 1 0,0-1 0,0 0 0,1 1 1,-1-1-1,0 0 0,0 1 0,0-1 0,0 0 0,1 1 0,-1-1 1,0 0-1,0 0 0,0 1 0,1-1 0,-1 0 0,0 0 0,1 1 1,-1-1-1,0 0 0,0 0 0,1 0 0,-1 1 0,0-1 0,1 0 1,-1 0-1,0 0 0,1 0 0,-1 0 0,1 0 0,-1 0 0,0 0 0,1 0 1,-1 0-1,0 0 0,1 0 0,-1 0 0,0 0 0,1 0 0,-1 0 1,0 0-1,1-1 0,0 1 0,14-16-1487,-11 9-5341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13:55.1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66 162 24575,'0'12'0,"0"-1"0,0 1 0,-1 0 0,-1-1 0,0 1 0,0-1 0,-1 1 0,-8 18 0,5-15 0,3-8 0,0 0 0,0-1 0,0 1 0,-1-1 0,-4 6 0,8-12 0,0 0 0,0 0 0,0 0 0,0 0 0,0 0 0,0 0 0,0 0 0,0 0 0,0 0 0,-1 1 0,1-1 0,0 0 0,0 0 0,0 0 0,0 0 0,0 0 0,0 0 0,0 0 0,0 0 0,-1 0 0,1 0 0,0 0 0,0 0 0,0 0 0,0 0 0,0 0 0,0 0 0,0 0 0,-1 0 0,1 0 0,0 0 0,0 0 0,0 0 0,0 0 0,0 0 0,0 0 0,0 0 0,0 0 0,-1-1 0,1 1 0,0 0 0,0 0 0,0 0 0,0 0 0,0 0 0,0 0 0,0 0 0,0 0 0,0 0 0,0-1 0,0 1 0,0 0 0,0 0 0,-3-10 0,1-11 0,8-25 0,-13 55 0,3-4 0,10-16 0,1-1 0,0 0 0,0 1 0,1 0 0,1 1 0,-1-1 0,2 1 0,0 1 0,11-9 0,-21 18 0,1-1 0,-1 1 0,0 0 0,1 0 0,-1 0 0,0-1 0,1 1 0,-1 0 0,0 0 0,1 0 0,-1 0 0,0 0 0,1 0 0,-1 0 0,1-1 0,-1 1 0,0 0 0,1 0 0,-1 1 0,1-1 0,-1 0 0,0 0 0,1 0 0,-1 0 0,1 0 0,-1 0 0,0 0 0,1 1 0,-1-1 0,0 0 0,1 0 0,-1 1 0,0-1 0,1 1 0,5 15 0,-4 24 0,-2-39 0,0 7 0,1-5 0,-1 0 0,0 1 0,0-1 0,0 0 0,0 0 0,0 1 0,-1-1 0,0 0 0,0 0 0,1 0 0,-3 4 0,2-8 0,1 0 0,0-1 0,-1 1 0,1 0 0,0-1 0,0 1 0,0 0 0,0-1 0,0 1 0,0 0 0,0-3 0,7-32 0,1-1 0,2 1 0,2 0 0,17-38 0,-39 99 0,5-9 0,-1-1 0,-1 0 0,-9 17 0,15-32 0,1 0 0,0 0 0,0 0 0,0 0 0,-1-1 0,1 1 0,0 0 0,0 0 0,0 0 0,-1 0 0,1 0 0,0 0 0,0 0 0,0 0 0,0 0 0,-1 0 0,1 0 0,0-1 0,0 1 0,0 0 0,0 0 0,0 0 0,-1 0 0,1 0 0,0-1 0,0 1 0,0 0 0,0 0 0,0 0 0,0-1 0,0 1 0,0 0 0,0 0 0,0 0 0,0 0 0,0-1 0,0 1 0,0 0 0,0 0 0,0 0 0,0-1 0,0 1 0,0 0 0,0 0 0,0-1 0,-3-12 0,1-27 0,2 29 0,0 0 0,-1 0 0,0 1 0,-1-1 0,-4-15 0,3 44-1365,3-11-5461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13:58.88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14:00.58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14:01.13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5:18.9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1 228 24575,'650'-28'0,"-240"-20"0,-168 19 0,23 15 0,-10 1 0,-50-13 0,221-15 0,526 20 0,463 13 0,-846 10 0,1875-2-1365,-2415 0-5461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5:19.4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5:21.2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24575,'593'0'0,"-570"2"0,0 1 0,0 1 0,0 1 0,-1 1 0,0 1 0,0 1 0,35 18 0,-24-10 0,68 19 0,-61-25 0,-15-5 0,-1 1 0,28 12 0,-51-18 0,0 0 0,-1 0 0,1 0 0,-1 0 0,1 0 0,-1 1 0,1-1 0,-1 0 0,1 0 0,-1 1 0,1-1 0,-1 0 0,1 1 0,-1-1 0,1 0 0,-1 1 0,0-1 0,1 1 0,-1-1 0,1 1 0,-1-1 0,0 1 0,0-1 0,1 1 0,-1-1 0,0 2 0,-13 4 0,-36-2 0,41-3 0,-34 1 0,0 3 0,1 1 0,0 1 0,0 3 0,1 2 0,0 1 0,-38 18 0,30-6 0,1 3 0,1 1 0,2 2 0,-80 74 0,102-85-1365,2-2-5461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52:09.13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23 24575,'67'-2'0,"77"-13"0,-93 11-52,76 2 0,-70 3-1209,-39-1-5565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52:27.43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365 91 24575,'6'-1'0,"-1"-1"0,1 0 0,0 0 0,-1 0 0,1-1 0,-1 1 0,0-1 0,0-1 0,0 1 0,4-5 0,7-2 0,-11 7 0,0 0 0,1 1 0,0-1 0,-1 1 0,1 1 0,0-1 0,0 1 0,0 0 0,10 0 0,60 3 0,-29 1 0,-8-2 0,0 3 0,-1 1 0,0 2 0,0 2 0,56 21 0,-82-26 0,-1 2 0,0 0 0,0 0 0,14 12 0,-14-11 0,0 1 0,0-1 0,18 7 0,-29-14 0,0 0 0,-45-16 0,-55-14 0,-212 1 0,7 29 0,291 1 0,1 0 0,0 1 0,-1 1 0,1 0 0,0 1 0,1 1 0,-1 0 0,1 0 0,0 1 0,-13 9 0,-7 8 0,0 1 0,-31 31 0,54-45 0,13-8 0,18-13 0,-2-3 0,205-133 0,-216 142 0,0 1 0,0 1 0,0-1 0,0 1 0,0 1 0,1 0 0,-1 0 0,16 0 0,9 1 0,37 5 0,-12-1 0,47-5 0,-60 0 0,1 2 0,0 2 0,48 9 0,-118-8 0,-26-1 0,-27-7 0,-136-26 0,143 17 0,-1 4 0,-120-3 0,161 12-1365,19-2-5461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52:32.25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242 44 24575,'347'0'0,"-524"-14"0,71 3 0,-200-7 0,341 20-273,0 1 0,0 2 0,-1 2 0,53 16 0,-75-18-6553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52:37.31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12 24575,'93'1'0,"99"-3"0,-175-4-1365,-12 2-5461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52:38.88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434 39 24575,'-391'0'0,"390"0"-47,-1 0 0,1 0 0,-1 0 0,1 0 0,-1-1 0,1 1 0,-1 0 0,1-1 0,-1 1-1,1-1 1,0 1 0,-1-1 0,1 1 0,-1-1 0,1 0 0,0 0 0,0 0 0,0 0 0,-1 0 0,1 0 0,0 0 0,0 0-1,0 0 1,1-1 0,-1 1 0,0 0 0,0-1 0,0-1 0,-5-13-6779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52:40.41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0 24575,'2'0'0,"4"0"0,4 2 0,3 0 0,1 2 0,0 0 0,-1 0 0,1-1 0,0-2 0,1 2 0,0 0 0,-1 0 0,3-2 0,0 1 0,-1-2 0,-3 1-8191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52:46.7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563 0 24575,'-562'0'-1365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4T11:10:40.7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593 106 24575,'-60'49'0,"43"-37"0,2 1 0,-22 21 0,22-16 0,1 1 0,1 0 0,0 1 0,1 0 0,2 1 0,-15 37 0,12-19 0,2 0 0,-12 81 0,18-61 0,5 110 0,1 6 0,-1-171 0,-1-1 0,1 0 0,-1 1 0,0-1 0,0 0 0,0 0 0,0 0 0,-1 0 0,1 0 0,-1 0 0,0 0 0,-3 4 0,5-7 0,-1 1 0,0 0 0,0-1 0,1 1 0,-1 0 0,0-1 0,0 1 0,0-1 0,0 0 0,0 1 0,0-1 0,0 0 0,0 1 0,0-1 0,0 0 0,0 0 0,0 0 0,0 0 0,0 0 0,0 0 0,0 0 0,0 0 0,0 0 0,0-1 0,0 1 0,0 0 0,0-1 0,0 1 0,0 0 0,0-1 0,0 0 0,1 1 0,-1-1 0,0 1 0,0-1 0,0 0 0,1 1 0,-1-1 0,0 0 0,1 0 0,-1 0 0,1 0 0,-2-1 0,-5-9 0,0 1 0,0-1 0,1 0 0,1-1 0,-7-19 0,-17-67 0,16 48 0,-19-59 0,-54-206 0,69 236 0,3 0 0,-4-84 0,18 163 0,0-34 0,5 20 0,-5 14 0,1 0 0,-1 0 0,0 0 0,1 0 0,-1 0 0,0 0 0,1 0 0,-1-1 0,0 1 0,1 0 0,-1 0 0,0 0 0,1 0 0,-1 0 0,0 1 0,1-1 0,-1 0 0,0 0 0,1 0 0,-1 0 0,0 0 0,0 0 0,1 0 0,-1 1 0,0-1 0,1 0 0,-1 0 0,0 0 0,0 1 0,1-1 0,-1 0 0,0 0 0,0 1 0,0-1 0,1 0 0,-1 1 0,0-1 0,16 21 0,-2 0 0,0 1 0,21 44 0,-21-37 0,14 30 0,38 120 0,1 69 0,-11-34 0,-54-209 0,-1 0 0,1-1 0,0 1 0,0 0 0,0-1 0,6 9 0,-8-12 0,1-1 0,-1 1 0,0-1 0,1 0 0,-1 1 0,1-1 0,-1 0 0,0 1 0,1-1 0,-1 0 0,1 0 0,-1 1 0,1-1 0,-1 0 0,1 0 0,-1 0 0,1 0 0,0 0 0,-1 0 0,1 0 0,-1 0 0,1 0 0,-1 0 0,1 0 0,-1 0 0,1 0 0,0 0 0,0-1 0,1 0 0,-1 0 0,1 0 0,-1-1 0,1 1 0,-1 0 0,0 0 0,0-1 0,0 1 0,0-1 0,0 1 0,2-4 0,19-40 0,-2-2 0,-2 0 0,-2-1 0,10-54 0,30-87 0,-48 169 0,47-111 0,-50 120 0,1-1 0,1 1 0,0 1 0,1-1 0,0 1 0,0 0 0,1 1 0,14-12 0,-22 20 0,0 0 0,0 0 0,1 0 0,-1 0 0,0 0 0,0 1 0,1-1 0,-1 0 0,1 1 0,-1-1 0,0 1 0,1-1 0,-1 1 0,1 0 0,-1-1 0,1 1 0,0 0 0,-1 0 0,1 0 0,-1 0 0,1 0 0,-1 1 0,1-1 0,-1 0 0,1 1 0,-1-1 0,1 1 0,-1-1 0,0 1 0,1 0 0,-1 0 0,0 0 0,1-1 0,-1 1 0,0 0 0,1 2 0,2 2 0,0 0 0,-1 1 0,0-1 0,0 1 0,-1 0 0,0-1 0,4 13 0,5 29 0,-2 1 0,-2 0 0,1 49 0,-6 152 0,-2-207 0,0-5 0,-1 42 0,0-72 0,1 0 0,-2 0 0,1 0 0,-1 0 0,0 0 0,0 0 0,-1 0 0,-3 6 0,5-12 0,1 0 0,0-1 0,-1 1 0,1 0 0,-1 0 0,0-1 0,1 1 0,-1 0 0,1-1 0,-1 1 0,0 0 0,0-1 0,1 1 0,-1-1 0,0 1 0,0-1 0,-1 1 0,2-1 0,0 0 0,-1 0 0,1 0 0,-1 0 0,1 0 0,0-1 0,-1 1 0,1 0 0,0 0 0,-1 0 0,1 0 0,0-1 0,-1 1 0,1 0 0,0 0 0,-1-1 0,1 1 0,0 0 0,0-1 0,-1 1 0,1 0 0,0-1 0,0 1 0,0 0 0,-1-1 0,1 0 0,-1-2 0,0-1 0,0 1 0,0-1 0,0 0 0,1 0 0,-1 1 0,1-6 0,2-18 0,0 1 0,2-1 0,1 1 0,9-30 0,43-101 0,-3 6 0,-52 143 0,1-4 0,1 0 0,0 0 0,1 1 0,0-1 0,9-12 0,-13 22 0,0 1 0,0-1 0,0 1 0,1-1 0,-1 1 0,1 0 0,-1-1 0,1 1 0,-1 0 0,1 0 0,0 0 0,-1 0 0,1 0 0,0 1 0,0-1 0,-1 1 0,4-1 0,-3 1 0,0 0 0,0 0 0,1 0 0,-1 1 0,0-1 0,0 1 0,1 0 0,-1 0 0,0 0 0,0 0 0,0 0 0,0 0 0,0 0 0,0 1 0,-1-1 0,1 1 0,0-1 0,1 3 0,4 4 0,0 0 0,-1 0 0,-1 1 0,1-1 0,-1 2 0,0-1 0,-1 0 0,-1 1 0,4 12 0,0 4 0,-1 0 0,3 37 0,-4 73 0,2-223 0,5 0 0,3 1 0,4 1 0,52-145 0,-68 222 0,0 1 0,1-1 0,-1 1 0,1-1 0,1 1 0,-1 0 0,1 1 0,0-1 0,7-5 0,-11 11 0,-1 1 0,1-1 0,0 0 0,0 1 0,0-1 0,0 0 0,0 1 0,0-1 0,0 1 0,0 0 0,0-1 0,0 1 0,0 0 0,1 0 0,-1 0 0,0 0 0,0 0 0,0 0 0,0 0 0,0 0 0,0 0 0,0 0 0,2 1 0,-1 0 0,0 0 0,-1 0 0,1 0 0,-1 1 0,1-1 0,-1 0 0,0 1 0,1-1 0,-1 1 0,0-1 0,0 1 0,0 0 0,0-1 0,0 4 0,7 18 0,-1 0 0,-1 0 0,-2 1 0,0 0 0,-1 0 0,-2 38 0,1-35 0,-5 253 0,-1-228 0,-3 0 0,-2 0 0,-19 60 0,28-109 0,-1-1 0,1 1 0,-1-1 0,0 0 0,0 0 0,0 1 0,0-1 0,-1 0 0,1 0 0,-3 3 0,4-5 0,-1 0 0,1 0 0,0 0 0,-1 0 0,1 0 0,0 0 0,-1 0 0,1 0 0,0 0 0,0 0 0,-1 0 0,1 0 0,0 0 0,-1 0 0,1 0 0,0 0 0,-1 0 0,1-1 0,0 1 0,0 0 0,-1 0 0,1 0 0,0 0 0,0-1 0,-1 1 0,1 0 0,0 0 0,0 0 0,-1-1 0,1 1 0,0 0 0,0 0 0,0-1 0,0 1 0,0 0 0,-1-1 0,1 1 0,0 0 0,0-1 0,0 1 0,0 0 0,0-1 0,-3-7 0,1-1 0,0 1 0,1-1 0,-1-10 0,-6-116 0,17-231 0,-9 359 0,2-29 0,2-1 0,1 1 0,2 0 0,17-51 0,-22 82 0,0 0 0,0 0 0,0 0 0,1 1 0,5-8 0,-7 11 0,-1 1 0,1-1 0,0 0 0,-1 0 0,1 1 0,0-1 0,0 1 0,-1-1 0,1 0 0,0 1 0,0 0 0,0-1 0,0 1 0,0-1 0,0 1 0,0 0 0,0 0 0,0 0 0,0-1 0,0 1 0,0 0 0,0 0 0,0 0 0,0 1 0,0-1 0,0 0 0,0 0 0,0 0 0,-1 1 0,1-1 0,0 1 0,0-1 0,0 0 0,0 1 0,0-1 0,0 1 0,-1 0 0,2 0 0,3 4 0,0 0 0,-1 0 0,1 1 0,-1-1 0,0 1 0,0 0 0,-1 0 0,5 12 0,21 63 0,-26-73 0,25 94 0,-3 1 0,15 154 0,-17 220 0,-23-452 0,-2 39 0,1-101 0,-1 5 0,5-56 0,3 1 0,5 0 0,3 1 0,32-108 0,-45 191 0,6-22 0,0-1 0,2 1 0,22-42 0,-29 62 0,1 0 0,0 1 0,0-1 0,0 0 0,0 1 0,1 0 0,0 0 0,0 0 0,0 0 0,0 0 0,1 1 0,0 0 0,-1 0 0,1 0 0,0 1 0,0-1 0,1 1 0,-1 1 0,0-1 0,1 1 0,-1-1 0,1 1 0,-1 1 0,9-1 0,-9 2 0,0 0 0,0 0 0,1 0 0,-1 1 0,0 0 0,-1 0 0,1 0 0,0 0 0,-1 1 0,1 0 0,-1 0 0,0 0 0,0 0 0,0 1 0,0-1 0,6 9 0,2 4 0,0 1 0,-1 0 0,8 19 0,18 44 0,-3 2 0,-4 1 0,35 160 0,-59-223 0,-2-27 0,-3-41 0,-1 39 0,-3-195 0,1-109 0,3 287 0,0 0 0,1 0 0,10-43 0,-12 68 0,0-1 0,0 1 0,0 0 0,1 0 0,-1 0 0,0 0 0,0-1 0,1 1 0,-1 0 0,1 0 0,-1 0 0,1 0 0,0 0 0,-1 0 0,1 0 0,0 0 0,0 0 0,0 1 0,-1-1 0,1 0 0,0 0 0,0 1 0,0-1 0,0 0 0,0 1 0,1-1 0,-1 1 0,2-1 0,-1 2 0,0 0 0,0 0 0,0 0 0,-1 1 0,1-1 0,0 1 0,-1-1 0,1 1 0,-1-1 0,1 1 0,-1 0 0,0 0 0,1 0 0,-1 0 0,0 0 0,0 0 0,0 2 0,15 35 0,-3 1 0,-1 0 0,13 80 0,7 82 0,-10 1 0,-3 260 0,-21-383 0,2-86 0,1 0 0,-1 0 0,0 0 0,0 0 0,-2-7 0,0-23 0,1-86 0,17-131 0,-10 204 0,3 0 0,1 0 0,3 1 0,1 1 0,35-75 0,-41 106 0,1 0 0,0 1 0,1 0 0,18-20 0,-24 30 0,0 1 0,0 0 0,0 0 0,1 0 0,0 0 0,0 1 0,0 0 0,0 0 0,0 0 0,1 0 0,-1 1 0,1 0 0,0 0 0,0 1 0,0-1 0,9 0 0,-11 2 0,-1 0 0,0 1 0,1-1 0,-1 1 0,0 0 0,0 0 0,0 0 0,0 0 0,0 1 0,0-1 0,0 1 0,0 0 0,0-1 0,0 1 0,-1 0 0,1 1 0,-1-1 0,0 0 0,1 1 0,-1 0 0,0-1 0,3 7 0,1 4 0,0-1 0,0 2 0,7 26 0,16 80 0,15 131 0,-25-127 0,-12-94 0,-4-29 0,-2-6 0,3-51 0,-4 36 0,8-205 0,-4 170 0,4 1 0,15-63 0,-6 56 0,35-81 0,-40 113 0,2 1 0,1 0 0,1 1 0,34-42 0,-45 63 0,0 0 0,0 1 0,0 0 0,0 1 0,1-1 0,0 1 0,0 0 0,10-5 0,-14 8 0,0 0 0,0 1 0,0-1 0,0 1 0,0-1 0,0 1 0,1 0 0,-1 0 0,0 0 0,0 0 0,0 0 0,0 1 0,0-1 0,0 0 0,0 1 0,0 0 0,0-1 0,0 1 0,0 0 0,0 0 0,0 0 0,0 1 0,-1-1 0,1 0 0,0 1 0,-1-1 0,1 1 0,-1-1 0,0 1 0,1-1 0,-1 1 0,2 3 0,6 13 0,0 1 0,-1 0 0,-1 0 0,-1 1 0,-1 0 0,-1 0 0,3 21 0,8 69 0,-5 2 0,-4 166 0,-3-319 0,1 0 0,3 0 0,1 1 0,2 0 0,31-75 0,-30 88 0,1 1 0,1 0 0,2 1 0,0 0 0,2 2 0,1 0 0,0 1 0,2 0 0,37-31 0,-47 45 0,1 1 0,-1 0 0,1 1 0,0 0 0,22-8 0,-29 13 0,1 0 0,-1-1 0,0 2 0,0-1 0,0 0 0,1 1 0,-1 0 0,0 0 0,1 0 0,-1 1 0,0-1 0,0 1 0,1 0 0,-1 0 0,0 0 0,0 1 0,0 0 0,0-1 0,-1 1 0,8 5 0,-2 2 0,0 0 0,0 0 0,-1 1 0,0 0 0,-1 0 0,0 1 0,-1 0 0,0 0 0,7 17 0,4 18 0,11 50 0,-28-96 0,52 224 0,-43-174 0,-3 0 0,0 76 0,-6-133 0,0-4 0,0 0 0,0 0 0,1 0 0,0 1 0,1-1 0,1 0 0,-1 1 0,2-1 0,-1 1 0,9-16 0,-11 25 0,-1 0 0,1 0 0,-1-1 0,1 1 0,0 0 0,-1 0 0,1 0 0,0 0 0,0 0 0,0 0 0,0 1 0,0-1 0,0 0 0,0 0 0,0 1 0,0-1 0,0 0 0,0 1 0,1-1 0,-1 1 0,0 0 0,0-1 0,0 1 0,1 0 0,-1 0 0,2 0 0,-2 0 0,1 1 0,-1 0 0,0 0 0,1 0 0,-1 0 0,0 0 0,1 0 0,-1 0 0,0 0 0,0 1 0,0-1 0,0 0 0,0 1 0,-1-1 0,1 0 0,0 1 0,0 1 0,4 10 0,-1 0 0,0 1 0,3 24 0,-1 2 0,-1-1 0,-3 1 0,-1 0 0,-7 66 0,5-102 0,1 0 0,-1 0 0,0 0 0,0 0 0,-1-1 0,1 1 0,-1 0 0,0-1 0,0 1 0,0-1 0,0 1 0,-1-1 0,1 0 0,-1 0 0,0 0 0,-4 4 0,4-6 0,0 1 0,0-1 0,0 0 0,0 0 0,0 0 0,0 0 0,0 0 0,0-1 0,0 0 0,0 1 0,-1-1 0,1 0 0,0 0 0,0-1 0,0 1 0,0-1 0,0 0 0,0 1 0,0-1 0,0-1 0,-5-1 0,-63-33 0,55 26 0,0 1 0,0 1 0,-1 1 0,0 1 0,-1 0 0,-18-4 0,0 6 0,-1 1 0,-43 3 0,-20-1 0,96 1 0,0 0 0,1-1 0,-1 0 0,1 0 0,-1 0 0,1-1 0,-1 1 0,1-1 0,0 0 0,0 1 0,0-2 0,0 1 0,0 0 0,0 0 0,0-1 0,1 0 0,-1 1 0,1-1 0,0 0 0,0 0 0,0-1 0,0 1 0,1 0 0,-1 0 0,1-1 0,0 1 0,0-1 0,0 1 0,-1-5 0,-1-12 0,0 0 0,1-1 0,1-39 0,1 49 0,0-18 0,5-118 0,-5 141 0,1 1 0,1-1 0,-1 0 0,1 0 0,0 0 0,3-7 0,-4 12 0,-1 0 0,1 0 0,-1-1 0,1 1 0,0 0 0,0 0 0,-1 0 0,1 0 0,0 0 0,0 0 0,0 0 0,0 0 0,0 0 0,0 1 0,0-1 0,0 0 0,0 1 0,1-1 0,-1 1 0,0-1 0,0 1 0,1-1 0,-1 1 0,0 0 0,0 0 0,1-1 0,-1 1 0,0 0 0,1 0 0,-1 0 0,0 1 0,1-1 0,1 1 0,-1 0 0,0 0 0,-1 0 0,1 0 0,-1 0 0,1 0 0,-1 1 0,1-1 0,-1 1 0,0-1 0,0 1 0,1 0 0,-1-1 0,0 1 0,-1 0 0,1 0 0,0 0 0,0 0 0,-1-1 0,1 4 0,6 40 0,-6-36 0,6 95 0,-8 112 0,-2-99 0,3-115 0,0 9 0,0 0 0,-1 0 0,-4 19 0,0-21 0,0-14 0,-1-19 0,7-10 0,2 0 0,1 0 0,2 0 0,1 1 0,16-50 0,9-37 0,-10 24-1365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01:00.963"/>
    </inkml:context>
    <inkml:brush xml:id="br0">
      <inkml:brushProperty name="width" value="0.35" units="cm"/>
      <inkml:brushProperty name="height" value="0.35" units="cm"/>
      <inkml:brushProperty name="color" value="#EAEAEA"/>
    </inkml:brush>
  </inkml:definitions>
  <inkml:trace contextRef="#ctx0" brushRef="#br0">1 121 24575,'215'2'0,"239"-4"0,-256-20 0,-65 4 0,48-1 0,306-17 0,343 37 0,-792-3 0,49-8 0,-49 4 0,45 0 0,-51 4 0,35 1 0,-62 1 0,-1 1 0,1-1 0,-1 1 0,1 0 0,-1 0 0,0 0 0,1 1 0,-1 0 0,0 0 0,0 0 0,4 2 0,-5-1 0,-1-1 0,0 1 0,1 0 0,-1-1 0,0 1 0,-1 0 0,1 0 0,0 0 0,-1 1 0,0-1 0,1 0 0,-1 0 0,-1 1 0,1-1 0,0 1 0,-1-1 0,0 1 0,0-1 0,0 1 0,0-1 0,0 1 0,-2 4 0,2-4 0,-1-1 0,0 1 0,0-1 0,0 1 0,0-1 0,0 0 0,-1 1 0,0-1 0,1 0 0,-1 0 0,0 0 0,-1 0 0,1-1 0,0 1 0,-1 0 0,0-1 0,1 0 0,-1 0 0,0 1 0,0-2 0,-4 3 0,-10 1 0,0-1 0,0-1 0,0 0 0,-32 0 0,-1 0 0,-190 26 0,153-22 0,-125-7 0,85-2 0,-906 2 0,1006 1 0,-52 10 0,50-6 0,-40 1 0,-463-4 217,257-4-1799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01:03.546"/>
    </inkml:context>
    <inkml:brush xml:id="br0">
      <inkml:brushProperty name="width" value="0.35" units="cm"/>
      <inkml:brushProperty name="height" value="0.35" units="cm"/>
      <inkml:brushProperty name="color" value="#EAEAEA"/>
    </inkml:brush>
  </inkml:definitions>
  <inkml:trace contextRef="#ctx0" brushRef="#br0">1 193 24575,'47'0'0,"1"-2"0,-1-2 0,0-3 0,-1-1 0,79-25 0,-94 24 0,-20 7 0,0-1 0,0-1 0,-1 1 0,0-1 0,13-8 0,-21 11 0,0 0 0,0-1 0,0 1 0,0-1 0,-1 0 0,1 1 0,0-1 0,-1 0 0,0 0 0,1 0 0,-1 0 0,0 0 0,0 0 0,0 0 0,0-1 0,0 1 0,0 0 0,-1-1 0,1 1 0,-1 0 0,0-1 0,0 1 0,0 0 0,0-1 0,0 1 0,0-1 0,0 1 0,-1 0 0,-1-5 0,1 5 0,0 0 0,0 0 0,0 0 0,0 0 0,-1 0 0,1 0 0,-1 0 0,1 1 0,-1-1 0,0 0 0,1 1 0,-1 0 0,0-1 0,0 1 0,0 0 0,0 0 0,0 0 0,-1 0 0,1 0 0,0 1 0,0-1 0,-1 1 0,1-1 0,0 1 0,-3 0 0,-10-2 0,0 1 0,-27 3 0,27-2 0,-335 4-1365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01:06.693"/>
    </inkml:context>
    <inkml:brush xml:id="br0">
      <inkml:brushProperty name="width" value="0.35" units="cm"/>
      <inkml:brushProperty name="height" value="0.35" units="cm"/>
      <inkml:brushProperty name="color" value="#EAEAEA"/>
    </inkml:brush>
  </inkml:definitions>
  <inkml:trace contextRef="#ctx0" brushRef="#br0">342 1 24575,'-1'4'0,"-1"1"0,1-1 0,-1 0 0,0 0 0,-1 0 0,1 0 0,-1 0 0,1-1 0,-4 4 0,-9 14 0,-112 216 0,77-138 0,14-35 0,26-48 0,0 1 0,-9 21 0,2-1 0,12-29 0,0 1 0,0 0 0,2 1 0,-1-1 0,1 1 0,0 0 0,1 0 0,-2 13 0,4-23 0,0 1 0,0-1 0,0 1 0,0-1 0,1 1 0,-1 0 0,0-1 0,0 1 0,0-1 0,0 1 0,0-1 0,1 1 0,-1-1 0,0 1 0,0-1 0,1 0 0,-1 1 0,0-1 0,1 1 0,-1-1 0,1 0 0,-1 1 0,0-1 0,1 0 0,-1 1 0,1-1 0,-1 0 0,1 0 0,-1 1 0,1-1 0,19-2 0,17-18 0,93-70-1365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01:10.261"/>
    </inkml:context>
    <inkml:brush xml:id="br0">
      <inkml:brushProperty name="width" value="0.35" units="cm"/>
      <inkml:brushProperty name="height" value="0.35" units="cm"/>
      <inkml:brushProperty name="color" value="#EAEAEA"/>
    </inkml:brush>
  </inkml:definitions>
  <inkml:trace contextRef="#ctx0" brushRef="#br0">1 5 24575,'56'-2'0,"-35"1"0,0 0 0,0 1 0,1 1 0,36 7 0,-56-7 0,1 0 0,-1 0 0,1 0 0,-1 1 0,0-1 0,0 1 0,1-1 0,-1 1 0,0 0 0,0 0 0,-1 0 0,1 0 0,0 0 0,-1 1 0,1-1 0,-1 0 0,0 1 0,1-1 0,-1 1 0,0-1 0,-1 1 0,1-1 0,0 1 0,-1 0 0,1 2 0,0 10 0,0 0 0,0 1 0,-3 19 0,1-17 0,-5 360 0,7-387 0,1 0 0,0 0 0,0 0 0,0 0 0,6-11 0,3-11 0,7-48 0,-11 48 0,18-58 0,-20 77 0,-2 0 0,0-1 0,2-20 0,-7 64 104,1 0 1,4 31-1,-1-36-384,0 0 1,-2 0-1,-2 0 0,0 0 1,-8 35-1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01:20.641"/>
    </inkml:context>
    <inkml:brush xml:id="br0">
      <inkml:brushProperty name="width" value="0.35" units="cm"/>
      <inkml:brushProperty name="height" value="0.35" units="cm"/>
      <inkml:brushProperty name="color" value="#EAEAEA"/>
    </inkml:brush>
  </inkml:definitions>
  <inkml:trace contextRef="#ctx0" brushRef="#br0">0 767 24575,'2'-51'0,"2"1"0,3 0 0,1 0 0,18-58 0,77-188 0,-42 154 0,-61 141 0,0 0 0,1 0 0,-1 0 0,0 0 0,1 0 0,-1 0 0,1 0 0,-1 0 0,1 0 0,-1 1 0,1-1 0,0 0 0,-1 0 0,1 0 0,0 1 0,0-1 0,0 0 0,-1 1 0,1-1 0,0 0 0,0 1 0,0-1 0,2 0 0,-2 2 0,0 0 0,-1-1 0,1 1 0,0 0 0,-1 0 0,1 0 0,-1-1 0,1 1 0,-1 0 0,1 0 0,-1 0 0,1 0 0,-1 0 0,0 0 0,1 0 0,-1 0 0,0 0 0,0 2 0,4 54 0,-3 4 0,1-20 0,-9 80 0,5-113 0,0 1 0,0 0 0,-1-1 0,-1 1 0,1-1 0,-1 0 0,-1 0 0,0-1 0,-9 13 0,-7 5 0,-34 30 0,7-7 0,41-41 0,1 0 0,1 0 0,-1 0 0,1 1 0,-7 14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01:21.705"/>
    </inkml:context>
    <inkml:brush xml:id="br0">
      <inkml:brushProperty name="width" value="0.35" units="cm"/>
      <inkml:brushProperty name="height" value="0.35" units="cm"/>
      <inkml:brushProperty name="color" value="#EAEAEA"/>
    </inkml:brush>
  </inkml:definitions>
  <inkml:trace contextRef="#ctx0" brushRef="#br0">23 1 24575,'0'2'0,"0"4"0,0 2 0,0 3 0,0 5 0,-2-2 0,-1 3 0,-1 3 0,0-2 0,-1-2 0,0-1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3:52.43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54 157 24575,'0'3'0,"-1"-1"0,0 1 0,0-1 0,0 0 0,0 1 0,0-1 0,0 0 0,-1 0 0,-3 5 0,-5 10 0,-15 53 0,20-61 0,8-29 0,12-49 0,32-87 0,-47 154 0,0 1 0,1 0 0,-1-1 0,1 1 0,-1 0 0,1-1 0,0 1 0,-1 0 0,1 0 0,0 0 0,0-1 0,0 1 0,0 0 0,0 0 0,2-1 0,-3 2 0,1 0 0,-1 0 0,1 1 0,-1-1 0,1 0 0,-1 0 0,0 0 0,1 1 0,-1-1 0,1 0 0,-1 0 0,0 1 0,1-1 0,-1 0 0,0 1 0,1-1 0,-1 1 0,0-1 0,0 0 0,1 1 0,-1-1 0,0 1 0,0-1 0,0 1 0,0-1 0,0 0 0,1 1 0,-1-1 0,0 2 0,8 52 0,-3 499 0,-6-440 0,1-107 0,0 19 0,2-26 0,3-16 0,59-311 0,9-40 0,-59 319 0,-10 42 0,0 12 0,-1 9 0,-1 0 0,-1 0 0,0 1 0,-2 16 0,1-5 0,-3 371 0,6-364 0,-3-33 0,0 0 0,0 0 0,0 0 0,0-1 0,0 1 0,1 0 0,-1 0 0,0 0 0,0 0 0,0 0 0,0-1 0,0 1 0,0 0 0,1 0 0,-1 0 0,0 0 0,0 0 0,0 0 0,0 0 0,0 0 0,1 0 0,-1 0 0,0-1 0,0 1 0,0 0 0,1 0 0,-1 0 0,0 0 0,0 0 0,0 0 0,0 0 0,1 0 0,-1 0 0,0 1 0,0-1 0,0 0 0,0 0 0,1 0 0,-1 0 0,0 0 0,0 0 0,0 0 0,0 0 0,1 0 0,-1 0 0,0 1 0,0-1 0,0 0 0,0 0 0,0 0 0,0 0 0,0 0 0,1 1 0,-1-1 0,0 0 0,0 0 0,0 0 0,0 1 0,10-28 0,-1 0 0,-1 0 0,7-45 0,-4 18 0,39-218 0,-37 195 0,-11 179 0,-6 159 0,3-316 0,0 6 0,4 90 0,4 28-1365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4:00.30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71 24575,'0'261'0,"0"-254"0,0 1 0,1-1 0,0 0 0,3 11 0,-4-16 0,0-1 0,1 0 0,-1 0 0,0 0 0,1 1 0,-1-1 0,1 0 0,-1 0 0,1 0 0,0 0 0,-1 0 0,1 0 0,0 0 0,0 0 0,0 0 0,-1 0 0,1-1 0,0 1 0,0 0 0,0-1 0,0 1 0,1 0 0,-1-1 0,0 1 0,0-1 0,0 0 0,0 1 0,1-1 0,-1 0 0,0 0 0,0 1 0,0-1 0,1 0 0,-1 0 0,2-1 0,1 0 0,0-1 0,0 1 0,0-1 0,0 0 0,0-1 0,0 1 0,-1 0 0,0-1 0,1 0 0,-1 0 0,4-4 0,30-41 0,-33 43 0,64-93 0,-67 96 0,0 0 0,0 1 0,0-1 0,1 1 0,-1-1 0,0 1 0,1 0 0,0-1 0,-1 1 0,1 0 0,0 0 0,-1 0 0,1 0 0,0 0 0,0 1 0,0-1 0,0 0 0,3 0 0,-3 2 0,-1-1 0,1 1 0,-1-1 0,1 1 0,-1 0 0,0-1 0,1 1 0,-1 0 0,0 0 0,1 0 0,-1 0 0,0 0 0,0 1 0,0-1 0,0 0 0,0 0 0,0 1 0,-1-1 0,1 1 0,0-1 0,-1 0 0,1 1 0,0 1 0,9 35 0,-9-32 0,0-1 0,0 0 0,1 0 0,-1 1 0,1-1 0,0 0 0,1-1 0,5 10 0,-8-13 0,1-1 0,-1 1 0,1-1 0,0 1 0,-1-1 0,1 1 0,0-1 0,-1 1 0,1-1 0,0 0 0,-1 1 0,1-1 0,0 0 0,0 0 0,0 0 0,-1 1 0,1-1 0,0 0 0,0 0 0,0 0 0,-1 0 0,1-1 0,0 1 0,0 0 0,0 0 0,-1 0 0,1-1 0,0 1 0,0 0 0,-1-1 0,1 1 0,0-1 0,23-21 0,2-13-273,-2-2 0,-2 0 0,-1-2 0,22-60 0,-21 46-6553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4:13.71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4:17.73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97 24575,'2'31'0,"0"1"0,2-2 0,15 58 0,38 86 0,-56-170 0,1 1 0,-1 0 0,1-1 0,0 1 0,0-1 0,5 7 0,-6-10 0,-1-1 0,1 1 0,-1-1 0,1 0 0,-1 1 0,1-1 0,-1 1 0,1-1 0,0 0 0,-1 1 0,1-1 0,0 0 0,-1 0 0,1 1 0,0-1 0,-1 0 0,1 0 0,0 0 0,-1 0 0,1 0 0,0 0 0,0 0 0,-1 0 0,1 0 0,0-1 0,-1 1 0,1 0 0,0 0 0,-1 0 0,1-1 0,0 1 0,-1 0 0,1-1 0,-1 1 0,1-1 0,-1 1 0,1-1 0,-1 1 0,1-1 0,-1 1 0,1-1 0,-1 1 0,1-1 0,-1 1 0,0-1 0,0 0 0,1 1 0,-1-2 0,8-9 0,-2 0 0,1-1 0,-1 0 0,-1 0 0,0-1 0,4-18 0,16-88 0,-15 68 0,27-139 0,-37 190 0,5-22 0,-3 24 0,0 14 0,-1 425 0,-4-301 0,4-147 0,1 0 0,0 0 0,0 0 0,1-1 0,3-5 0,4-13 0,4-16 0,-1-1 0,2 2 0,37-72 0,-40 80 0,-11 29 0,1 0 0,-1-1 0,1 1 0,-1 0 0,1 0 0,0 0 0,1 1 0,3-6 0,-6 9 0,0 0 0,0 0 0,0-1 0,0 1 0,0 0 0,1 0 0,-1 0 0,0-1 0,0 1 0,0 0 0,1 0 0,-1 0 0,0 0 0,0 0 0,0 0 0,1-1 0,-1 1 0,0 0 0,0 0 0,1 0 0,-1 0 0,0 0 0,0 0 0,1 0 0,-1 0 0,0 0 0,0 0 0,1 0 0,-1 0 0,0 0 0,0 0 0,1 1 0,-1-1 0,0 0 0,0 0 0,1 0 0,-1 0 0,0 0 0,0 0 0,0 1 0,0-1 0,1 0 0,4 14 0,-1 18 0,-4-32 0,1 58-1365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4:21.80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278 225 24575,'-4'1'0,"1"-1"0,-1 1 0,1 0 0,-1 0 0,1 1 0,0-1 0,0 1 0,-1 0 0,1-1 0,0 1 0,0 1 0,1-1 0,-1 0 0,0 1 0,1-1 0,-3 4 0,-39 52 0,36-45 0,-27 42 0,-39 85 0,29-50 0,45-90 0,0 0 0,0 0 0,0 0 0,0-1 0,0 1 0,0 0 0,0 0 0,0 0 0,0 0 0,0 0 0,0 0 0,0 0 0,0-1 0,0 1 0,0 0 0,0 0 0,0 0 0,0 0 0,-1 0 0,1 0 0,0 0 0,0 0 0,0-1 0,0 1 0,0 0 0,0 0 0,0 0 0,0 0 0,-1 0 0,1 0 0,0 0 0,0 0 0,0 0 0,0 0 0,0 0 0,0 0 0,-1 0 0,1 0 0,0 0 0,0 0 0,0 0 0,0 0 0,0 0 0,0 0 0,0 0 0,-1 0 0,1 0 0,0 0 0,0 0 0,0 0 0,0 0 0,0 0 0,0 0 0,0 0 0,-1 1 0,1-1 0,0 0 0,0 0 0,0 0 0,0 0 0,0 0 0,0 0 0,0 0 0,0 0 0,0 1 0,0-1 0,-4-20 0,1-25 0,1 9 0,1 21 0,0-1 0,1 1 0,0-1 0,2 0 0,0 1 0,5-23 0,-7 37 0,0 1 0,0 0 0,0-1 0,0 1 0,1-1 0,-1 1 0,0 0 0,0-1 0,0 1 0,0 0 0,0-1 0,1 1 0,-1 0 0,0-1 0,0 1 0,1 0 0,-1-1 0,0 1 0,0 0 0,1 0 0,-1-1 0,0 1 0,1 0 0,-1 0 0,0 0 0,1 0 0,-1-1 0,0 1 0,1 0 0,-1 0 0,0 0 0,1 0 0,-1 0 0,1 0 0,-1 0 0,0 0 0,1 0 0,-1 0 0,0 0 0,1 0 0,-1 0 0,1 0 0,-1 0 0,0 0 0,1 1 0,-1-1 0,0 0 0,1 0 0,-1 0 0,1 1 0,5 6 0,1 1 0,-1-1 0,0 1 0,-1 0 0,0 1 0,8 17 0,-2-3 0,26 51 0,-24-44 0,2-1 0,26 41 0,-39-68 0,-1 0 0,1 1 0,-1-1 0,1 0 0,0 0 0,0 0 0,0-1 0,0 1 0,1 0 0,-1-1 0,0 1 0,1-1 0,-1 0 0,1 0 0,-1 0 0,1 0 0,-1 0 0,1-1 0,0 1 0,4 0 0,-4-2 0,1 1 0,-1-1 0,0 0 0,1 0 0,-1 0 0,0 0 0,0-1 0,0 1 0,0-1 0,0 0 0,0 0 0,0 0 0,-1 0 0,4-3 0,6-8 0,0-1 0,-1 0 0,-1-1 0,16-29 0,78-169 0,-103 211 0,22-33 0,-23 35 0,0-1 0,1 0 0,-1 1 0,1-1 0,-1 1 0,1 0 0,-1-1 0,1 1 0,-1-1 0,1 1 0,-1 0 0,1-1 0,-1 1 0,1 0 0,0-1 0,-1 1 0,1 0 0,0 0 0,-1 0 0,1 0 0,0 0 0,-1 0 0,1 0 0,0 0 0,-1 0 0,1 0 0,0 0 0,-1 0 0,1 0 0,-1 0 0,1 0 0,0 1 0,-1-1 0,1 0 0,0 1 0,-1-1 0,1 0 0,-1 1 0,1-1 0,-1 1 0,1-1 0,-1 0 0,1 1 0,-1-1 0,0 1 0,1 0 0,-1-1 0,0 1 0,1-1 0,-1 1 0,0 0 0,0-1 0,1 2 0,3 8 0,1 1 0,-2-1 0,1 1 0,-2 0 0,1 1 0,0 12 0,2 75 0,-4-66 0,-1 242 0,0-329 0,-7-251 0,2 222 0,-29-138 0,32 208 0,1 8 0,1 0 0,-1 1 0,0-1 0,-1 0 0,1 1 0,-1-1 0,0 1 0,0 0 0,0-1 0,-5-6 0,6 11 0,1 0 0,0 0 0,-1 0 0,1 0 0,0-1 0,-1 1 0,1 0 0,0 0 0,-1 0 0,1 0 0,0 0 0,-1 0 0,1 0 0,0 0 0,-1 0 0,1 0 0,0 0 0,-1 0 0,1 1 0,0-1 0,-1 0 0,1 0 0,0 0 0,-1 0 0,1 0 0,0 1 0,0-1 0,-1 0 0,1 0 0,0 1 0,0-1 0,-1 0 0,1 0 0,0 1 0,0-1 0,0 0 0,0 1 0,-1-1 0,1 0 0,0 1 0,-7 11 0,0 0 0,1 1 0,1 0 0,0 0 0,-4 15 0,-4 14 0,-20 45 0,-46 118 0,78-204 0,-14 31 0,5-21 0,9-11 0,1 0 0,0 0 0,-1 0 0,1 0 0,0 0 0,-1 0 0,1 0 0,0 0 0,0 0 0,-1 0 0,1 0 0,0 0 0,0 0 0,-1 0 0,1-1 0,0 1 0,-1 0 0,1 0 0,0 0 0,0 0 0,0 0 0,-1-1 0,1 1 0,0 0 0,0 0 0,0-1 0,-1 1 0,1 0 0,0 0 0,0-1 0,0 1 0,0 0 0,0 0 0,-1-1 0,1 1 0,0 0 0,0 0 0,0-1 0,0 1 0,0-1 0,-3-11 0,0-1 0,1 1 0,0-1 0,1 0 0,0-13 0,4-70 0,-2 82 0,1-17 0,-2 18 0,0 0 0,1 0 0,1 0 0,5-22 0,-4 34 0,0 6 0,2 16 0,0 0 0,3 40 0,-7-47 0,0 0 0,1 0 0,0 0 0,1 0 0,1-1 0,0 1 0,1-1 0,0 0 0,1 0 0,9 14 0,-14-26 0,-1 0 0,1 0 0,-1 0 0,1 0 0,0 0 0,-1 0 0,1-1 0,0 1 0,0 0 0,0 0 0,0-1 0,0 1 0,0 0 0,0-1 0,0 1 0,0-1 0,0 1 0,0-1 0,0 1 0,0-1 0,0 0 0,0 0 0,0 0 0,1 1 0,-1-1 0,0 0 0,0 0 0,0-1 0,0 1 0,1 0 0,-1 0 0,0 0 0,0-1 0,0 1 0,0-1 0,0 1 0,0-1 0,0 1 0,0-1 0,0 1 0,0-1 0,0 0 0,0 0 0,-1 0 0,1 1 0,1-2 0,4-6 0,0 1 0,-1-1 0,0 0 0,7-14 0,-6 11 0,73-165 0,-35 71 0,-20 47 0,-16 37 0,0 0 0,2 1 0,19-32 0,-29 52 0,0 0 0,0 0 0,0-1 0,1 1 0,-1 0 0,0-1 0,0 1 0,0 0 0,1 0 0,-1-1 0,0 1 0,0 0 0,0 0 0,1 0 0,-1-1 0,0 1 0,1 0 0,-1 0 0,0 0 0,0 0 0,1 0 0,-1-1 0,0 1 0,1 0 0,-1 0 0,0 0 0,1 0 0,-1 0 0,0 0 0,0 0 0,1 0 0,-1 0 0,0 0 0,1 1 0,4 9 0,-1 23 0,-4-31 0,12 368 0,-6-155 0,0-135 0,-2-67 0,1-18 0,4-22 0,-9 25 0,97-427 0,-66 284 0,-22 114 0,-9 31 0,0 0 0,-1 0 0,1 1 0,0-1 0,0 0 0,0 0 0,0 0 0,0 0 0,0 0 0,0 0 0,1 0 0,-1 0 0,0 0 0,0 1 0,0-1 0,0 0 0,0 0 0,0 0 0,0 0 0,0 0 0,0 0 0,0 0 0,0 0 0,0 0 0,0 0 0,0 0 0,0 1 0,0-1 0,0 0 0,1 0 0,-1 0 0,0 0 0,0 0 0,0 0 0,0 0 0,0 0 0,0 0 0,0 0 0,0 0 0,0 0 0,0 0 0,1 0 0,-1 0 0,0 0 0,0 0 0,0 0 0,0 0 0,0 0 0,0 0 0,0 0 0,0 0 0,0 0 0,1 0 0,-1 0 0,0 0 0,0 0 0,0 0 0,0-1 0,0 1 0,3 17 0,1 21 0,-7 101 0,4 67 0,2-197 0,2-18 0,4-20 0,27-97 0,-14 56 0,21-125 0,-32 361 0,-8-118 0,0 11 0,13 71 0,-16-129 0,0 0 0,0 0 0,0 0 0,0 0 0,1 1 0,-1-1 0,0 0 0,0 0 0,1 0 0,-1 0 0,0 0 0,1 0 0,-1 0 0,1 0 0,0 0 0,-1 0 0,1 0 0,0-1 0,-1 1 0,1 0 0,0 0 0,0-1 0,0 1 0,1 1 0,-1-3 0,0 1 0,0-1 0,0 0 0,0 1 0,0-1 0,0 0 0,0 0 0,-1 1 0,1-1 0,0 0 0,0 0 0,-1 0 0,1 0 0,-1 0 0,1 0 0,-1 0 0,1 0 0,0-2 0,21-64 0,-22 66 0,13-58-1365,-2 1-5461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4:28.60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24575,'0'182'0,"1"-187"4,0 0 1,1 0-1,-1 0 0,1 0 0,3-8 0,2-2-1394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4:40.60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165 251 24575,'0'6'0,"-1"0"0,0 0 0,0 1 0,0-1 0,-1 0 0,0 0 0,0-1 0,-5 8 0,-28 47 0,12-21 0,15-25 0,1 0 0,0 1 0,2 0 0,-6 21 0,11-76 0,-6-56 0,4 77 0,-36-245 0,32 246 0,7 35 0,5 21 0,1-2 0,3 1 0,1-1 0,1-1 0,2 0 0,2-1 0,1 0 0,1-1 0,42 55 0,-57-84 0,0 0 0,1 0 0,-1 0 0,1 0 0,0-1 0,0 0 0,1 1 0,-1-2 0,1 1 0,8 4 0,-11-7 0,0 1 0,0-1 0,-1 0 0,1 0 0,0 0 0,0 0 0,0 0 0,0 0 0,0 0 0,0-1 0,0 1 0,0-1 0,0 1 0,-1-1 0,1 0 0,0 1 0,0-1 0,-1 0 0,1 0 0,0-1 0,-1 1 0,1 0 0,-1 0 0,0-1 0,1 1 0,-1-1 0,0 1 0,0-1 0,0 0 0,0 1 0,1-4 0,11-20 0,-2 0 0,-1-1 0,-1 0 0,10-51 0,-10 39 0,22-57 0,-26 85 0,-1 10 0,1 19 0,-5 42 0,0-54 0,-2 52 0,1-23 0,3 50 0,-2-86 0,0 0 0,0 0 0,0-1 0,0 1 0,0 0 0,0 0 0,0 0 0,0 0 0,0 0 0,0 0 0,1 0 0,-1 0 0,0 0 0,0 0 0,0 0 0,0 0 0,0 0 0,0 0 0,0 0 0,0 0 0,0 0 0,0 0 0,0 0 0,1 0 0,-1 0 0,0 0 0,0 0 0,0 0 0,0 0 0,0 0 0,0 0 0,0 0 0,0 0 0,0 0 0,0 1 0,0-1 0,0 0 0,1 0 0,-1 0 0,0 0 0,0 0 0,0 0 0,0 0 0,0 0 0,0 0 0,0 0 0,0 0 0,0 0 0,0 0 0,0 1 0,0-1 0,0 0 0,6-14 0,4-20 0,0-7 0,6-32 0,4 1 0,38-89 0,-58 159 0,1 1 0,-1-1 0,1 1 0,-1 0 0,1-1 0,0 1 0,0 0 0,0-1 0,0 1 0,0 0 0,0 0 0,0 0 0,0 0 0,0 0 0,1 0 0,1-1 0,-2 2 0,0 0 0,-1 0 0,1 0 0,-1 0 0,1 0 0,0 0 0,-1 0 0,1 1 0,-1-1 0,1 0 0,-1 0 0,1 1 0,-1-1 0,1 1 0,-1-1 0,1 0 0,-1 1 0,1-1 0,-1 1 0,0-1 0,1 1 0,-1-1 0,0 1 0,1-1 0,-1 1 0,0-1 0,1 2 0,2 6 0,0 0 0,-1 1 0,0-1 0,2 13 0,36 296 0,-34-298 0,-6-19 0,1 1 0,-1-1 0,0 0 0,0 0 0,0 0 0,0 1 0,1-1 0,-1 0 0,0 0 0,0 0 0,1 0 0,-1 1 0,0-1 0,0 0 0,0 0 0,1 0 0,-1 0 0,0 0 0,0 0 0,1 0 0,-1 0 0,0 0 0,0 0 0,1 0 0,-1 0 0,0 0 0,1 0 0,-1 0 0,0 0 0,0 0 0,1 0 0,-1 0 0,0 0 0,0 0 0,1-1 0,1-1 0,0 0 0,0 0 0,0 0 0,0-1 0,0 1 0,-1-1 0,1 0 0,-1 1 0,3-6 0,13-35 0,17-61 0,-4 11 0,-30 92 0,0 1 0,0-1 0,0 0 0,0 1 0,0-1 0,0 1 0,1-1 0,-1 0 0,0 1 0,0-1 0,0 1 0,1-1 0,-1 0 0,0 1 0,1-1 0,-1 1 0,0-1 0,1 1 0,-1-1 0,1 1 0,-1 0 0,1-1 0,-1 1 0,1 0 0,-1-1 0,1 1 0,-1 0 0,1-1 0,1 1 0,3 21 0,17 301 0,-22-320 0,0-1 0,0 1 0,1-1 0,-1 1 0,0-1 0,0 1 0,1-1 0,-1 1 0,1-1 0,-1 1 0,1-1 0,0 0 0,-1 1 0,3 1 0,-3-3 0,0 0 0,1 0 0,-1 0 0,1 0 0,-1-1 0,1 1 0,-1 0 0,0 0 0,1 0 0,-1 0 0,1-1 0,-1 1 0,0 0 0,1 0 0,-1-1 0,0 1 0,1 0 0,-1 0 0,0-1 0,0 1 0,1 0 0,-1-1 0,0 1 0,0-1 0,1 1 0,-1 0 0,0-1 0,0 1 0,0-1 0,1 0 0,17-50 0,86-339 0,-96 358 0,4-6 0,-12 38 0,0 0 0,0 1 0,0-1 0,0 0 0,0 0 0,0 1 0,1-1 0,-1 0 0,0 0 0,0 0 0,0 1 0,0-1 0,0 0 0,1 0 0,-1 0 0,0 0 0,0 1 0,0-1 0,1 0 0,-1 0 0,0 0 0,0 0 0,1 0 0,-1 0 0,0 0 0,0 0 0,1 0 0,-1 0 0,0 1 0,0-1 0,1 0 0,-1 0 0,0-1 0,0 1 0,1 0 0,-1 0 0,0 0 0,0 0 0,1 0 0,-1 0 0,0 0 0,0 0 0,0 0 0,1 0 0,-1-1 0,0 1 0,0 0 0,0 0 0,1 0 0,-1 0 0,0-1 0,0 1 0,0 0 0,0 0 0,0-1 0,1 1 0,-1 0 0,0 0 0,0 0 0,0-1 0,0 1 0,0 0 0,0-1 0,7 26 0,4 57 0,1 157 0,-9-139 0,2-68 0,6-85 53,5-58-1,-4 14-1522,-6 62-5356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4:49.40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16 495 24575,'-15'290'0,"18"-314"0,0 1 0,2 0 0,1 0 0,0 1 0,18-38 0,-6 12 0,-1-1 0,41-103 0,-42 130 0,-16 22 0,0-1 0,0 1 0,1 0 0,-1 0 0,0 0 0,1 0 0,-1 0 0,0 0 0,0 0 0,1-1 0,-1 1 0,0 0 0,1 0 0,-1 0 0,0 0 0,1 1 0,-1-1 0,0 0 0,1 0 0,-1 0 0,0 0 0,0 0 0,1 0 0,-1 0 0,0 0 0,1 1 0,-1-1 0,0 0 0,0 0 0,0 0 0,1 1 0,-1-1 0,0 0 0,0 0 0,1 1 0,-1-1 0,0 0 0,0 1 0,3 5 0,-1-1 0,0 1 0,-1 0 0,0 0 0,2 11 0,31 368 0,-32-376 0,1-9 0,8-17 0,11-38 0,-20 51 0,92-292 0,-91 282 0,-2 8 0,1 0 0,-1 0 0,1 0 0,0 0 0,0 0 0,1 1 0,0-1 0,4-7 0,-6 13 0,-1 0 0,0 0 0,0-1 0,1 1 0,-1 0 0,0 0 0,0 0 0,1 0 0,-1-1 0,0 1 0,1 0 0,-1 0 0,0 0 0,1 0 0,-1 0 0,0 0 0,1 0 0,-1 0 0,0 0 0,0 0 0,1 0 0,-1 0 0,0 0 0,1 0 0,-1 0 0,0 0 0,1 0 0,-1 0 0,0 0 0,1 0 0,-1 1 0,0-1 0,0 0 0,1 0 0,-1 0 0,0 1 0,0-1 0,1 0 0,-1 0 0,0 1 0,0-1 0,0 0 0,1 0 0,-1 1 0,0-1 0,0 1 0,5 9 0,0 0 0,-1 0 0,0 1 0,0 0 0,-1 0 0,-1 0 0,0 0 0,0 14 0,10 39 0,-11-62 0,-1-1 0,0 1 0,0-1 0,1 0 0,-1 1 0,1-1 0,-1 0 0,1 1 0,-1-1 0,1 0 0,0 0 0,0 0 0,0 1 0,0-1 0,0 0 0,0 0 0,0 0 0,0-1 0,0 1 0,0 0 0,0 0 0,0 0 0,2 0 0,-2-1 0,1 0 0,-1-1 0,0 1 0,0 0 0,0-1 0,1 1 0,-1-1 0,0 1 0,0-1 0,0 0 0,0 1 0,0-1 0,0 0 0,0 0 0,0 0 0,0 1 0,-1-1 0,1 0 0,0 0 0,0-2 0,7-8 0,-2 0 0,0-1 0,7-16 0,-12 26 0,46-118 0,-47 119 0,0-1 0,1 1 0,-1 0 0,1-1 0,0 1 0,-1 0 0,1 0 0,0 0 0,0 0 0,-1 0 0,1 0 0,0 0 0,0 0 0,0 0 0,0 0 0,2 0 0,-3 1 0,1 0 0,-1 0 0,1 0 0,-1 0 0,1 0 0,-1 1 0,0-1 0,1 0 0,-1 0 0,1 1 0,-1-1 0,0 0 0,1 1 0,-1-1 0,0 0 0,1 1 0,-1-1 0,0 0 0,0 1 0,1-1 0,-1 1 0,0-1 0,0 0 0,0 1 0,0-1 0,1 1 0,-1-1 0,0 1 0,0 0 0,6 48 0,-2 35 0,-14 157 0,9-238 0,1 1 0,-1-1 0,0 1 0,1-1 0,-2 1 0,1-1 0,-3 6 0,4-9 0,0 0 0,0 1 0,-1-1 0,1 0 0,0 1 0,-1-1 0,1 0 0,0 0 0,0 1 0,-1-1 0,1 0 0,0 0 0,-1 0 0,1 1 0,-1-1 0,1 0 0,0 0 0,-1 0 0,1 0 0,0 0 0,-1 0 0,1 0 0,-1 0 0,1 0 0,0 0 0,-1 0 0,-14-11 0,-24-48 0,32 47 0,0 0 0,0 0 0,-2 1 0,1 0 0,-19-17 0,20 22 0,2 3 0,0 0 0,1-1 0,0 1 0,-1-1 0,1 0 0,1-1 0,-1 1 0,1-1 0,-1 1 0,1-1 0,1 0 0,-1 0 0,1-1 0,-1 1 0,2 0 0,-1-1 0,1 1 0,-2-8 0,3-4 0,0 0 0,1 0 0,1 0 0,0 0 0,1 0 0,1 1 0,9-26 0,6-7 0,29-52 0,-40 84 0,-6 11 0,1-1 0,0 1 0,0 0 0,1 0 0,-1 0 0,1 0 0,1 1 0,-1-1 0,9-6 0,-12 11 0,0 1 0,-1 0 0,1 0 0,0-1 0,-1 1 0,1 0 0,0 0 0,0 0 0,-1 0 0,1 0 0,0 0 0,0 0 0,-1 0 0,1 0 0,0 0 0,-1 1 0,1-1 0,0 0 0,-1 0 0,1 1 0,0-1 0,-1 0 0,1 1 0,0-1 0,-1 1 0,1-1 0,-1 1 0,1-1 0,-1 1 0,1-1 0,-1 1 0,1 0 0,-1-1 0,0 1 0,1 0 0,-1 0 0,13 29 0,-13-29 0,8 27 0,-1 1 0,-2 1 0,3 39 0,-4 94 0,-3-83 0,1-65 0,3-13 0,9-23 0,10-42 0,22-75 0,59-157 0,-105 295 0,12-26 0,-4 19 0,-8 7 0,0 0 0,0 0 0,1 0 0,-1 0 0,0 0 0,1 0 0,-1 0 0,0 0 0,0 0 0,1 1 0,-1-1 0,0 0 0,0 0 0,0 0 0,1 1 0,-1-1 0,0 0 0,0 0 0,0 0 0,1 1 0,-1-1 0,0 0 0,0 0 0,0 1 0,0-1 0,0 0 0,0 0 0,0 1 0,0-1 0,1 0 0,-1 1 0,0-1 0,0 0 0,-1 1 0,6 26 0,-2 1 0,-2-1 0,0 1 0,-4 30 0,1 4 0,0 20 0,2 133 0,3-186 0,2-18 0,-5-11 0,1 0 0,-1 0 0,0 0 0,0 0 0,1 0 0,-1 0 0,0 0 0,1 0 0,-1 0 0,0 0 0,0 0 0,1 0 0,-1 0 0,0 0 0,0 0 0,1-1 0,-1 1 0,0 0 0,1 0 0,-1 0 0,0 0 0,0 0 0,0-1 0,1 1 0,-1 0 0,0 0 0,0 0 0,0-1 0,1 1 0,-1 0 0,0 0 0,0 0 0,0-1 0,0 1 0,0 0 0,0-1 0,1 1 0,7-15 0,-1-1 0,0 0 0,-1 0 0,-1-1 0,3-19 0,-1 9 0,31-122 0,-29 128 0,-9 21 0,0 0 0,1 0 0,-1 0 0,0 0 0,0 0 0,0 0 0,1 0 0,-1 0 0,0 0 0,0 0 0,0 0 0,1 0 0,-1 0 0,0 0 0,0 0 0,0 0 0,1 1 0,-1-1 0,0 0 0,0 0 0,0 0 0,1 0 0,-1 0 0,0 0 0,0 0 0,0 1 0,0-1 0,0 0 0,1 0 0,-1 0 0,0 0 0,0 1 0,0-1 0,0 0 0,0 0 0,0 0 0,0 1 0,0-1 0,0 0 0,0 0 0,0 0 0,0 1 0,0-1 0,0 0 0,0 1 0,7 44 0,-4 267 0,-3-101 0,0-209 0,0-1 0,-1 0 0,1 1 0,0-1 0,1 0 0,-1 1 0,0-1 0,0 0 0,0 0 0,1 1 0,-1-1 0,1 0 0,-1 0 0,1 1 0,1 1 0,-2-3 0,1 0 0,-1 0 0,1-1 0,-1 1 0,1 0 0,-1 0 0,1 0 0,-1-1 0,0 1 0,1 0 0,-1-1 0,1 1 0,-1 0 0,1-1 0,-1 1 0,0 0 0,1-1 0,-1 1 0,0-1 0,0 1 0,1-1 0,-1 1 0,0-1 0,0 1 0,1-1 0,19-47 0,8-33-682,31-148-1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5:13.12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638 436 24575,'1'0'0,"0"0"0,0 1 0,1-1 0,-1 1 0,0-1 0,0 1 0,0 0 0,0-1 0,0 1 0,0 0 0,0 0 0,0-1 0,0 1 0,-1 0 0,1 0 0,0 0 0,0 0 0,-1 0 0,1 0 0,-1 0 0,1 1 0,0 0 0,10 29 0,-11-29 0,41 179 0,50 144 0,-88-359 0,-5-31 0,-2-1 0,-4 1 0,-2 1 0,-36-121 0,-115-238 0,160 420 0,-5-11 0,0 0 0,-1 0 0,-15-22 0,21 35 0,0 0 0,1 0 0,-1 1 0,0-1 0,1 0 0,-1 1 0,0-1 0,0 1 0,1-1 0,-1 1 0,0-1 0,0 1 0,0-1 0,0 1 0,0 0 0,0 0 0,0-1 0,0 1 0,0 0 0,0 0 0,0 0 0,0 0 0,0 0 0,0 0 0,1 0 0,-1 0 0,0 1 0,0-1 0,0 0 0,0 1 0,0-1 0,0 0 0,0 1 0,0-1 0,1 1 0,-1-1 0,0 1 0,0 0 0,1-1 0,-1 1 0,0 0 0,1-1 0,-1 1 0,0 0 0,1 0 0,-1 0 0,0 1 0,-5 7 0,1 0 0,-1 1 0,-5 13 0,10-21 0,-36 92 0,-38 148 0,54-166 0,-137 532 0,24-86 0,110-442 0,17-68 0,3-16 0,2-25 0,5-3 0,1-1 0,2 1 0,15-49 0,2-9 0,9-75 0,-6 0 0,6-256 0,-37 1132-1365,5-663-5461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5:18.3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5:26.2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2728 1282 24575,'-2'-1'0,"-1"0"0,1 0 0,0 0 0,0 0 0,0 0 0,0 0 0,0 0 0,0-1 0,0 1 0,1-1 0,-1 0 0,0 1 0,1-1 0,-1 0 0,1 0 0,0 0 0,0 0 0,0 0 0,0 0 0,-2-4 0,-4-7 0,-5-7 0,-1 1 0,-1 0 0,-1 1 0,0 0 0,-2 1 0,1 1 0,-2 1 0,0 0 0,-1 1 0,-36-19 0,13 14 0,-1 3 0,0 2 0,-80-17 0,-138-5 0,87 21 0,169 15 0,0-1 0,1 1 0,-1-1 0,1 0 0,-1 0 0,1-1 0,-1 1 0,1-1 0,0 0 0,0 0 0,-1-1 0,2 1 0,-1-1 0,0 0 0,0 0 0,-5-6 0,7 5 0,0 1 0,0-1 0,0 0 0,1 1 0,-1-1 0,1 0 0,0 0 0,0 0 0,1 0 0,-1 0 0,1 0 0,0 0 0,0 0 0,0 0 0,0 0 0,1 0 0,0 0 0,0 0 0,2-7 0,1-1 0,1 0 0,0 1 0,1 0 0,0 0 0,1 0 0,0 1 0,16-19 0,-3 9 0,0 0 0,35-27 0,-47 41 0,0 0 0,0 0 0,1 0 0,0 1 0,0 0 0,0 1 0,0 0 0,1 0 0,0 1 0,12-2 0,-22 5 0,1-1 0,0 1 0,0 0 0,0 0 0,0 0 0,0 0 0,0 0 0,0 0 0,0 0 0,0 0 0,0 0 0,0 1 0,-1-1 0,1 0 0,0 1 0,0-1 0,0 0 0,0 1 0,0-1 0,-1 1 0,1-1 0,0 1 0,0-1 0,-1 1 0,1 0 0,0 0 0,-1-1 0,1 1 0,-1 0 0,1 0 0,-1-1 0,1 1 0,-1 0 0,0 0 0,1 0 0,-1 0 0,0 0 0,0 0 0,0 0 0,1-1 0,-1 1 0,0 0 0,0 0 0,0 0 0,-1 0 0,1 0 0,0 0 0,0 0 0,0 0 0,-1 0 0,1 0 0,0-1 0,-1 1 0,1 0 0,-2 1 0,-1 6 0,0 0 0,-1-1 0,-1 0 0,1 0 0,-6 7 0,-14 12 0,0 0 0,-1-2 0,-2-1 0,0-1 0,-60 36 0,37-30 0,-1-2 0,-106 36 0,127-51 0,21-7 0,0 0 0,0-1 0,-1-1 0,-9 3 0,18-5 0,0 0 0,0 0 0,0 0 0,0 0 0,0 0 0,0 0 0,0 0 0,0-1 0,0 1 0,0 0 0,1-1 0,-1 1 0,0 0 0,0-1 0,0 1 0,0-1 0,1 1 0,-1-1 0,0 1 0,0-1 0,1 0 0,-1 0 0,0 1 0,1-1 0,-1 0 0,1 0 0,-1 0 0,-9-30 0,7 8 0,0 0 0,2-1 0,0 1 0,2-1 0,6-44 0,33-120 0,-31 156 0,8-42 0,6-22 0,59-162 0,-58 210 0,-23 48 0,-1-1 0,0 0 0,1 0 0,-1 0 0,1 1 0,0-1 0,-1 0 0,1 0 0,0 1 0,-1-1 0,1 1 0,0-1 0,0 1 0,-1-1 0,1 1 0,0-1 0,0 1 0,0-1 0,0 1 0,0 0 0,1-1 0,-1 2 0,-1-1 0,1 0 0,0 1 0,-1-1 0,1 0 0,0 1 0,-1-1 0,1 1 0,-1-1 0,1 1 0,0-1 0,-1 1 0,0-1 0,1 1 0,-1 0 0,1-1 0,-1 1 0,0-1 0,1 1 0,-1 1 0,11 46 0,-10-45 0,30 355 0,-24 2 0,-6-239 0,0 500 0,-1-629 0,0-1 0,1 1 0,0 0 0,1-1 0,0 1 0,0 0 0,0 0 0,6-12 0,3-8 0,182-415 0,-175 406 0,15-32 0,-30 64 0,0-1 0,0 1 0,1 0 0,0 0 0,0 0 0,1 0 0,-1 1 0,6-4 0,-10 7 0,0 1 0,0 0 0,0 0 0,0 0 0,0 0 0,0 0 0,0 0 0,1 0 0,-1 0 0,0-1 0,0 1 0,0 0 0,0 0 0,0 0 0,0 0 0,1 0 0,-1 0 0,0 0 0,0 0 0,0 0 0,0 0 0,0 0 0,1 0 0,-1 0 0,0 0 0,0 0 0,0 0 0,0 0 0,0 0 0,1 0 0,-1 0 0,0 0 0,0 0 0,0 0 0,0 0 0,0 0 0,0 0 0,1 1 0,-1-1 0,0 0 0,0 0 0,0 0 0,0 0 0,0 0 0,0 0 0,0 0 0,0 0 0,0 1 0,1-1 0,-1 0 0,0 0 0,0 0 0,0 0 0,0 0 0,0 1 0,0-1 0,-3 17 0,-14 33 0,-47 92 0,49-112 0,-115 230 0,-312 463 0,395-666 0,46-56 0,0 0 0,0 0 0,0 0 0,0 0 0,0 0 0,0 0 0,0-1 0,0 1 0,0 0 0,0-1 0,0 1 0,-1 0 0,1-1 0,0 0 0,0 1 0,-1-1 0,1 0 0,0 0 0,-1 1 0,1-1 0,-2-1 0,2 1 0,0-1 0,0 0 0,0 0 0,0 0 0,0 0 0,0 0 0,0 0 0,1 0 0,-1 0 0,0 0 0,1 0 0,-1 0 0,0 0 0,1-1 0,0 1 0,-1 0 0,1 0 0,0-1 0,-1 1 0,1 0 0,0-2 0,-4-42 0,2 0 0,1 0 0,8-60 0,-1 13 0,-1 23 0,3 0 0,3 1 0,3 0 0,3 0 0,3 2 0,30-69 0,-16 59 0,3 2 0,3 1 0,4 2 0,90-112 0,-131 179 0,67-74 0,-62 70 0,0 1 0,1-1 0,0 2 0,1-1 0,-1 1 0,19-8 0,-26 13 0,0 0 0,0 0 0,0 1 0,0-1 0,0 1 0,0-1 0,1 1 0,-1-1 0,0 1 0,0 0 0,0 0 0,0 0 0,0 1 0,0-1 0,0 0 0,0 1 0,1-1 0,-1 1 0,0 0 0,-1 0 0,1 0 0,0 0 0,0 0 0,0 0 0,0 0 0,-1 0 0,1 1 0,-1-1 0,3 4 0,1 2 0,-1-1 0,0 1 0,0 0 0,-1 1 0,0-1 0,4 15 0,7 31 0,15 102 0,-9 60 0,-17-180 0,14 816 0,-19-724 0,3-66 0,2-38 0,-2-24 0,-1 0 0,1 1 0,0-1 0,0 0 0,0 0 0,0 0 0,-1 1 0,1-1 0,0 0 0,-1 0 0,1 0 0,-1 0 0,1 0 0,-1 0 0,0 0 0,1-1 0,-1 1 0,0-1 0,124-364 0,-63 171 0,97-260 0,-47 138 0,-4 19 0,-81 236 0,-13 46 0,-12 16 0,-1 0 0,0 0 0,0 0 0,1 0 0,-1 0 0,0 0 0,0 0 0,1 0 0,-1 0 0,0 0 0,0 0 0,1 0 0,-1 0 0,0 0 0,1 0 0,-1 0 0,0 0 0,0 0 0,1 0 0,-1 0 0,0 0 0,0 1 0,1-1 0,-1 0 0,0 0 0,0 0 0,0 0 0,1 1 0,-1-1 0,0 0 0,0 0 0,0 0 0,0 1 0,1-1 0,-1 1 0,2 3 0,-1 0 0,1 0 0,-1 1 0,0-1 0,0 1 0,0 4 0,8 100 0,-8 172 0,-4-150 0,-4 238 0,-60 395 0,14-447 0,42-271 0,8-41 0,1-13 0,3-33 0,7-55 0,-3 55 0,31-231-237,83-309 0,127-257-236,-213 731 473,16-45 0,-48 150 0,-1 0 0,1 1 0,-1-1 0,1 1 0,-1 0 0,1-1 0,0 1 0,0 0 0,0-1 0,0 1 0,0 0 0,2-2 0,-3 3 0,1 0 0,-1 0 0,0 0 0,1 0 0,-1 0 0,0 1 0,1-1 0,-1 0 0,0 0 0,1 1 0,-1-1 0,0 0 0,0 0 0,1 1 0,-1-1 0,0 0 0,0 1 0,0-1 0,1 0 0,-1 1 0,0-1 0,0 0 0,0 1 0,0-1 0,0 0 0,0 1 0,0-1 0,0 0 0,0 1 0,0-1 0,0 1 0,0-1 0,4 54 0,-4-49 0,-2 707 649,-1-279-351,2-244-298,6 373 0,4-460 0,-4-84 0,-5-18 0,0 0 0,0 0 0,0 0 0,1 0 0,-1 0 0,0 1 0,0-1 0,0 0 0,0 0 0,0 0 0,0 0 0,1 0 0,-1 0 0,0 0 0,0 0 0,0 0 0,0 0 0,0 0 0,1 0 0,-1 0 0,0 0 0,0 0 0,0 0 0,0 0 0,1 0 0,-1 0 0,0 0 0,0 0 0,0 0 0,0 0 0,0 0 0,1 0 0,-1 0 0,0 0 0,0-1 0,0 1 0,0 0 0,0 0 0,0 0 0,0 0 0,1 0 0,-1 0 0,0 0 0,0-1 0,0 1 0,0 0 0,0 0 0,0 0 0,0 0 0,0 0 0,0-1 0,0 1 0,7-14 0,-2 0 0,0 0 0,0-1 0,-2 0 0,0 1 0,2-17 0,0 1 0,55-278 0,31-171 0,-67 321 0,14-74 0,-25 179 0,-7 43 0,-1 17 0,0 24 0,0 429 0,-8-290 0,2 177 0,1-1759 0,-18 1737 0,8-203 0,-18 227 0,-12 181 0,43-556 0,0 1 0,2 0 0,1 0 0,9-28 0,46-98 0,-2 0 0,-38 77 0,-12 41 0,20-50 0,-19 68 0,-9 15 0,-1 0 0,0 0 0,0 0 0,1 0 0,-1 0 0,0 0 0,0 0 0,1 0 0,-1 0 0,0 0 0,0 0 0,1 0 0,-1 0 0,0 0 0,0 0 0,1 0 0,-1 1 0,0-1 0,0 0 0,1 0 0,-1 0 0,0 0 0,0 0 0,0 1 0,1-1 0,-1 0 0,0 0 0,0 0 0,0 1 0,0-1 0,0 0 0,1 0 0,-1 1 0,0-1 0,0 0 0,7 35 0,57 587 0,-62-611 0,-1 7 0,2 0 0,0 0 0,1-1 0,0 1 0,15 32 0,-19-48 0,1 0 0,0 0 0,0 0 0,0-1 0,1 1 0,-1 0 0,0-1 0,1 1 0,-1-1 0,1 1 0,-1-1 0,1 0 0,0 0 0,-1 0 0,1 0 0,4 2 0,-5-3 0,1 0 0,0 0 0,0 0 0,0 0 0,-1 0 0,1-1 0,0 1 0,0 0 0,-1-1 0,1 1 0,0-1 0,-1 0 0,1 0 0,0 0 0,-1 1 0,1-1 0,-1-1 0,1 1 0,-1 0 0,2-2 0,12-13 0,-1-1 0,-1 0 0,0-1 0,-1-1 0,12-24 0,-13 22 0,187-375 0,-157 307 0,-40 87 0,0 0 0,0 0 0,0 1 0,0-1 0,0 0 0,1 0 0,-1 0 0,0 1 0,1-1 0,2-1 0,-4 3 0,0-1 0,1 1 0,-1 0 0,0 0 0,0 0 0,1 0 0,-1 0 0,0 0 0,1 0 0,-1 0 0,0 0 0,1 0 0,-1 0 0,0 0 0,1 0 0,-1 0 0,0 0 0,0 0 0,1 0 0,-1 1 0,0-1 0,1 0 0,-1 0 0,0 0 0,0 0 0,1 1 0,-1-1 0,0 0 0,0 0 0,0 0 0,1 1 0,-1-1 0,0 0 0,0 0 0,0 1 0,0-1 0,1 0 0,-1 1 0,2 5 0,0-1 0,-1 1 0,1 0 0,-1 0 0,0 8 0,7 110 0,-9 141 0,-3-100 0,6-143 0,-2-22 0,0 0 0,0 1 0,0-1 0,0 0 0,0 0 0,1 0 0,-1 0 0,0 0 0,0 0 0,0 0 0,0 0 0,0 0 0,0 0 0,0 0 0,0 0 0,1 0 0,-1 0 0,0 0 0,0 1 0,0-1 0,0 0 0,0 0 0,0 0 0,1 0 0,-1 0 0,0-1 0,0 1 0,0 0 0,0 0 0,0 0 0,0 0 0,0 0 0,1 0 0,-1 0 0,0 0 0,0 0 0,0 0 0,0 0 0,0 0 0,0 0 0,0 0 0,0 0 0,0-1 0,1 1 0,-1 0 0,0 0 0,0 0 0,0 0 0,0 0 0,0 0 0,0 0 0,0-1 0,0 1 0,0 0 0,0 0 0,0 0 0,0 0 0,0 0 0,0 0 0,0 0 0,0-1 0,0 1 0,0 0 0,0 0 0,13-39 0,-10 27 0,149-458 0,-142 443 0,-6 26 0,-2 7 0,0 11 0,-6 359 0,4-366 0,0 0 0,-1 1 0,-1-1 0,0 0 0,0 0 0,-1 0 0,0 0 0,-5 9 0,6-15 0,0-1 0,0 0 0,0-1 0,-1 1 0,1 0 0,-1-1 0,0 1 0,0-1 0,0 0 0,0 0 0,0 0 0,0-1 0,-1 1 0,1-1 0,-1 1 0,1-1 0,-1 0 0,1 0 0,-1-1 0,0 1 0,1-1 0,-1 0 0,0 0 0,1 0 0,-7-1 0,-25-4 0,0-2 0,0-1 0,1-1 0,-58-25 0,90 33 0,-312-127 0,-18-7 0,-67 6 0,343 116 0,-1 2 0,0 3 0,0 2 0,-1 3 0,-72 5 0,44 3 0,-95-8 0,165 2 0,0-2 0,0 0 0,0 0 0,1-2 0,-1 0 0,1-1 0,0 0 0,-14-9 0,-16-12 0,-48-37 0,-11-8 0,-45-7 0,-7-3 0,132 67 0,1-1 0,1-1 0,0 0 0,-23-26 0,-115-109 0,137 135 0,-1 0 0,-1 2 0,0 1 0,-1 1 0,-29-10 0,-1-2 0,-45-26 0,3-4 0,3-4 0,-151-122 0,168 118 252,-75-63-1869,84 62-5209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0:59.8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1919 1004 24575,'-58'-2'0,"1"-3"0,0-2 0,0-2 0,0-3 0,-100-35 0,52 5 0,-197-109 0,218 105 0,35 21 0,1-3 0,1-1 0,-51-42 0,-39-39 0,53 45 0,-37-21 0,50 37 0,-104-62 0,135 88 0,-13-17 134,13 9-1633,19 17-5327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1:03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118 489 24575,'-1'-46'0,"-1"1"0,-12-63 0,8 81 0,0 0 0,-2 1 0,-1 0 0,-1 1 0,-17-31 0,19 43 0,4 6 0,-1 0 0,1 0 0,1-1 0,0 0 0,-3-8 0,5 15 0,1 0 0,0 0 0,0 0 0,0-1 0,0 1 0,0 0 0,0 0 0,0 0 0,0 0 0,0 0 0,0-1 0,0 1 0,1 0 0,-1 0 0,0 0 0,1 0 0,-1 0 0,1 0 0,-1 0 0,1 0 0,0 0 0,-1 0 0,1 0 0,0 1 0,0-1 0,0 0 0,0 0 0,-1 1 0,1-1 0,0 0 0,0 1 0,0-1 0,0 1 0,1-1 0,-1 1 0,0 0 0,0-1 0,0 1 0,0 0 0,0 0 0,0 0 0,0 0 0,2 0 0,29-2 0,-1 2 0,0 1 0,1 2 0,-1 0 0,0 3 0,48 13 0,-11 8 0,-54-21 0,-1 0 0,1-1 0,0 0 0,0-1 0,15 2 0,27-2-44,77-4 0,-72-1-1233,-36 1-5549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0:13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1499 2260 24575,'-7'-5'0,"0"0"0,1 0 0,-1-1 0,1 0 0,-10-12 0,-6-7 0,-367-437 0,190 217 0,74 85 0,-107-182 0,189 275 0,-42-93 0,7-7 0,-61-144 0,137 306-29,-15-42-305,-2 1 0,-3 1 0,-35-58 0,37 74-6492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0:15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1 739 24575,'0'-654'0,"0"651"0,0-1 0,0 0 0,0 0 0,0 0 0,1 0 0,-1 1 0,1-1 0,0 0 0,1 1 0,-1-1 0,1 1 0,-1-1 0,1 1 0,0-1 0,3-3 0,-2 4 0,0 1 0,0 0 0,1 0 0,-1 0 0,0 0 0,1 0 0,-1 1 0,1-1 0,0 1 0,-1 0 0,1 0 0,0 1 0,0-1 0,-1 1 0,8-1 0,195 3 0,-69 1 0,-109-3-1365,-4 0-5461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1:05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24575,'4'0'0,"7"0"0,11 0 0,7 0 0,7 0 0,13 0 0,7 0 0,9 0 0,-3 0 0,-6 0 0,-13 0-8191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4T10:18:37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24575,'8'0'0,"15"0"0,16 0 0,17 0 0,12 0 0,10 0 0,13 0 0,6 0 0,8 5 0,6 0 0,5 0 0,3-1 0,-3-1 0,-8-1 0,-19-1 0,-17-1 0,-11 0 0,-17 0-8191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4T10:18:40.7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24575,'5'1'0,"0"0"0,0 1 0,-1 0 0,1 0 0,-1 0 0,0 0 0,8 6 0,0-1 0,23 12 0,1-1 0,54 18 0,-64-29 0,-1 2 0,0 1 0,-1 1 0,0 1 0,25 17 0,-47-28 0,1 1 0,-1 0 0,0-1 0,0 1 0,0 0 0,-1 0 0,1 0 0,0 1 0,-1-1 0,1 0 0,-1 1 0,0-1 0,0 1 0,0-1 0,0 1 0,0-1 0,-1 1 0,1 0 0,-1-1 0,1 1 0,-1 3 0,-1-1 0,0-1 0,1 0 0,-2 1 0,1-1 0,0 0 0,-1 0 0,0 0 0,0 0 0,0 0 0,-1 0 0,-5 6 0,-2 2 0,-1 0 0,-1-1 0,0-1 0,-1 0 0,1-1 0,-20 11 0,-95 60-1365,108-69-5461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26:27.7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24575,'8'0'0,"15"0"0,16 0 0,17 0 0,12 0 0,10 0 0,13 0 0,6 0 0,8 5 0,6 0 0,5 0 0,3-1 0,-3-1 0,-8-1 0,-19-1 0,-17-1 0,-11 0 0,-17 0-8191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26:31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24575,'5'1'0,"0"0"0,0 1 0,-1 0 0,1 0 0,-1 0 0,0 0 0,8 6 0,0-1 0,23 12 0,1-1 0,54 18 0,-64-29 0,-1 2 0,0 1 0,-1 1 0,0 1 0,25 17 0,-47-28 0,1 1 0,-1 0 0,0-1 0,0 1 0,0 0 0,-1 0 0,1 0 0,0 1 0,-1-1 0,1 0 0,-1 1 0,0-1 0,0 1 0,0-1 0,0 1 0,0-1 0,-1 1 0,1 0 0,-1-1 0,1 1 0,-1 3 0,-1-1 0,0-1 0,1 0 0,-2 1 0,1-1 0,0 0 0,-1 0 0,0 0 0,0 0 0,0 0 0,-1 0 0,-5 6 0,-2 2 0,-1 0 0,-1-1 0,0-1 0,-1 0 0,1-1 0,-20 11 0,-95 60-1365,108-69-5461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33:38.52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156 773 24575,'-1'7'0,"0"0"0,0 0 0,-1 0 0,0 0 0,-1-1 0,-6 13 0,-1 5 0,1 5 0,6-18 0,0-1 0,-9 19 0,11-28 0,1 0 0,0-1 0,0 1 0,0-1 0,-1 1 0,1-1 0,0 1 0,-1 0 0,1-1 0,0 1 0,-1-1 0,1 0 0,-1 1 0,1-1 0,-1 1 0,1-1 0,-1 0 0,1 1 0,-1-1 0,1 0 0,-1 1 0,0-1 0,1 0 0,-1 0 0,1 0 0,-1 0 0,0 0 0,1 1 0,-1-1 0,1 0 0,-1 0 0,0 0 0,1-1 0,-1 1 0,0 0 0,1 0 0,-1 0 0,1 0 0,-1-1 0,0 1 0,1 0 0,-1 0 0,0-1 0,-3-2 0,1-1 0,0 1 0,0 0 0,0-1 0,-3-5 0,-9-8 0,15 17 0,0 0 0,0 0 0,0-1 0,0 1 0,-1 0 0,1 0 0,0 0 0,0 0 0,0 0 0,-1 0 0,1 0 0,0 0 0,0 0 0,0 0 0,0 0 0,-1 0 0,1 0 0,0 0 0,0 0 0,0 0 0,0 0 0,-1 0 0,1 0 0,0 0 0,0 0 0,0 1 0,0-1 0,-1 0 0,1 0 0,0 0 0,0 0 0,0 0 0,0 0 0,0 0 0,-1 1 0,1-1 0,0 0 0,0 0 0,0 0 0,0 1 0,-2 9 0,4 11 0,3 38 0,-4-40 0,6 34 0,-5-46 0,0 0 0,1 0 0,0 1 0,0-2 0,5 10 0,-7-14 0,1 1 0,-1-1 0,1 0 0,-1 0 0,1 0 0,0 0 0,0 0 0,0 0 0,0-1 0,0 1 0,0 0 0,0-1 0,1 0 0,-1 1 0,1-1 0,-1 0 0,1 0 0,3 0 0,-5-1 0,0 0 0,0 0 0,0 0 0,-1-1 0,1 1 0,0-1 0,0 1 0,0-1 0,0 1 0,0-1 0,-1 1 0,1-1 0,0 1 0,-1-1 0,1 0 0,0 0 0,-1 1 0,1-1 0,-1 0 0,1 0 0,-1 0 0,1 0 0,-1 1 0,0-1 0,1 0 0,-1 0 0,0-2 0,9-33 0,-7 24 0,12-40 0,-3 13 0,5-41 0,-15 77 0,-1 0 0,0-1 0,-1 1 0,1 0 0,-1 0 0,1-1 0,-1 1 0,0 0 0,0 0 0,0 0 0,-1 0 0,1 0 0,-1 0 0,0 0 0,-3-4 0,-4-4 0,-1 0 0,-13-13 0,-1 0 0,11 10 0,1-1 0,1-1 0,0 0 0,-11-25 0,17 30 0,0 0 0,1-1 0,0 0 0,1 1 0,1-1 0,0 0 0,0-1 0,1-12 0,2-415 0,-1 439 0,0-1 0,0 0 0,0 0 0,1 1 0,-1-1 0,1 0 0,-1 1 0,1-1 0,-1 0 0,1 1 0,0-1 0,-1 1 0,1-1 0,0 1 0,0-1 0,0 1 0,1 0 0,-1-1 0,0 1 0,0 0 0,1 0 0,-1 0 0,1 0 0,1-1 0,4-1 0,0 0 0,0 1 0,0 0 0,12-2 0,0 0 0,56-15 0,157-30 0,-226 48 0,0 0 0,0 1 0,0 0 0,1 0 0,-1 0 0,8 2 0,-13-2 0,1 1 0,-1-1 0,1 1 0,-1 0 0,1-1 0,-1 1 0,1 0 0,-1 0 0,1 0 0,-1 0 0,0 0 0,0 0 0,1 0 0,-1 1 0,0-1 0,0 0 0,0 1 0,0-1 0,-1 0 0,1 1 0,0-1 0,0 1 0,-1 0 0,1-1 0,-1 1 0,1 3 0,0 4 0,-1 0 0,0 1 0,-1-1 0,0 0 0,0 1 0,-1-1 0,0 0 0,0 0 0,-5 11 0,-2 2 0,-1 0 0,-18 30 0,9-26 0,16-23 0,0 1 0,0-1 0,1 1 0,-1 0 0,1 0 0,0 0 0,0 0 0,0 0 0,1 0 0,-1 0 0,1 1 0,0-1 0,-1 8 0,3-2 0,-1 0 0,2 0 0,-1-1 0,1 1 0,1 0 0,0-1 0,0 0 0,6 10 0,-4-5 0,1 0 0,3 19 0,-9-33 0,0 0 0,0 0 0,0-1 0,0 1 0,0 0 0,0 0 0,0 0 0,0 0 0,0 0 0,-1 0 0,1 0 0,0 0 0,0 0 0,0 0 0,0 0 0,0 0 0,0 0 0,0 1 0,0-1 0,0 0 0,0 0 0,0 0 0,0 0 0,0 0 0,0 0 0,0 0 0,0 0 0,0 0 0,0 0 0,-1 0 0,1 0 0,0 0 0,0 0 0,0 0 0,0 0 0,0 0 0,0 0 0,0 0 0,0 0 0,0 0 0,0 0 0,0 1 0,0-1 0,0 0 0,0 0 0,0 0 0,0 0 0,0 0 0,0 0 0,0 0 0,0 0 0,0 0 0,-6-8 0,-6-10 0,6 9 0,1 0 0,1 0 0,-1 0 0,2 0 0,-1-1 0,1 1 0,1-1 0,-1 0 0,2 0 0,-1 0 0,1-14 0,1 23 0,0-10 0,0 0 0,0 0 0,-3-12 0,2 19 0,0 0 0,0 1 0,0-1 0,-1 1 0,1 0 0,-1-1 0,0 1 0,0 0 0,0 0 0,0 0 0,-1 0 0,1 0 0,-4-2 0,-30-36 0,27 31 0,9 9 0,0 1 0,0-1 0,0 1 0,-1-1 0,1 1 0,0 0 0,0-1 0,0 1 0,-1 0 0,1-1 0,0 1 0,-1 0 0,1-1 0,0 1 0,-1 0 0,1 0 0,0-1 0,-1 1 0,1 0 0,-1 0 0,1 0 0,0-1 0,-1 1 0,1 0 0,-1 0 0,1 0 0,-1 0 0,1 0 0,0 0 0,-1 0 0,1 0 0,-1 0 0,1 0 0,-1 0 0,1 0 0,-1 0 0,1 1 0,0-1 0,-1 0 0,1 0 0,-1 0 0,1 0 0,0 1 0,-1-1 0,1 0 0,0 1 0,-1-1 0,1 0 0,0 0 0,-1 1 0,1-1 0,0 1 0,0-1 0,0 0 0,-1 1 0,1-1 0,0 1 0,0-1 0,0 0 0,0 1 0,-1 0 0,-6 33 0,6-25 0,-3 13 0,-13 40 0,14-55 0,0 0 0,0-1 0,0 1 0,-1-1 0,0 0 0,0 0 0,0 0 0,-1-1 0,-10 10 0,10-10-105,0 0 0,0 0 0,0 0 0,0 1 0,1-1 0,0 1 0,0 0 0,0 1 0,1-1 0,0 0 0,0 1 0,-3 12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4T11:31:59.5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24575,'25'1'0,"-1"2"0,1 0 0,-1 1 0,0 2 0,0 0 0,0 2 0,-1 0 0,-1 2 0,1 1 0,-1 0 0,30 22 0,16 17 0,-2 2 0,59 63 0,-82-74 0,24 21 0,223 216 0,-216-200 0,110 152 0,-155-188 0,122 185 0,-123-178 0,-2 1 0,37 99 0,-57-130 0,12 29 0,-2 2 0,-2 0 0,-3 1 0,9 88 0,9 124 0,-9-108 0,-12 230 0,-11-227 0,4 246 0,-3-383-103,-1 1 0,0-1 1,-1 0-1,-2 0 0,0 0 0,-1-1 0,-11 24 0,11-29-439,-4 13-6284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4T11:32:01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24575,'7'1'0,"0"0"0,0 0 0,0 0 0,0 1 0,0 0 0,0 0 0,0 1 0,-1 0 0,1 0 0,-1 0 0,0 1 0,0 0 0,0 1 0,0-1 0,-1 1 0,8 8 0,6 9 0,-1 0 0,26 45 0,-41-63 0,28 47 0,-2 1 0,42 110 0,-17-44 0,-36-81 0,-9-18 0,-5-9 0,1 1 0,1-1 0,0 0 0,11 16 0,-17-26 0,1 0 0,-1 1 0,0-1 0,1 0 0,-1 1 0,0-1 0,1 0 0,-1 0 0,0 1 0,1-1 0,-1 0 0,1 0 0,-1 0 0,1 0 0,-1 1 0,1-1 0,-1 0 0,0 0 0,1 0 0,-1 0 0,1 0 0,-1 0 0,1 0 0,-1 0 0,1 0 0,-1-1 0,1 1 0,-1 0 0,0 0 0,1 0 0,-1 0 0,1-1 0,-1 1 0,0 0 0,1 0 0,-1-1 0,1 1 0,-1 0 0,0-1 0,0 1 0,1 0 0,-1-1 0,0 1 0,1 0 0,-1-1 0,0 1 0,0-1 0,0 1 0,1-1 0,9-24 0,-9 22 0,8-29 0,-2 6 0,1 2 0,0-1 0,2 1 0,1 1 0,25-41 0,-8 28 0,2 2 0,0 2 0,3 0 0,0 3 0,2 0 0,62-38 0,-36 24-1365,-39 25-5461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8:12:42.176"/>
    </inkml:context>
    <inkml:brush xml:id="br0">
      <inkml:brushProperty name="width" value="0.035" units="cm"/>
      <inkml:brushProperty name="height" value="0.21" units="cm"/>
      <inkml:brushProperty name="ignorePressure" value="1"/>
      <inkml:brushProperty name="inkEffects" value="pencil"/>
    </inkml:brush>
  </inkml:definitions>
  <inkml:trace contextRef="#ctx0" brushRef="#br0">27 152,'0'-1,"0"-1,0-3,0-2,-1-1,-1-2,-1 2,1-2,0-1,-1 1,2 1,-1 1,2-1,-1 0,0 3,0 0,0 1,0 0,1 1,-2 0,1-1,0 0,0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8:12:44.160"/>
    </inkml:context>
    <inkml:brush xml:id="br0">
      <inkml:brushProperty name="width" value="0.035" units="cm"/>
      <inkml:brushProperty name="height" value="0.21" units="cm"/>
      <inkml:brushProperty name="ignorePressure" value="1"/>
      <inkml:brushProperty name="inkEffects" value="pencil"/>
    </inkml:brush>
  </inkml:definitions>
  <inkml:trace contextRef="#ctx0" brushRef="#br0">22 0,'0'1,"0"1,0 1,-1 2,0 0,-1 3,0-1,-1 1,1-1,0 0,-1-2,1 0,1 1,-1-1,2 1,-1 1,1 2,0 1,0 0,1-2,-1 0,0-2,0 0,0 0,0-1,1-1,1 0,2-1,1 1,1 0,0-1,0-1,-2 1,1-1,-1-1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8:12:47.357"/>
    </inkml:context>
    <inkml:brush xml:id="br0">
      <inkml:brushProperty name="width" value="0.035" units="cm"/>
      <inkml:brushProperty name="height" value="0.21" units="cm"/>
      <inkml:brushProperty name="ignorePressure" value="1"/>
      <inkml:brushProperty name="inkEffects" value="pencil"/>
    </inkml:brush>
  </inkml:definitions>
  <inkml:trace contextRef="#ctx0" brushRef="#br0">65 184,'-1'-1,"-1"-1,1-1,0-1,0 0,-1 0,1 0,-1 0,0 0,1 0,-1 0,1 0,-1-1,1-1,-1 1,0 0,0 0,0 0,0 0,1-1,0 1,1-1,-1 1,1-1,0 1,1 0,-1-1,0 1,0 0,0-1,0-1,0 1,0-2,0-1,0 1,0 3,0 2,-1 4,0 3,-1 3,-1 1,0 2,-1 0,0 0,0-1,0-1,1-1,1-1,1-1,0 1,1 1,0-1,0 0,1 0,-1-1,0 1,1-1,0 0,0 0,1 0,0-1,-1 0,1-1,1 0,0 0,0-1,0 0,-1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12:57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29 106 24575,'0'-10'0,"-2"0"0,1 0 0,-1 0 0,-4-9 0,-4-28 0,4 80 120,5-31-194,1 1-1,0-1 1,0 0 0,0 1 0,0-1-1,0 0 1,0 1 0,1-1 0,-1 0-1,1 1 1,-1-1 0,1 0 0,0 0-1,0 1 1,0-1 0,0 0 0,0 0-1,1 0 1,1 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8:13:51.7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51 0,'618'26,"-244"-5,-28-9,67-5,2979 2,-1899-13,347 5,-1832-2,4 1,-1 0,1 1,0 0,16 4,-25-4,0 0,0 0,-1 0,1 0,-1 0,1 1,-1-1,0 1,1-1,-1 1,0 0,0 0,0 0,0 0,0 0,-1 0,1 1,-1-1,1 1,-1-1,0 1,0-1,0 1,1 4,0 11,0 1,-2 34,2 9,14 128,-16-188,0 1,0-1,0 1,0-1,0 1,-1-1,1 1,-1-1,0 0,1 1,-1-1,0 0,0 1,-1-1,1 0,0 0,-1 0,1 0,-1 0,0 0,0-1,0 1,0 0,0-1,0 0,0 1,0-1,0 0,-4 1,-5 2,-1-1,0-1,0 0,0-1,-14 1,14-2,-1120 57,-206-46,827-14,-4952 4,5458-1,-1 0,1-1,-1 1,1-1,-1 0,1 0,0-1,-1 1,1-1,-7-4,9 4,1 0,-1 0,1 0,-1 0,1-1,0 1,0-1,0 1,0-1,1 0,-1 1,1-1,0 0,0 0,0 0,0 0,0-1,0 1,1-4,-2-10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8:14:07.3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71 67,'42'-1,"59"-10,-8 0,1153-32,-1203 42,2041 16,-489-7,-950-10,-504 1,648 16,63-4,-528-13,3549 2,-3861 0,0 0,-1 1,1 0,-1 1,14 3,-20-3,-1 0,0-1,1 2,-1-1,0 0,0 1,-1 0,1 0,-1 0,1 0,-1 0,0 1,0-1,0 1,4 8,-1 1,0 0,-1 1,-1 0,0 1,-1-1,-1 0,0 1,-1 0,0-1,-1 1,-1 0,-3 18,1-12,-1 0,-1-1,-1 0,0 0,-2-1,0 1,-1-2,-13 21,18-34,0 0,0 0,0 0,-1-1,0 0,0 0,0 0,0 0,0-1,-1 0,0 0,1-1,-1 1,0-1,0 0,-1-1,-9 2,-8-1,0-1,0-1,-33-4,37 2,-677-69,274 24,221 26,-499-46,-264 26,611 32,-315-4,79 3,-56-4,-886-38,389 11,1 42,425 2,-1211-3,2410 11,-102-1,1555-6,-1051-6,328 21,249 12,0-32,-564-1,-350 0,578 5,-374 21,-739-24,0 0,0 0,0 1,0 0,-1 1,15 3,-26-5,0 0,0 0,1 0,-1 0,0 0,0 0,0 0,0 0,1 0,-1 0,0 0,0 0,0 0,0 0,1 0,-1 0,0 1,0-1,0 0,0 0,1 0,-1 0,0 0,0 0,0 0,0 0,0 1,1-1,-1 0,0 0,0 0,0 0,0 0,0 1,0-1,0 0,0 0,0 0,0 0,0 1,0-1,0 0,0 0,0 0,0 0,0 1,0-1,0 0,-11 4,-20-1,-577 1,334-6,-344 16,-217-3,525-13,-8260 2,8549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14:20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3860 1509 24575,'-505'2'0,"-923"-13"0,1036-7 0,-229-4 0,348 7 0,227 8 0,-1-1 0,1-3 0,-76-28 0,66 18 0,16 7 0,-71-37 0,100 45 0,1-1 0,-1 0 0,1-1 0,0 0 0,1 0 0,0-1 0,0 0 0,1-1 0,0 0 0,-11-19 0,9 9 0,1-2 0,1 1 0,0-1 0,2 0 0,0-1 0,2 0 0,1 1 0,0-1 0,2-1 0,0 1 0,4-30 0,-1 38 0,0 1 0,2-1 0,-1 1 0,2 0 0,0 0 0,1 0 0,0 1 0,1-1 0,0 1 0,1 1 0,13-16 0,-3 6 0,1 0 0,1 2 0,1 0 0,46-33 0,39-13 0,130-60 0,-195 106 0,73-36 0,1 6 0,3 5 0,2 5 0,181-35 0,-82 38 0,1 10 0,232 1 0,83 28 0,-191 0 0,-306-2 0,-1 1 0,0 2 0,1 2 0,-1 2 0,-1 1 0,1 1 0,65 28 0,119 68 0,-4 10 0,357 252 0,-545-346 0,-1 2 0,-1 0 0,-1 2 0,-1 0 0,38 52 0,-55-65 0,1 2 0,-1-1 0,-1 1 0,-1 0 0,0 0 0,0 1 0,-1-1 0,-1 1 0,-1 0 0,0 1 0,-1-1 0,-1 0 0,0 1 0,-1-1 0,-3 27 0,2-39 0,0 0 0,0 0 0,-1 0 0,1 0 0,0-1 0,-1 1 0,0 0 0,0-1 0,0 1 0,0-1 0,0 1 0,0-1 0,-1 0 0,1 0 0,-1 0 0,0 0 0,1-1 0,-1 1 0,0-1 0,0 1 0,-4 0 0,-10 5 0,-1-2 0,-28 6 0,25-6 0,-241 51 0,195-43 0,2-2 0,40-8 0,1 2 0,-1 0 0,-36 14 0,-106 33 0,139-44 0,23-7 12,0 1-1,0 1 1,0-1 0,0 1-1,0 0 1,-7 6-1,-8 5-1457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14:26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689 1154 24575,'-97'1'0,"-106"-3"0,198 2 0,0-1 0,0 0 0,0 0 0,0-1 0,0 1 0,1-1 0,-1 0 0,1-1 0,-1 1 0,1-1 0,0 0 0,0 0 0,0 0 0,0 0 0,1-1 0,-1 1 0,-2-5 0,-6-8 0,1 0 0,0-1 0,-7-19 0,4 10 0,-116-250 0,80 164 0,45 101 0,-11-23 0,-11-40 0,23 64 0,2 0 0,-1 0 0,1 0 0,1-1 0,0 1 0,1-1 0,0 1 0,2-20 0,-1 26 0,0 1 0,0 0 0,0-1 0,0 1 0,1 0 0,-1 0 0,1 0 0,0 0 0,0 0 0,0 1 0,0-1 0,0 0 0,5-3 0,39-24 0,-39 26 0,41-22 0,2 3 0,60-21 0,110-24 0,-180 56 0,57-11 0,1 3 0,0 4 0,131-3 0,26-2 0,156-4 0,1128 26 0,-1395 10 0,-16 1 0,116 15 0,-120-9 0,-84-11 0,-1 2 0,0 2 0,48 20 0,0-1 0,273 66 0,-274-75 0,-15-3 0,-1 4 0,0 2 0,93 48 0,-152-66 0,-1 0 0,-1 1 0,1 0 0,-1 0 0,-1 1 0,1 1 0,-1-1 0,-1 1 0,1 0 0,-2 1 0,1 0 0,-1 0 0,-1 1 0,7 17 0,-5-9 0,-1-1 0,-2 1 0,0 0 0,-1 0 0,0 0 0,-2 1 0,0-1 0,-3 23 0,1-33 0,0 1 0,-1-1 0,0 0 0,0 0 0,-1 0 0,0 0 0,-1-1 0,0 1 0,0-1 0,-1 0 0,-8 11 0,4-8 0,0-1 0,-1 0 0,0-1 0,-1 0 0,0 0 0,-24 13 0,4-6 0,-1-2 0,-1-1 0,0-1 0,0-2 0,-44 7 0,35-10 0,-1-3 0,-64-1 0,57-3 0,-65 8 0,-531 126 0,597-123 0,-239 34 0,-3-24 0,242-18 0,-780 7 0,501-12 0,-678 2 0,982-1 12,0-1 0,0-1 1,0-1-1,-36-11 0,-88-38-395,86 28-660,41 18-5783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1:54:51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11519 24575,'96'-3'0,"183"-28"0,81-47 0,-39-5 0,541-219 0,-639 197 0,81-33 0,-76 61 0,126-48 0,-267 90 0,-3-4 0,82-51 0,8-21 0,121-71 0,-231 141 0,-2-3 0,110-102 0,43-32 0,636-461 0,-769 571 0,-3-4 0,119-142 0,332-474 0,-40-32 0,-350 452 0,-23-10 0,-12 25 0,108-302 0,-155 352 0,-9-2 0,-9-2 0,-9-2 0,6-373 0,-37 522 0,-3 1 0,-18-100 0,12 120 0,-1 0 0,-2 1 0,-2 0 0,-1 2 0,-20-37 0,-14-8 0,-3 2 0,-97-113 0,-146-128 0,290 314 0,-642-614 0,447 453 0,-318-204 0,-109-60 0,-164-99 0,110 127 0,-107-5 0,524 280 0,-63-42 81,161 81-1527,139 75-5380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1:54:53.4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566 715 24575,'-2'0'0,"-1"-1"0,0 1 0,0-1 0,0 0 0,0 1 0,1-1 0,-1-1 0,0 1 0,1 0 0,-1 0 0,1-1 0,-1 0 0,-2-2 0,-28-29 0,27 26 0,-140-178 0,7 6 0,-41-35 0,177 211 0,1 0 0,0 0 0,0 0 0,0 0 0,0 0 0,0-1 0,1 1 0,-1-1 0,1 1 0,-2-7 0,3 9 0,0 0 0,0 0 0,0 0 0,1 0 0,-1 1 0,0-1 0,0 0 0,0 0 0,1 0 0,-1 0 0,0 0 0,1 1 0,-1-1 0,1 0 0,-1 0 0,1 1 0,-1-1 0,1 0 0,0 0 0,1 0 0,0-1 0,0 1 0,0 0 0,-1 0 0,1 0 0,1 0 0,-1 1 0,0-1 0,0 0 0,4 0 0,54-5 0,0 2 0,103 8 0,-65-1 0,412 0-79,-342-4-1207,-124 1-5540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1:53:32.2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1:53:35.5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1 379 24575,'152'11'0,"-30"0"0,-96-9 0,1-1 0,-1-2 0,0 0 0,1-2 0,30-7 0,263-89 0,-15-2 0,-40 20 0,-235 72 0,53-13 0,0 4 0,0 4 0,2 3 0,130 0 0,142-1 0,-179 3 0,-162 8 342,-32 1-2049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1:53:39.5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1 260 24575,'54'0'0,"0"-1"0,0-3 0,69-14 0,-14-1 0,135-6 0,-105 13 0,575-63 0,339 0 0,149 66 0,-730 12 0,10344-3 0,-10226-11 0,-142 1 0,1611 6 0,-1158 6 0,319-2-1365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03:23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10277 24575,'252'-12'0,"-86"0"0,1610-14 0,-1439 26 0,-6 1 0,1105-13 0,-4-81 0,-1340 83 0,1088-137 0,-434 3 0,-503 80 0,243-100 0,-136 22 0,331-190 0,-482 218 0,-4-8 0,348-290 0,-397 277 0,244-294 0,63-202 0,-261 317 0,276-616 0,9-386 0,-356 883 0,-19-6 0,-20-3 0,36-616 0,-93 154 0,-37-3 0,-7 455-1000,18 430 635,-2-38-6461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04:09.7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04:12.7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24 279 24575,'0'331'0,"-13"-510"0,6 119 0,3-116 0,5 171 0,-1 1 0,1 0 0,0 0 0,0 0 0,1 0 0,-1 0 0,1 1 0,0-1 0,0 0 0,0 1 0,0-1 0,1 1 0,0 0 0,-1 0 0,1 0 0,0 0 0,1 0 0,-1 0 0,0 1 0,1 0 0,-1 0 0,1 0 0,7-3 0,8-3 0,1 2 0,-1 1 0,36-6 0,-28 6 0,34-8 0,1 2 0,106-3 0,-37 14 0,412-17 0,-458 1 124,-51 9-1613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03:32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12493 24575,'0'-1'0,"1"0"0,-1 0 0,1 1 0,-1-1 0,1 0 0,-1 0 0,1 1 0,-1-1 0,1 0 0,0 1 0,-1-1 0,1 0 0,0 1 0,0-1 0,0 1 0,-1-1 0,1 1 0,0 0 0,0-1 0,2 1 0,24-9 0,-22 7 0,172-43 0,258-31 0,-149 31 0,-281 44 0,550-91 0,-337 62 0,329-89 0,-431 85 0,662-213 0,-499 158 0,-50 18 0,310-90 0,143-51 0,-596 180 0,525-185 0,299-42 0,-113-14 0,-619 201 0,363-169 0,-101-18 0,402-348 0,-57-68 0,-643 531 0,-6-6 0,-7-5 0,108-173 0,-107 121 0,-8-4 0,-11-6 0,99-270 0,-40 13 0,207-956 0,-295 955 0,-21-2 0,0-537 0,-70 159 0,-3 676 0,-8 2 0,-8 0 0,-7 2 0,-8 1 0,-80-203 0,84 284 0,-69-119 0,-2-2 0,32 23-1365,70 173-5461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03:34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1 739 24575,'2'-2'0,"0"0"0,1 0 0,-1 0 0,0 0 0,0 0 0,0 0 0,0 0 0,0-1 0,-1 1 0,1-1 0,-1 1 0,1-1 0,-1 0 0,2-4 0,0-1 0,217-509 0,-184 424 0,-33 83 0,1 1 0,1-1 0,0 1 0,11-16 0,-15 23 0,0 1 0,0 0 0,0 0 0,0-1 0,0 1 0,0 0 0,0 0 0,0 0 0,0 0 0,1 0 0,-1 0 0,0 1 0,0-1 0,1 0 0,-1 1 0,1-1 0,-1 1 0,1-1 0,-1 1 0,1 0 0,-1-1 0,1 1 0,-1 0 0,1 0 0,-1 0 0,1 0 0,0 0 0,-1 1 0,1-1 0,-1 0 0,1 1 0,-1-1 0,0 1 0,1 0 0,-1-1 0,1 1 0,-1 0 0,0 0 0,0 0 0,1 0 0,-1 0 0,1 1 0,12 15 0,-1-1 0,-1 2 0,-1-1 0,-1 2 0,17 37 0,-4-7 0,1-3 0,-8-17 0,-1 1 0,-1 0 0,14 47 0,-24-59-106,0-3-314,0 0 1,9 22-1,-4-20-6406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07:16.3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0 609 24575,'1'-12'0,"1"-1"0,0 1 0,1-1 0,6-16 0,-1 1 0,4-16 0,-2-1 0,-2 0 0,-3 0 0,1-58 0,-7 43 0,1-56 0,0 114 0,0 0 0,0 0 0,0 0 0,0 0 0,0 0 0,1 0 0,-1 0 0,1 0 0,0 0 0,-1 0 0,1 0 0,0 1 0,0-1 0,0 0 0,0 1 0,0-1 0,1 0 0,-1 1 0,0-1 0,1 1 0,2-2 0,-2 2 0,0 1 0,0-1 0,0 1 0,0 0 0,0 0 0,0-1 0,0 2 0,0-1 0,0 0 0,0 0 0,0 1 0,0-1 0,-1 1 0,1-1 0,0 1 0,0 0 0,0-1 0,-1 1 0,1 0 0,0 1 0,2 1 0,18 12 0,13 9 0,1-1 0,2-1 0,47 19 0,-68-33 18,-1 1 0,-1 0 0,1 2 0,-1-1 0,-1 2 0,19 19 0,-13-13-763,40 29-1,-42-36-6080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C07ED-8364-445C-9C56-4978C5FDF8F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FD23B-224C-475E-9352-DF4CF4DE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69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AB85-A485-66FF-88B6-2D8E40625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714BC-DD20-B3B9-4165-8306C1D51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A9FB7-9B02-4E11-4959-E1FE7EF9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41168-3114-C12E-E23F-F635F97D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3FA82-AACF-0BF5-2B5E-BAAC1E9A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8F24-99BE-E5CE-431C-B95CF2F96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8589-3D6D-5C33-46C6-BA12BDDA5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C2900-550C-620C-FEF8-C5A09DC9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157B0-633C-EB86-959C-E5D11EC1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2D4F1-433B-F374-C00A-D3FAE71C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0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A01B-F66A-443E-E19F-19FBE7F2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9C2AE-AE5B-971B-C7AD-68A297E01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2B7ED-D94C-8F16-FF7B-5DAC0432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9C466-8D95-DDA2-AAFC-BDCE42B7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DF52B-3BF2-5E85-F266-22EAE98C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4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CCB09-F70E-97ED-600C-5665836B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DE474-FDE0-759C-E3B2-F8C273A1F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E2DFE-AC4C-3F1C-D9A1-931494794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78FAA-6858-6142-1F26-13795A4E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C7F70-611E-33BE-F822-6228E7FE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30888-2A12-2E36-51D6-1BA3CFFB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82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4C2F-7D13-531C-F6A2-45048812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B5256-36C3-0815-5F67-6DBF70BD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06AE4-E4CB-A853-18C7-3DBF5580A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E2957-0FAA-236A-7325-1265280D1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F4523-3D54-83D9-E2BF-BEABCC5EA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0EC1F-B04F-C190-D4D1-EB940422F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C8352-670A-8DA6-9D2D-5A194074E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94EB7-A2E3-F391-9D4B-BFDFE003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6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4DC3-B3C9-8EEE-9C58-379205F4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200DB-0340-A725-FCDE-D8988CC3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68FB0-36DD-5A9D-F034-84C754C3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A3611-C177-62B6-B869-91901C67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8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0A391-DCCA-D00C-BB9B-F97F4237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D665F-A389-5C5D-88C0-2E794981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50247-479F-676E-080F-5FEE716D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9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7D90-EBCA-BED2-577F-9C797FA4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B52F7-B3DD-0D52-74FA-81303DA0C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C37E6-81A3-BF8F-F6C7-8406DCE29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D7BB6-5010-0DF4-797C-E955CED4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170D3-A83A-BAA3-8E47-18CB5233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AEE53-41D5-C470-7847-7932CE99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2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54E4-E87C-13C3-3C22-08A7C8AB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ADC182-C212-E29D-9A31-A2A1E46A3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DB46C-FC97-B397-6E4B-B6D931BC6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B7F92-1C35-24DE-8013-2DAB8814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D823E-9251-B1F8-916F-B488A4C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218C3-43C0-4A71-8BA9-1C7B810B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7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5D60-02ED-3023-B50F-5984B7962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5C278-82F2-6B06-C417-60CD04BD9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971DB-BAB0-EECD-C58C-2B4D452D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EB408-BCC2-A739-C158-9714BC40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B9879-00FE-82CA-4DA6-B9B5042A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6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5F75F-DC88-B564-DD9D-BB42B2AF63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EE312-C991-FF98-4F3E-497F89E9F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FADDD-C052-BFF1-EA37-30F13E2E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03930-C641-2FC7-1F88-EB3FA0F7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8AA47-01FF-6812-B569-E67B102C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1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DC7F3-FE36-79BE-63BA-A0D9CB46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3005D-8BC5-076A-DA7D-978F5FFE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2215A-BE23-E07E-25E1-617E2EDFB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77924-099F-4094-BDB3-CD57C5B45D11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A0006-1E9E-68F4-4E24-60A041784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09B5E-6F1E-2EA7-62C1-6B2AEC904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3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png"/><Relationship Id="rId18" Type="http://schemas.openxmlformats.org/officeDocument/2006/relationships/customXml" Target="../ink/ink11.xml"/><Relationship Id="rId26" Type="http://schemas.openxmlformats.org/officeDocument/2006/relationships/image" Target="../media/image35.png"/><Relationship Id="rId39" Type="http://schemas.openxmlformats.org/officeDocument/2006/relationships/image" Target="../media/image41.png"/><Relationship Id="rId21" Type="http://schemas.openxmlformats.org/officeDocument/2006/relationships/image" Target="../media/image33.png"/><Relationship Id="rId34" Type="http://schemas.openxmlformats.org/officeDocument/2006/relationships/customXml" Target="../ink/ink20.xml"/><Relationship Id="rId42" Type="http://schemas.openxmlformats.org/officeDocument/2006/relationships/customXml" Target="../ink/ink24.xml"/><Relationship Id="rId47" Type="http://schemas.openxmlformats.org/officeDocument/2006/relationships/image" Target="../media/image45.png"/><Relationship Id="rId50" Type="http://schemas.openxmlformats.org/officeDocument/2006/relationships/customXml" Target="../ink/ink28.xml"/><Relationship Id="rId55" Type="http://schemas.openxmlformats.org/officeDocument/2006/relationships/image" Target="../media/image49.png"/><Relationship Id="rId63" Type="http://schemas.openxmlformats.org/officeDocument/2006/relationships/image" Target="../media/image53.png"/><Relationship Id="rId68" Type="http://schemas.openxmlformats.org/officeDocument/2006/relationships/customXml" Target="../ink/ink37.xml"/><Relationship Id="rId76" Type="http://schemas.openxmlformats.org/officeDocument/2006/relationships/customXml" Target="../ink/ink42.xml"/><Relationship Id="rId84" Type="http://schemas.openxmlformats.org/officeDocument/2006/relationships/customXml" Target="../ink/ink46.xml"/><Relationship Id="rId7" Type="http://schemas.openxmlformats.org/officeDocument/2006/relationships/image" Target="../media/image26.png"/><Relationship Id="rId71" Type="http://schemas.openxmlformats.org/officeDocument/2006/relationships/customXml" Target="../ink/ink39.xml"/><Relationship Id="rId2" Type="http://schemas.openxmlformats.org/officeDocument/2006/relationships/image" Target="../media/image21.png"/><Relationship Id="rId16" Type="http://schemas.openxmlformats.org/officeDocument/2006/relationships/customXml" Target="../ink/ink10.xml"/><Relationship Id="rId29" Type="http://schemas.openxmlformats.org/officeDocument/2006/relationships/image" Target="../media/image36.png"/><Relationship Id="rId11" Type="http://schemas.openxmlformats.org/officeDocument/2006/relationships/image" Target="../media/image28.png"/><Relationship Id="rId24" Type="http://schemas.openxmlformats.org/officeDocument/2006/relationships/customXml" Target="../ink/ink14.xml"/><Relationship Id="rId32" Type="http://schemas.openxmlformats.org/officeDocument/2006/relationships/customXml" Target="../ink/ink19.xml"/><Relationship Id="rId37" Type="http://schemas.openxmlformats.org/officeDocument/2006/relationships/image" Target="../media/image40.png"/><Relationship Id="rId40" Type="http://schemas.openxmlformats.org/officeDocument/2006/relationships/customXml" Target="../ink/ink23.xml"/><Relationship Id="rId45" Type="http://schemas.openxmlformats.org/officeDocument/2006/relationships/image" Target="../media/image44.png"/><Relationship Id="rId53" Type="http://schemas.openxmlformats.org/officeDocument/2006/relationships/image" Target="../media/image48.png"/><Relationship Id="rId58" Type="http://schemas.openxmlformats.org/officeDocument/2006/relationships/customXml" Target="../ink/ink32.xml"/><Relationship Id="rId66" Type="http://schemas.openxmlformats.org/officeDocument/2006/relationships/customXml" Target="../ink/ink36.xml"/><Relationship Id="rId74" Type="http://schemas.openxmlformats.org/officeDocument/2006/relationships/customXml" Target="../ink/ink41.xml"/><Relationship Id="rId79" Type="http://schemas.openxmlformats.org/officeDocument/2006/relationships/image" Target="../media/image60.png"/><Relationship Id="rId87" Type="http://schemas.openxmlformats.org/officeDocument/2006/relationships/image" Target="../media/image64.png"/><Relationship Id="rId5" Type="http://schemas.openxmlformats.org/officeDocument/2006/relationships/image" Target="../media/image24.png"/><Relationship Id="rId61" Type="http://schemas.openxmlformats.org/officeDocument/2006/relationships/image" Target="../media/image52.png"/><Relationship Id="rId82" Type="http://schemas.openxmlformats.org/officeDocument/2006/relationships/customXml" Target="../ink/ink45.xml"/><Relationship Id="rId19" Type="http://schemas.openxmlformats.org/officeDocument/2006/relationships/image" Target="../media/image32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customXml" Target="../ink/ink16.xml"/><Relationship Id="rId30" Type="http://schemas.openxmlformats.org/officeDocument/2006/relationships/customXml" Target="../ink/ink18.xml"/><Relationship Id="rId35" Type="http://schemas.openxmlformats.org/officeDocument/2006/relationships/image" Target="../media/image39.png"/><Relationship Id="rId43" Type="http://schemas.openxmlformats.org/officeDocument/2006/relationships/image" Target="../media/image43.png"/><Relationship Id="rId48" Type="http://schemas.openxmlformats.org/officeDocument/2006/relationships/customXml" Target="../ink/ink27.xml"/><Relationship Id="rId56" Type="http://schemas.openxmlformats.org/officeDocument/2006/relationships/customXml" Target="../ink/ink31.xml"/><Relationship Id="rId64" Type="http://schemas.openxmlformats.org/officeDocument/2006/relationships/customXml" Target="../ink/ink35.xml"/><Relationship Id="rId69" Type="http://schemas.openxmlformats.org/officeDocument/2006/relationships/image" Target="../media/image56.png"/><Relationship Id="rId77" Type="http://schemas.openxmlformats.org/officeDocument/2006/relationships/image" Target="../media/image59.png"/><Relationship Id="rId8" Type="http://schemas.openxmlformats.org/officeDocument/2006/relationships/customXml" Target="../ink/ink6.xml"/><Relationship Id="rId51" Type="http://schemas.openxmlformats.org/officeDocument/2006/relationships/image" Target="../media/image47.png"/><Relationship Id="rId72" Type="http://schemas.openxmlformats.org/officeDocument/2006/relationships/customXml" Target="../ink/ink40.xml"/><Relationship Id="rId80" Type="http://schemas.openxmlformats.org/officeDocument/2006/relationships/customXml" Target="../ink/ink44.xml"/><Relationship Id="rId85" Type="http://schemas.openxmlformats.org/officeDocument/2006/relationships/image" Target="../media/image63.png"/><Relationship Id="rId3" Type="http://schemas.openxmlformats.org/officeDocument/2006/relationships/image" Target="../media/image22.png"/><Relationship Id="rId12" Type="http://schemas.openxmlformats.org/officeDocument/2006/relationships/customXml" Target="../ink/ink8.xml"/><Relationship Id="rId17" Type="http://schemas.openxmlformats.org/officeDocument/2006/relationships/image" Target="../media/image31.png"/><Relationship Id="rId25" Type="http://schemas.openxmlformats.org/officeDocument/2006/relationships/customXml" Target="../ink/ink15.xml"/><Relationship Id="rId33" Type="http://schemas.openxmlformats.org/officeDocument/2006/relationships/image" Target="../media/image38.png"/><Relationship Id="rId38" Type="http://schemas.openxmlformats.org/officeDocument/2006/relationships/customXml" Target="../ink/ink22.xml"/><Relationship Id="rId46" Type="http://schemas.openxmlformats.org/officeDocument/2006/relationships/customXml" Target="../ink/ink26.xml"/><Relationship Id="rId59" Type="http://schemas.openxmlformats.org/officeDocument/2006/relationships/image" Target="../media/image51.png"/><Relationship Id="rId67" Type="http://schemas.openxmlformats.org/officeDocument/2006/relationships/image" Target="../media/image55.png"/><Relationship Id="rId20" Type="http://schemas.openxmlformats.org/officeDocument/2006/relationships/customXml" Target="../ink/ink12.xml"/><Relationship Id="rId41" Type="http://schemas.openxmlformats.org/officeDocument/2006/relationships/image" Target="../media/image42.png"/><Relationship Id="rId54" Type="http://schemas.openxmlformats.org/officeDocument/2006/relationships/customXml" Target="../ink/ink30.xml"/><Relationship Id="rId62" Type="http://schemas.openxmlformats.org/officeDocument/2006/relationships/customXml" Target="../ink/ink34.xml"/><Relationship Id="rId70" Type="http://schemas.openxmlformats.org/officeDocument/2006/relationships/customXml" Target="../ink/ink38.xml"/><Relationship Id="rId75" Type="http://schemas.openxmlformats.org/officeDocument/2006/relationships/image" Target="../media/image58.png"/><Relationship Id="rId83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5" Type="http://schemas.openxmlformats.org/officeDocument/2006/relationships/image" Target="../media/image30.png"/><Relationship Id="rId23" Type="http://schemas.openxmlformats.org/officeDocument/2006/relationships/image" Target="../media/image34.png"/><Relationship Id="rId28" Type="http://schemas.openxmlformats.org/officeDocument/2006/relationships/customXml" Target="../ink/ink17.xml"/><Relationship Id="rId36" Type="http://schemas.openxmlformats.org/officeDocument/2006/relationships/customXml" Target="../ink/ink21.xml"/><Relationship Id="rId49" Type="http://schemas.openxmlformats.org/officeDocument/2006/relationships/image" Target="../media/image46.png"/><Relationship Id="rId57" Type="http://schemas.openxmlformats.org/officeDocument/2006/relationships/image" Target="../media/image50.png"/><Relationship Id="rId10" Type="http://schemas.openxmlformats.org/officeDocument/2006/relationships/customXml" Target="../ink/ink7.xml"/><Relationship Id="rId31" Type="http://schemas.openxmlformats.org/officeDocument/2006/relationships/image" Target="../media/image37.png"/><Relationship Id="rId44" Type="http://schemas.openxmlformats.org/officeDocument/2006/relationships/customXml" Target="../ink/ink25.xml"/><Relationship Id="rId52" Type="http://schemas.openxmlformats.org/officeDocument/2006/relationships/customXml" Target="../ink/ink29.xml"/><Relationship Id="rId60" Type="http://schemas.openxmlformats.org/officeDocument/2006/relationships/customXml" Target="../ink/ink33.xml"/><Relationship Id="rId65" Type="http://schemas.openxmlformats.org/officeDocument/2006/relationships/image" Target="../media/image54.png"/><Relationship Id="rId73" Type="http://schemas.openxmlformats.org/officeDocument/2006/relationships/image" Target="../media/image57.png"/><Relationship Id="rId78" Type="http://schemas.openxmlformats.org/officeDocument/2006/relationships/customXml" Target="../ink/ink43.xml"/><Relationship Id="rId81" Type="http://schemas.openxmlformats.org/officeDocument/2006/relationships/image" Target="../media/image61.png"/><Relationship Id="rId86" Type="http://schemas.openxmlformats.org/officeDocument/2006/relationships/customXml" Target="../ink/ink4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1.png"/><Relationship Id="rId3" Type="http://schemas.openxmlformats.org/officeDocument/2006/relationships/customXml" Target="../ink/ink48.xml"/><Relationship Id="rId7" Type="http://schemas.openxmlformats.org/officeDocument/2006/relationships/customXml" Target="../ink/ink50.xml"/><Relationship Id="rId12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customXml" Target="../ink/ink52.xml"/><Relationship Id="rId5" Type="http://schemas.openxmlformats.org/officeDocument/2006/relationships/customXml" Target="../ink/ink49.xml"/><Relationship Id="rId10" Type="http://schemas.openxmlformats.org/officeDocument/2006/relationships/image" Target="../media/image69.png"/><Relationship Id="rId4" Type="http://schemas.openxmlformats.org/officeDocument/2006/relationships/image" Target="../media/image66.png"/><Relationship Id="rId9" Type="http://schemas.openxmlformats.org/officeDocument/2006/relationships/customXml" Target="../ink/ink51.xml"/><Relationship Id="rId14" Type="http://schemas.openxmlformats.org/officeDocument/2006/relationships/image" Target="../media/image7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3.png"/><Relationship Id="rId7" Type="http://schemas.openxmlformats.org/officeDocument/2006/relationships/customXml" Target="../ink/ink54.xm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customXml" Target="../ink/ink53.xml"/><Relationship Id="rId4" Type="http://schemas.openxmlformats.org/officeDocument/2006/relationships/image" Target="../media/image8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.xml"/><Relationship Id="rId5" Type="http://schemas.openxmlformats.org/officeDocument/2006/relationships/image" Target="../media/image95.png"/><Relationship Id="rId4" Type="http://schemas.openxmlformats.org/officeDocument/2006/relationships/customXml" Target="../ink/ink5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88.png"/><Relationship Id="rId7" Type="http://schemas.openxmlformats.org/officeDocument/2006/relationships/customXml" Target="../ink/ink58.xml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customXml" Target="../ink/ink57.xml"/><Relationship Id="rId10" Type="http://schemas.openxmlformats.org/officeDocument/2006/relationships/image" Target="../media/image102.png"/><Relationship Id="rId4" Type="http://schemas.openxmlformats.org/officeDocument/2006/relationships/image" Target="../media/image89.png"/><Relationship Id="rId9" Type="http://schemas.openxmlformats.org/officeDocument/2006/relationships/customXml" Target="../ink/ink5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customXml" Target="../ink/ink64.xml"/><Relationship Id="rId18" Type="http://schemas.openxmlformats.org/officeDocument/2006/relationships/image" Target="../media/image111.png"/><Relationship Id="rId3" Type="http://schemas.openxmlformats.org/officeDocument/2006/relationships/customXml" Target="../ink/ink60.xml"/><Relationship Id="rId21" Type="http://schemas.openxmlformats.org/officeDocument/2006/relationships/image" Target="../media/image71.png"/><Relationship Id="rId7" Type="http://schemas.openxmlformats.org/officeDocument/2006/relationships/customXml" Target="../ink/ink61.xml"/><Relationship Id="rId12" Type="http://schemas.openxmlformats.org/officeDocument/2006/relationships/image" Target="../media/image108.png"/><Relationship Id="rId17" Type="http://schemas.openxmlformats.org/officeDocument/2006/relationships/customXml" Target="../ink/ink66.xml"/><Relationship Id="rId2" Type="http://schemas.openxmlformats.org/officeDocument/2006/relationships/image" Target="../media/image92.png"/><Relationship Id="rId16" Type="http://schemas.openxmlformats.org/officeDocument/2006/relationships/image" Target="../media/image110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customXml" Target="../ink/ink63.xml"/><Relationship Id="rId15" Type="http://schemas.openxmlformats.org/officeDocument/2006/relationships/customXml" Target="../ink/ink65.xml"/><Relationship Id="rId10" Type="http://schemas.openxmlformats.org/officeDocument/2006/relationships/image" Target="../media/image107.png"/><Relationship Id="rId19" Type="http://schemas.openxmlformats.org/officeDocument/2006/relationships/customXml" Target="../ink/ink67.xml"/><Relationship Id="rId9" Type="http://schemas.openxmlformats.org/officeDocument/2006/relationships/customXml" Target="../ink/ink62.xml"/><Relationship Id="rId14" Type="http://schemas.openxmlformats.org/officeDocument/2006/relationships/image" Target="../media/image109.png"/><Relationship Id="rId22" Type="http://schemas.openxmlformats.org/officeDocument/2006/relationships/image" Target="../media/image7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0.xml"/><Relationship Id="rId3" Type="http://schemas.openxmlformats.org/officeDocument/2006/relationships/image" Target="../media/image94.png"/><Relationship Id="rId7" Type="http://schemas.openxmlformats.org/officeDocument/2006/relationships/image" Target="../media/image116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9.xml"/><Relationship Id="rId5" Type="http://schemas.openxmlformats.org/officeDocument/2006/relationships/image" Target="../media/image115.png"/><Relationship Id="rId4" Type="http://schemas.openxmlformats.org/officeDocument/2006/relationships/customXml" Target="../ink/ink68.xml"/><Relationship Id="rId9" Type="http://schemas.openxmlformats.org/officeDocument/2006/relationships/image" Target="../media/image1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13.png"/><Relationship Id="rId3" Type="http://schemas.openxmlformats.org/officeDocument/2006/relationships/image" Target="../media/image97.png"/><Relationship Id="rId7" Type="http://schemas.openxmlformats.org/officeDocument/2006/relationships/customXml" Target="../ink/ink72.xml"/><Relationship Id="rId12" Type="http://schemas.openxmlformats.org/officeDocument/2006/relationships/customXml" Target="../ink/ink75.xml"/><Relationship Id="rId2" Type="http://schemas.openxmlformats.org/officeDocument/2006/relationships/image" Target="../media/image95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customXml" Target="../ink/ink74.xml"/><Relationship Id="rId5" Type="http://schemas.openxmlformats.org/officeDocument/2006/relationships/customXml" Target="../ink/ink71.xml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customXml" Target="../ink/ink7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18.png"/><Relationship Id="rId7" Type="http://schemas.openxmlformats.org/officeDocument/2006/relationships/customXml" Target="../ink/ink77.xml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customXml" Target="../ink/ink76.xml"/><Relationship Id="rId10" Type="http://schemas.openxmlformats.org/officeDocument/2006/relationships/image" Target="../media/image122.png"/><Relationship Id="rId4" Type="http://schemas.openxmlformats.org/officeDocument/2006/relationships/image" Target="../media/image119.png"/><Relationship Id="rId9" Type="http://schemas.openxmlformats.org/officeDocument/2006/relationships/customXml" Target="../ink/ink7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customXml" Target="../ink/ink84.xml"/><Relationship Id="rId3" Type="http://schemas.openxmlformats.org/officeDocument/2006/relationships/customXml" Target="../ink/ink79.xml"/><Relationship Id="rId7" Type="http://schemas.openxmlformats.org/officeDocument/2006/relationships/customXml" Target="../ink/ink81.xml"/><Relationship Id="rId12" Type="http://schemas.openxmlformats.org/officeDocument/2006/relationships/image" Target="../media/image131.png"/><Relationship Id="rId2" Type="http://schemas.openxmlformats.org/officeDocument/2006/relationships/image" Target="../media/image125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customXml" Target="../ink/ink83.xml"/><Relationship Id="rId5" Type="http://schemas.openxmlformats.org/officeDocument/2006/relationships/customXml" Target="../ink/ink80.xml"/><Relationship Id="rId15" Type="http://schemas.openxmlformats.org/officeDocument/2006/relationships/customXml" Target="../ink/ink85.xml"/><Relationship Id="rId10" Type="http://schemas.openxmlformats.org/officeDocument/2006/relationships/image" Target="../media/image130.png"/><Relationship Id="rId4" Type="http://schemas.openxmlformats.org/officeDocument/2006/relationships/image" Target="../media/image127.png"/><Relationship Id="rId9" Type="http://schemas.openxmlformats.org/officeDocument/2006/relationships/customXml" Target="../ink/ink82.xml"/><Relationship Id="rId14" Type="http://schemas.openxmlformats.org/officeDocument/2006/relationships/image" Target="../media/image1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6.xml"/><Relationship Id="rId2" Type="http://schemas.openxmlformats.org/officeDocument/2006/relationships/image" Target="../media/image14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2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customXml" Target="../ink/ink92.xml"/><Relationship Id="rId3" Type="http://schemas.openxmlformats.org/officeDocument/2006/relationships/customXml" Target="../ink/ink87.xml"/><Relationship Id="rId7" Type="http://schemas.openxmlformats.org/officeDocument/2006/relationships/customXml" Target="../ink/ink89.xml"/><Relationship Id="rId12" Type="http://schemas.openxmlformats.org/officeDocument/2006/relationships/image" Target="../media/image165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11" Type="http://schemas.openxmlformats.org/officeDocument/2006/relationships/customXml" Target="../ink/ink91.xml"/><Relationship Id="rId5" Type="http://schemas.openxmlformats.org/officeDocument/2006/relationships/customXml" Target="../ink/ink88.xml"/><Relationship Id="rId10" Type="http://schemas.openxmlformats.org/officeDocument/2006/relationships/image" Target="../media/image164.png"/><Relationship Id="rId4" Type="http://schemas.openxmlformats.org/officeDocument/2006/relationships/image" Target="../media/image161.png"/><Relationship Id="rId9" Type="http://schemas.openxmlformats.org/officeDocument/2006/relationships/customXml" Target="../ink/ink90.xml"/><Relationship Id="rId14" Type="http://schemas.openxmlformats.org/officeDocument/2006/relationships/image" Target="../media/image16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customXml" Target="../ink/ink97.xml"/><Relationship Id="rId18" Type="http://schemas.openxmlformats.org/officeDocument/2006/relationships/image" Target="../media/image176.png"/><Relationship Id="rId3" Type="http://schemas.openxmlformats.org/officeDocument/2006/relationships/image" Target="../media/image153.png"/><Relationship Id="rId7" Type="http://schemas.openxmlformats.org/officeDocument/2006/relationships/customXml" Target="../ink/ink94.xml"/><Relationship Id="rId12" Type="http://schemas.openxmlformats.org/officeDocument/2006/relationships/image" Target="../media/image173.png"/><Relationship Id="rId17" Type="http://schemas.openxmlformats.org/officeDocument/2006/relationships/customXml" Target="../ink/ink99.xml"/><Relationship Id="rId2" Type="http://schemas.openxmlformats.org/officeDocument/2006/relationships/image" Target="../media/image152.png"/><Relationship Id="rId16" Type="http://schemas.openxmlformats.org/officeDocument/2006/relationships/image" Target="../media/image175.png"/><Relationship Id="rId20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customXml" Target="../ink/ink96.xml"/><Relationship Id="rId5" Type="http://schemas.openxmlformats.org/officeDocument/2006/relationships/customXml" Target="../ink/ink93.xml"/><Relationship Id="rId15" Type="http://schemas.openxmlformats.org/officeDocument/2006/relationships/customXml" Target="../ink/ink98.xml"/><Relationship Id="rId10" Type="http://schemas.openxmlformats.org/officeDocument/2006/relationships/image" Target="../media/image172.png"/><Relationship Id="rId19" Type="http://schemas.openxmlformats.org/officeDocument/2006/relationships/customXml" Target="../ink/ink100.xml"/><Relationship Id="rId4" Type="http://schemas.openxmlformats.org/officeDocument/2006/relationships/image" Target="../media/image154.png"/><Relationship Id="rId9" Type="http://schemas.openxmlformats.org/officeDocument/2006/relationships/customXml" Target="../ink/ink95.xml"/><Relationship Id="rId14" Type="http://schemas.openxmlformats.org/officeDocument/2006/relationships/image" Target="../media/image17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slideLayout" Target="../slideLayouts/slideLayout2.xml"/><Relationship Id="rId7" Type="http://schemas.openxmlformats.org/officeDocument/2006/relationships/customXml" Target="../ink/ink10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79.png"/><Relationship Id="rId5" Type="http://schemas.openxmlformats.org/officeDocument/2006/relationships/customXml" Target="../ink/ink101.xml"/><Relationship Id="rId10" Type="http://schemas.openxmlformats.org/officeDocument/2006/relationships/image" Target="../media/image180.png"/><Relationship Id="rId4" Type="http://schemas.openxmlformats.org/officeDocument/2006/relationships/image" Target="../media/image155.png"/><Relationship Id="rId9" Type="http://schemas.openxmlformats.org/officeDocument/2006/relationships/customXml" Target="../ink/ink10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8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5.xml"/><Relationship Id="rId13" Type="http://schemas.openxmlformats.org/officeDocument/2006/relationships/image" Target="../media/image191.png"/><Relationship Id="rId3" Type="http://schemas.openxmlformats.org/officeDocument/2006/relationships/image" Target="../media/image160.png"/><Relationship Id="rId7" Type="http://schemas.openxmlformats.org/officeDocument/2006/relationships/image" Target="../media/image188.png"/><Relationship Id="rId12" Type="http://schemas.openxmlformats.org/officeDocument/2006/relationships/customXml" Target="../ink/ink107.xml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4.xml"/><Relationship Id="rId11" Type="http://schemas.openxmlformats.org/officeDocument/2006/relationships/image" Target="../media/image190.png"/><Relationship Id="rId5" Type="http://schemas.openxmlformats.org/officeDocument/2006/relationships/image" Target="../media/image168.png"/><Relationship Id="rId15" Type="http://schemas.openxmlformats.org/officeDocument/2006/relationships/image" Target="../media/image192.png"/><Relationship Id="rId10" Type="http://schemas.openxmlformats.org/officeDocument/2006/relationships/customXml" Target="../ink/ink106.xml"/><Relationship Id="rId4" Type="http://schemas.openxmlformats.org/officeDocument/2006/relationships/image" Target="../media/image167.png"/><Relationship Id="rId9" Type="http://schemas.openxmlformats.org/officeDocument/2006/relationships/image" Target="../media/image189.png"/><Relationship Id="rId14" Type="http://schemas.openxmlformats.org/officeDocument/2006/relationships/customXml" Target="../ink/ink10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13" Type="http://schemas.openxmlformats.org/officeDocument/2006/relationships/image" Target="../media/image193.png"/><Relationship Id="rId18" Type="http://schemas.openxmlformats.org/officeDocument/2006/relationships/image" Target="../media/image195.png"/><Relationship Id="rId3" Type="http://schemas.openxmlformats.org/officeDocument/2006/relationships/customXml" Target="../ink/ink109.xml"/><Relationship Id="rId21" Type="http://schemas.openxmlformats.org/officeDocument/2006/relationships/image" Target="../media/image198.png"/><Relationship Id="rId7" Type="http://schemas.openxmlformats.org/officeDocument/2006/relationships/image" Target="../media/image182.png"/><Relationship Id="rId12" Type="http://schemas.openxmlformats.org/officeDocument/2006/relationships/image" Target="../media/image187.png"/><Relationship Id="rId17" Type="http://schemas.openxmlformats.org/officeDocument/2006/relationships/customXml" Target="../ink/ink113.xml"/><Relationship Id="rId2" Type="http://schemas.openxmlformats.org/officeDocument/2006/relationships/image" Target="../media/image169.png"/><Relationship Id="rId16" Type="http://schemas.openxmlformats.org/officeDocument/2006/relationships/image" Target="../media/image194.png"/><Relationship Id="rId20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11" Type="http://schemas.openxmlformats.org/officeDocument/2006/relationships/image" Target="../media/image186.png"/><Relationship Id="rId5" Type="http://schemas.openxmlformats.org/officeDocument/2006/relationships/customXml" Target="../ink/ink110.xml"/><Relationship Id="rId15" Type="http://schemas.openxmlformats.org/officeDocument/2006/relationships/customXml" Target="../ink/ink112.xml"/><Relationship Id="rId10" Type="http://schemas.openxmlformats.org/officeDocument/2006/relationships/image" Target="../media/image185.png"/><Relationship Id="rId19" Type="http://schemas.openxmlformats.org/officeDocument/2006/relationships/image" Target="../media/image196.png"/><Relationship Id="rId4" Type="http://schemas.openxmlformats.org/officeDocument/2006/relationships/image" Target="../media/image178.png"/><Relationship Id="rId9" Type="http://schemas.openxmlformats.org/officeDocument/2006/relationships/image" Target="../media/image184.png"/><Relationship Id="rId14" Type="http://schemas.openxmlformats.org/officeDocument/2006/relationships/customXml" Target="../ink/ink111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69.png"/><Relationship Id="rId7" Type="http://schemas.openxmlformats.org/officeDocument/2006/relationships/image" Target="../media/image206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5.xml"/><Relationship Id="rId5" Type="http://schemas.openxmlformats.org/officeDocument/2006/relationships/image" Target="../media/image205.png"/><Relationship Id="rId4" Type="http://schemas.openxmlformats.org/officeDocument/2006/relationships/customXml" Target="../ink/ink1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hyperlink" Target="https://course.ccs.neu.edu/cs6140sp15/7_locality_cluster/Assignment-6/NMI.pdf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13" Type="http://schemas.openxmlformats.org/officeDocument/2006/relationships/customXml" Target="../ink/ink119.xml"/><Relationship Id="rId18" Type="http://schemas.openxmlformats.org/officeDocument/2006/relationships/image" Target="../media/image219.png"/><Relationship Id="rId3" Type="http://schemas.openxmlformats.org/officeDocument/2006/relationships/image" Target="../media/image203.png"/><Relationship Id="rId21" Type="http://schemas.openxmlformats.org/officeDocument/2006/relationships/customXml" Target="../ink/ink123.xml"/><Relationship Id="rId7" Type="http://schemas.openxmlformats.org/officeDocument/2006/relationships/customXml" Target="../ink/ink116.xml"/><Relationship Id="rId12" Type="http://schemas.openxmlformats.org/officeDocument/2006/relationships/image" Target="../media/image216.png"/><Relationship Id="rId17" Type="http://schemas.openxmlformats.org/officeDocument/2006/relationships/customXml" Target="../ink/ink121.xml"/><Relationship Id="rId2" Type="http://schemas.openxmlformats.org/officeDocument/2006/relationships/image" Target="../media/image202.png"/><Relationship Id="rId16" Type="http://schemas.openxmlformats.org/officeDocument/2006/relationships/image" Target="../media/image218.png"/><Relationship Id="rId20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customXml" Target="../ink/ink118.xml"/><Relationship Id="rId5" Type="http://schemas.openxmlformats.org/officeDocument/2006/relationships/image" Target="../media/image207.png"/><Relationship Id="rId15" Type="http://schemas.openxmlformats.org/officeDocument/2006/relationships/customXml" Target="../ink/ink120.xml"/><Relationship Id="rId10" Type="http://schemas.openxmlformats.org/officeDocument/2006/relationships/image" Target="../media/image215.png"/><Relationship Id="rId19" Type="http://schemas.openxmlformats.org/officeDocument/2006/relationships/customXml" Target="../ink/ink122.xml"/><Relationship Id="rId4" Type="http://schemas.openxmlformats.org/officeDocument/2006/relationships/image" Target="../media/image204.png"/><Relationship Id="rId9" Type="http://schemas.openxmlformats.org/officeDocument/2006/relationships/customXml" Target="../ink/ink117.xml"/><Relationship Id="rId14" Type="http://schemas.openxmlformats.org/officeDocument/2006/relationships/image" Target="../media/image217.png"/><Relationship Id="rId22" Type="http://schemas.openxmlformats.org/officeDocument/2006/relationships/image" Target="../media/image22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7" Type="http://schemas.openxmlformats.org/officeDocument/2006/relationships/image" Target="../media/image2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5.xml"/><Relationship Id="rId5" Type="http://schemas.openxmlformats.org/officeDocument/2006/relationships/image" Target="../media/image225.png"/><Relationship Id="rId4" Type="http://schemas.openxmlformats.org/officeDocument/2006/relationships/customXml" Target="../ink/ink1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customXml" Target="../ink/ink126.xml"/><Relationship Id="rId7" Type="http://schemas.openxmlformats.org/officeDocument/2006/relationships/customXml" Target="../ink/ink128.xml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9.png"/><Relationship Id="rId5" Type="http://schemas.openxmlformats.org/officeDocument/2006/relationships/customXml" Target="../ink/ink127.xml"/><Relationship Id="rId4" Type="http://schemas.openxmlformats.org/officeDocument/2006/relationships/image" Target="../media/image3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1.xml"/><Relationship Id="rId13" Type="http://schemas.openxmlformats.org/officeDocument/2006/relationships/image" Target="../media/image236.png"/><Relationship Id="rId3" Type="http://schemas.openxmlformats.org/officeDocument/2006/relationships/image" Target="../media/image223.png"/><Relationship Id="rId7" Type="http://schemas.openxmlformats.org/officeDocument/2006/relationships/image" Target="../media/image33.png"/><Relationship Id="rId12" Type="http://schemas.openxmlformats.org/officeDocument/2006/relationships/customXml" Target="../ink/ink133.xml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0.xml"/><Relationship Id="rId11" Type="http://schemas.openxmlformats.org/officeDocument/2006/relationships/image" Target="../media/image235.png"/><Relationship Id="rId5" Type="http://schemas.openxmlformats.org/officeDocument/2006/relationships/image" Target="../media/image233.png"/><Relationship Id="rId15" Type="http://schemas.openxmlformats.org/officeDocument/2006/relationships/image" Target="../media/image237.png"/><Relationship Id="rId10" Type="http://schemas.openxmlformats.org/officeDocument/2006/relationships/customXml" Target="../ink/ink132.xml"/><Relationship Id="rId4" Type="http://schemas.openxmlformats.org/officeDocument/2006/relationships/customXml" Target="../ink/ink129.xml"/><Relationship Id="rId9" Type="http://schemas.openxmlformats.org/officeDocument/2006/relationships/image" Target="../media/image234.png"/><Relationship Id="rId14" Type="http://schemas.openxmlformats.org/officeDocument/2006/relationships/customXml" Target="../ink/ink13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Bazele</a:t>
            </a:r>
            <a:r>
              <a:rPr lang="en-US" dirty="0"/>
              <a:t> </a:t>
            </a:r>
            <a:r>
              <a:rPr lang="en-US" dirty="0" err="1"/>
              <a:t>inteligenței</a:t>
            </a:r>
            <a:r>
              <a:rPr lang="en-US" dirty="0"/>
              <a:t> </a:t>
            </a:r>
            <a:r>
              <a:rPr lang="en-US" dirty="0" err="1"/>
              <a:t>artificiale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7E701-8695-5CB0-A905-07547C651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Laborator</a:t>
            </a:r>
            <a:r>
              <a:rPr lang="en-US" dirty="0"/>
              <a:t> – Grigore </a:t>
            </a:r>
            <a:r>
              <a:rPr lang="en-US" dirty="0" err="1"/>
              <a:t>Ionuț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4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B002F-CA8B-2609-9C7E-E7F898FF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44" y="113015"/>
            <a:ext cx="4758996" cy="644468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E1247A-126A-D5ED-0D80-96CDF7BF64B1}"/>
              </a:ext>
            </a:extLst>
          </p:cNvPr>
          <p:cNvCxnSpPr>
            <a:cxnSpLocks/>
          </p:cNvCxnSpPr>
          <p:nvPr/>
        </p:nvCxnSpPr>
        <p:spPr>
          <a:xfrm flipV="1">
            <a:off x="2201334" y="3107267"/>
            <a:ext cx="3115733" cy="1244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06EACB9-4E76-88BD-479B-ABA628C15568}"/>
              </a:ext>
            </a:extLst>
          </p:cNvPr>
          <p:cNvSpPr txBox="1"/>
          <p:nvPr/>
        </p:nvSpPr>
        <p:spPr>
          <a:xfrm>
            <a:off x="5422762" y="2922601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today’s lab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2C3F875-37CB-9C23-2F32-78F26636E4CD}"/>
                  </a:ext>
                </a:extLst>
              </p14:cNvPr>
              <p14:cNvContentPartPr/>
              <p14:nvPr/>
            </p14:nvContentPartPr>
            <p14:xfrm>
              <a:off x="709947" y="2903480"/>
              <a:ext cx="1406880" cy="382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2C3F875-37CB-9C23-2F32-78F26636E4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2307" y="2885480"/>
                <a:ext cx="1442520" cy="41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023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DC65E6-9791-F13A-7E6D-C68F30F58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640"/>
            <a:ext cx="12192000" cy="2920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986ACC-A72A-DBED-51D3-CC6B15ECB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2192000" cy="295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2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9867" y="660400"/>
            <a:ext cx="4665134" cy="85143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70850-9648-B248-267C-6CCDCAE18C14}"/>
              </a:ext>
            </a:extLst>
          </p:cNvPr>
          <p:cNvSpPr txBox="1"/>
          <p:nvPr/>
        </p:nvSpPr>
        <p:spPr>
          <a:xfrm>
            <a:off x="1566334" y="2345265"/>
            <a:ext cx="93556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Clustering -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i="1" dirty="0"/>
              <a:t>K</a:t>
            </a:r>
            <a:r>
              <a:rPr lang="en-US" sz="3200" dirty="0"/>
              <a:t>-means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Agglomerative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DBSCAN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Evaluating clustering methods</a:t>
            </a:r>
          </a:p>
        </p:txBody>
      </p:sp>
    </p:spTree>
    <p:extLst>
      <p:ext uri="{BB962C8B-B14F-4D97-AF65-F5344CB8AC3E}">
        <p14:creationId xmlns:p14="http://schemas.microsoft.com/office/powerpoint/2010/main" val="49048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1) Clustering</a:t>
            </a:r>
          </a:p>
        </p:txBody>
      </p:sp>
    </p:spTree>
    <p:extLst>
      <p:ext uri="{BB962C8B-B14F-4D97-AF65-F5344CB8AC3E}">
        <p14:creationId xmlns:p14="http://schemas.microsoft.com/office/powerpoint/2010/main" val="3810546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2F97B-1B88-1120-A172-BB47E6151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80" y="454025"/>
            <a:ext cx="10515600" cy="4351338"/>
          </a:xfrm>
        </p:spPr>
        <p:txBody>
          <a:bodyPr/>
          <a:lstStyle/>
          <a:p>
            <a:r>
              <a:rPr lang="en-US" dirty="0"/>
              <a:t>clustering         grouping similar objects together into clusters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it’s an unsupervised task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goal of clustering: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F1B6A-F697-6AFC-ADC3-8955886A3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867" y="1146596"/>
            <a:ext cx="4572000" cy="25547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53828-7EA5-E4A4-067F-D620EA67C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638" y="4154278"/>
            <a:ext cx="7428795" cy="268973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B4D7FA7-FAA6-D07D-2ED3-5B84D3C9692B}"/>
              </a:ext>
            </a:extLst>
          </p:cNvPr>
          <p:cNvGrpSpPr/>
          <p:nvPr/>
        </p:nvGrpSpPr>
        <p:grpSpPr>
          <a:xfrm>
            <a:off x="4614507" y="2074040"/>
            <a:ext cx="2315160" cy="234720"/>
            <a:chOff x="4614507" y="2074040"/>
            <a:chExt cx="2315160" cy="2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AAC77B0-B2CF-523F-4035-8DFBD94335E8}"/>
                    </a:ext>
                  </a:extLst>
                </p14:cNvPr>
                <p14:cNvContentPartPr/>
                <p14:nvPr/>
              </p14:nvContentPartPr>
              <p14:xfrm>
                <a:off x="4614507" y="2175200"/>
                <a:ext cx="2116800" cy="119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AAC77B0-B2CF-523F-4035-8DFBD94335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96507" y="2157560"/>
                  <a:ext cx="21524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AE0700B-03B9-DE8A-0FF2-E17973C67F21}"/>
                    </a:ext>
                  </a:extLst>
                </p14:cNvPr>
                <p14:cNvContentPartPr/>
                <p14:nvPr/>
              </p14:nvContentPartPr>
              <p14:xfrm>
                <a:off x="6561387" y="2074040"/>
                <a:ext cx="368280" cy="234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AE0700B-03B9-DE8A-0FF2-E17973C67F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43747" y="2056400"/>
                  <a:ext cx="403920" cy="270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9338613-19CA-F706-FF08-5C7EAC9D8ACB}"/>
              </a:ext>
            </a:extLst>
          </p:cNvPr>
          <p:cNvSpPr txBox="1"/>
          <p:nvPr/>
        </p:nvSpPr>
        <p:spPr>
          <a:xfrm>
            <a:off x="4887847" y="1822068"/>
            <a:ext cx="185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from lab 1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442C7D-FA83-ED21-13D9-80867571CBE6}"/>
              </a:ext>
            </a:extLst>
          </p:cNvPr>
          <p:cNvCxnSpPr>
            <a:cxnSpLocks/>
          </p:cNvCxnSpPr>
          <p:nvPr/>
        </p:nvCxnSpPr>
        <p:spPr>
          <a:xfrm>
            <a:off x="2267668" y="701693"/>
            <a:ext cx="4416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022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2) </a:t>
            </a:r>
            <a:r>
              <a:rPr lang="en-US" sz="6000" i="1" dirty="0"/>
              <a:t>K</a:t>
            </a:r>
            <a:r>
              <a:rPr lang="en-US" sz="6000" dirty="0"/>
              <a:t>-means 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86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D2A4DF-0787-6AAD-5BAC-772604C6D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0740"/>
            <a:ext cx="12192000" cy="27165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D927668-71BA-D999-9004-4D467432CBFA}"/>
                  </a:ext>
                </a:extLst>
              </p14:cNvPr>
              <p14:cNvContentPartPr/>
              <p14:nvPr/>
            </p14:nvContentPartPr>
            <p14:xfrm>
              <a:off x="5156805" y="2066535"/>
              <a:ext cx="59040" cy="13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D927668-71BA-D999-9004-4D467432CB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2485" y="2062215"/>
                <a:ext cx="676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1F5BD20-F8B1-92CF-8DEA-79E6FC43EB1F}"/>
                  </a:ext>
                </a:extLst>
              </p14:cNvPr>
              <p14:cNvContentPartPr/>
              <p14:nvPr/>
            </p14:nvContentPartPr>
            <p14:xfrm>
              <a:off x="5495565" y="2067975"/>
              <a:ext cx="36720" cy="12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1F5BD20-F8B1-92CF-8DEA-79E6FC43EB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91245" y="2063655"/>
                <a:ext cx="45360" cy="2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4783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414B07-9847-9C88-411F-3405DC73B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733"/>
            <a:ext cx="6582694" cy="305795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B4CED1B4-11E8-CDB8-CE50-3F1690F9C837}"/>
              </a:ext>
            </a:extLst>
          </p:cNvPr>
          <p:cNvSpPr/>
          <p:nvPr/>
        </p:nvSpPr>
        <p:spPr>
          <a:xfrm>
            <a:off x="6294458" y="111207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663EF-A6F6-585B-6AFF-7C830252D1BE}"/>
              </a:ext>
            </a:extLst>
          </p:cNvPr>
          <p:cNvSpPr txBox="1"/>
          <p:nvPr/>
        </p:nvSpPr>
        <p:spPr>
          <a:xfrm>
            <a:off x="7272866" y="257881"/>
            <a:ext cx="50630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see here 5 blobs of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scope of </a:t>
            </a:r>
            <a:r>
              <a:rPr lang="en-US" sz="2400" i="1" dirty="0"/>
              <a:t>K</a:t>
            </a:r>
            <a:r>
              <a:rPr lang="en-US" sz="2400" dirty="0"/>
              <a:t>-means: find the center of each blob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a new point, we assign it to the closest blob/cluster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9F185D-4EF4-DA9A-FFB9-C40E610B8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106" y="3857206"/>
            <a:ext cx="6182588" cy="3000794"/>
          </a:xfrm>
          <a:prstGeom prst="rect">
            <a:avLst/>
          </a:prstGeom>
        </p:spPr>
      </p:pic>
      <p:sp>
        <p:nvSpPr>
          <p:cNvPr id="16" name="Right Brace 15">
            <a:extLst>
              <a:ext uri="{FF2B5EF4-FFF2-40B4-BE49-F238E27FC236}">
                <a16:creationId xmlns:a16="http://schemas.microsoft.com/office/drawing/2014/main" id="{8A1B6361-D649-74A5-86B9-96A7D45152C2}"/>
              </a:ext>
            </a:extLst>
          </p:cNvPr>
          <p:cNvSpPr/>
          <p:nvPr/>
        </p:nvSpPr>
        <p:spPr>
          <a:xfrm rot="5400000">
            <a:off x="5990909" y="-2802127"/>
            <a:ext cx="210182" cy="11961876"/>
          </a:xfrm>
          <a:prstGeom prst="rightBrac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0A8370D8-0D69-452A-1D4B-FD5B61A12DF2}"/>
              </a:ext>
            </a:extLst>
          </p:cNvPr>
          <p:cNvSpPr/>
          <p:nvPr/>
        </p:nvSpPr>
        <p:spPr>
          <a:xfrm>
            <a:off x="5892800" y="3413298"/>
            <a:ext cx="406400" cy="5462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6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84E6-AB9D-E3A9-E567-AAE106C2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9875"/>
            <a:ext cx="10515600" cy="1325563"/>
          </a:xfrm>
        </p:spPr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1B2382-B518-3464-1DDE-EB06B17F8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88" y="1480479"/>
            <a:ext cx="8402223" cy="1848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99768A-9841-D5EB-A3AB-2D365C9DF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88" y="4029075"/>
            <a:ext cx="8440328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82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1E03A7-5934-2DCA-8385-59B30BC3B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37" y="0"/>
            <a:ext cx="8271596" cy="22316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A72302-ABC6-9937-F35A-C7AC1539A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37" y="2462322"/>
            <a:ext cx="7667306" cy="28821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0EF1D3-9251-B00D-2257-4CEBFA961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37" y="5575123"/>
            <a:ext cx="8441476" cy="12536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39EF49-33A4-452A-EF51-C30442EEE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2667" y="4831823"/>
            <a:ext cx="2709333" cy="20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62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luster of dots&#10;&#10;Description automatically generated with medium confidence">
            <a:extLst>
              <a:ext uri="{FF2B5EF4-FFF2-40B4-BE49-F238E27FC236}">
                <a16:creationId xmlns:a16="http://schemas.microsoft.com/office/drawing/2014/main" id="{3984D1C5-AC6A-6D0F-F946-50907BA74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354" y="58366"/>
            <a:ext cx="8988357" cy="6741268"/>
          </a:xfrm>
        </p:spPr>
      </p:pic>
    </p:spTree>
    <p:extLst>
      <p:ext uri="{BB962C8B-B14F-4D97-AF65-F5344CB8AC3E}">
        <p14:creationId xmlns:p14="http://schemas.microsoft.com/office/powerpoint/2010/main" val="3969433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F23D0C-F8E5-5D26-3C77-CA0B4C930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86864"/>
            <a:ext cx="3615267" cy="1710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AC43A3-97AC-AE57-4576-BEEC55349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759" y="1416427"/>
            <a:ext cx="3381847" cy="16807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9696E3-8538-C183-DA39-A7197121E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871" y="1416427"/>
            <a:ext cx="3551558" cy="16807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6F944E-3A2C-5F85-ADBA-D6E2AA7811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664" y="4283206"/>
            <a:ext cx="3420602" cy="17103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E24399-6D52-9870-4A76-F1F1D46740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3627" y="4283207"/>
            <a:ext cx="3749670" cy="18659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DA7D90-8B10-675A-3D5C-1A5BF40C13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5040" y="4232245"/>
            <a:ext cx="3495126" cy="19727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D3DBC96-4450-0304-C8D9-13D4E14F1353}"/>
                  </a:ext>
                </a:extLst>
              </p14:cNvPr>
              <p14:cNvContentPartPr/>
              <p14:nvPr/>
            </p14:nvContentPartPr>
            <p14:xfrm>
              <a:off x="8000240" y="1488760"/>
              <a:ext cx="244800" cy="15271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D3DBC96-4450-0304-C8D9-13D4E14F135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37240" y="1425760"/>
                <a:ext cx="370440" cy="165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F6D5A38-AA4F-6FFC-58ED-769B2F35AB84}"/>
                  </a:ext>
                </a:extLst>
              </p14:cNvPr>
              <p14:cNvContentPartPr/>
              <p14:nvPr/>
            </p14:nvContentPartPr>
            <p14:xfrm>
              <a:off x="4072224" y="4382832"/>
              <a:ext cx="221760" cy="370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F6D5A38-AA4F-6FFC-58ED-769B2F35AB8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09224" y="4320192"/>
                <a:ext cx="347400" cy="49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50A80FE-5AB3-CFA5-D8EA-C6BC6E6A363F}"/>
                  </a:ext>
                </a:extLst>
              </p14:cNvPr>
              <p14:cNvContentPartPr/>
              <p14:nvPr/>
            </p14:nvContentPartPr>
            <p14:xfrm>
              <a:off x="3986544" y="4754352"/>
              <a:ext cx="249480" cy="1116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50A80FE-5AB3-CFA5-D8EA-C6BC6E6A363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23904" y="4691712"/>
                <a:ext cx="375120" cy="12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25E8E35-5028-E829-E82D-7CA0266BA09B}"/>
                  </a:ext>
                </a:extLst>
              </p14:cNvPr>
              <p14:cNvContentPartPr/>
              <p14:nvPr/>
            </p14:nvContentPartPr>
            <p14:xfrm>
              <a:off x="6723624" y="6120192"/>
              <a:ext cx="6984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25E8E35-5028-E829-E82D-7CA0266BA09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60984" y="6057552"/>
                <a:ext cx="1954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2A303AF-2592-3E01-BCB8-0551DC4FC862}"/>
                  </a:ext>
                </a:extLst>
              </p14:cNvPr>
              <p14:cNvContentPartPr/>
              <p14:nvPr/>
            </p14:nvContentPartPr>
            <p14:xfrm>
              <a:off x="7443264" y="6114072"/>
              <a:ext cx="8028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2A303AF-2592-3E01-BCB8-0551DC4FC86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80264" y="6051072"/>
                <a:ext cx="20592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09261C33-C486-57A1-0D7E-80567F7E9592}"/>
              </a:ext>
            </a:extLst>
          </p:cNvPr>
          <p:cNvGrpSpPr/>
          <p:nvPr/>
        </p:nvGrpSpPr>
        <p:grpSpPr>
          <a:xfrm>
            <a:off x="8436576" y="6047112"/>
            <a:ext cx="925920" cy="74520"/>
            <a:chOff x="8436576" y="6047112"/>
            <a:chExt cx="925920" cy="7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31B8559-5A28-3296-D489-4B9561D073A1}"/>
                    </a:ext>
                  </a:extLst>
                </p14:cNvPr>
                <p14:cNvContentPartPr/>
                <p14:nvPr/>
              </p14:nvContentPartPr>
              <p14:xfrm>
                <a:off x="8436576" y="6077352"/>
                <a:ext cx="925920" cy="44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31B8559-5A28-3296-D489-4B9561D073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73936" y="6014712"/>
                  <a:ext cx="1051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EFE21CA-54D2-589F-A868-34B915F74092}"/>
                    </a:ext>
                  </a:extLst>
                </p14:cNvPr>
                <p14:cNvContentPartPr/>
                <p14:nvPr/>
              </p14:nvContentPartPr>
              <p14:xfrm>
                <a:off x="9241176" y="6047112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EFE21CA-54D2-589F-A868-34B915F740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178536" y="598447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058DD40-C040-1246-2E22-91C3462885BF}"/>
              </a:ext>
            </a:extLst>
          </p:cNvPr>
          <p:cNvGrpSpPr/>
          <p:nvPr/>
        </p:nvGrpSpPr>
        <p:grpSpPr>
          <a:xfrm>
            <a:off x="9928776" y="6095712"/>
            <a:ext cx="117360" cy="360"/>
            <a:chOff x="9928776" y="6095712"/>
            <a:chExt cx="117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2593855-8033-A015-01A0-39793E0EEBEB}"/>
                    </a:ext>
                  </a:extLst>
                </p14:cNvPr>
                <p14:cNvContentPartPr/>
                <p14:nvPr/>
              </p14:nvContentPartPr>
              <p14:xfrm>
                <a:off x="9928776" y="6095712"/>
                <a:ext cx="10440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2593855-8033-A015-01A0-39793E0EEB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66136" y="6033072"/>
                  <a:ext cx="2300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8749F7D-C3A4-E9C3-A163-5ECF072296F6}"/>
                    </a:ext>
                  </a:extLst>
                </p14:cNvPr>
                <p14:cNvContentPartPr/>
                <p14:nvPr/>
              </p14:nvContentPartPr>
              <p14:xfrm>
                <a:off x="10045776" y="6095712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8749F7D-C3A4-E9C3-A163-5ECF072296F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983136" y="603307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7799A99-20B6-BD0A-F814-ADE947FFEA1E}"/>
                  </a:ext>
                </a:extLst>
              </p14:cNvPr>
              <p14:cNvContentPartPr/>
              <p14:nvPr/>
            </p14:nvContentPartPr>
            <p14:xfrm>
              <a:off x="10637616" y="6089952"/>
              <a:ext cx="36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7799A99-20B6-BD0A-F814-ADE947FFEA1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574616" y="6026952"/>
                <a:ext cx="162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4C4EF96-5FC6-F5E3-6700-5CC72C98D3D6}"/>
                  </a:ext>
                </a:extLst>
              </p14:cNvPr>
              <p14:cNvContentPartPr/>
              <p14:nvPr/>
            </p14:nvContentPartPr>
            <p14:xfrm>
              <a:off x="11369136" y="6077352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4C4EF96-5FC6-F5E3-6700-5CC72C98D3D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306136" y="6014712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D1934B6-2C14-4BD5-7237-9D56E7B78F58}"/>
                  </a:ext>
                </a:extLst>
              </p14:cNvPr>
              <p14:cNvContentPartPr/>
              <p14:nvPr/>
            </p14:nvContentPartPr>
            <p14:xfrm>
              <a:off x="1261800" y="914232"/>
              <a:ext cx="360" cy="14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D1934B6-2C14-4BD5-7237-9D56E7B78F5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98800" y="851232"/>
                <a:ext cx="1260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F5AED4E-7E2B-5E23-6103-1BD46B210567}"/>
                  </a:ext>
                </a:extLst>
              </p14:cNvPr>
              <p14:cNvContentPartPr/>
              <p14:nvPr/>
            </p14:nvContentPartPr>
            <p14:xfrm>
              <a:off x="90720" y="1542072"/>
              <a:ext cx="101880" cy="245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F5AED4E-7E2B-5E23-6103-1BD46B21056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8080" y="1479432"/>
                <a:ext cx="22752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1D92960-6D54-E3C4-3670-BAB5E8E10E52}"/>
                  </a:ext>
                </a:extLst>
              </p14:cNvPr>
              <p14:cNvContentPartPr/>
              <p14:nvPr/>
            </p14:nvContentPartPr>
            <p14:xfrm>
              <a:off x="91440" y="1877592"/>
              <a:ext cx="73800" cy="210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1D92960-6D54-E3C4-3670-BAB5E8E10E5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440" y="1814592"/>
                <a:ext cx="19944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90A1F62-8775-F340-5B96-ADA361663413}"/>
                  </a:ext>
                </a:extLst>
              </p14:cNvPr>
              <p14:cNvContentPartPr/>
              <p14:nvPr/>
            </p14:nvContentPartPr>
            <p14:xfrm>
              <a:off x="121680" y="2809992"/>
              <a:ext cx="58320" cy="1954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90A1F62-8775-F340-5B96-ADA36166341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9040" y="2747352"/>
                <a:ext cx="183960" cy="32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E512FF53-EC3A-E691-2D0D-798170796B56}"/>
              </a:ext>
            </a:extLst>
          </p:cNvPr>
          <p:cNvGrpSpPr/>
          <p:nvPr/>
        </p:nvGrpSpPr>
        <p:grpSpPr>
          <a:xfrm>
            <a:off x="97200" y="2536032"/>
            <a:ext cx="86040" cy="138960"/>
            <a:chOff x="97200" y="2536032"/>
            <a:chExt cx="86040" cy="13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AFFD545-28D9-1BD6-3C8D-4081237F406A}"/>
                    </a:ext>
                  </a:extLst>
                </p14:cNvPr>
                <p14:cNvContentPartPr/>
                <p14:nvPr/>
              </p14:nvContentPartPr>
              <p14:xfrm>
                <a:off x="158400" y="2536032"/>
                <a:ext cx="24840" cy="103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AFFD545-28D9-1BD6-3C8D-4081237F40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760" y="2473032"/>
                  <a:ext cx="1504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BCD1BC-BB84-437F-FD3D-3B8DBB659F6B}"/>
                    </a:ext>
                  </a:extLst>
                </p14:cNvPr>
                <p14:cNvContentPartPr/>
                <p14:nvPr/>
              </p14:nvContentPartPr>
              <p14:xfrm>
                <a:off x="97200" y="2590752"/>
                <a:ext cx="360" cy="84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BCD1BC-BB84-437F-FD3D-3B8DBB659F6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560" y="2527752"/>
                  <a:ext cx="12600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683F02-8FCE-C4B5-22FA-4F8094A67767}"/>
              </a:ext>
            </a:extLst>
          </p:cNvPr>
          <p:cNvGrpSpPr/>
          <p:nvPr/>
        </p:nvGrpSpPr>
        <p:grpSpPr>
          <a:xfrm>
            <a:off x="2540040" y="1285200"/>
            <a:ext cx="163800" cy="35640"/>
            <a:chOff x="2540040" y="1285200"/>
            <a:chExt cx="163800" cy="3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6143082-0D50-81CD-AE5D-75C6757C96EF}"/>
                    </a:ext>
                  </a:extLst>
                </p14:cNvPr>
                <p14:cNvContentPartPr/>
                <p14:nvPr/>
              </p14:nvContentPartPr>
              <p14:xfrm>
                <a:off x="2600880" y="1285200"/>
                <a:ext cx="102960" cy="19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6143082-0D50-81CD-AE5D-75C6757C96E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537880" y="1222200"/>
                  <a:ext cx="228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AF1BDA7-5199-7B95-E483-D7EED7F55B38}"/>
                    </a:ext>
                  </a:extLst>
                </p14:cNvPr>
                <p14:cNvContentPartPr/>
                <p14:nvPr/>
              </p14:nvContentPartPr>
              <p14:xfrm>
                <a:off x="2540040" y="1320480"/>
                <a:ext cx="4500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AF1BDA7-5199-7B95-E483-D7EED7F55B3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77040" y="1257840"/>
                  <a:ext cx="17064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85DE389-0B1B-9F1A-1DDD-01C8FE98523B}"/>
              </a:ext>
            </a:extLst>
          </p:cNvPr>
          <p:cNvGrpSpPr/>
          <p:nvPr/>
        </p:nvGrpSpPr>
        <p:grpSpPr>
          <a:xfrm>
            <a:off x="3144480" y="1158120"/>
            <a:ext cx="193320" cy="158040"/>
            <a:chOff x="3144480" y="1158120"/>
            <a:chExt cx="19332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1243856-263F-9BC9-38C4-42A13751AB8C}"/>
                    </a:ext>
                  </a:extLst>
                </p14:cNvPr>
                <p14:cNvContentPartPr/>
                <p14:nvPr/>
              </p14:nvContentPartPr>
              <p14:xfrm>
                <a:off x="3144480" y="1158120"/>
                <a:ext cx="360" cy="48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1243856-263F-9BC9-38C4-42A13751AB8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81480" y="1095120"/>
                  <a:ext cx="126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24A1E9E-279E-36F1-D767-9179E8773685}"/>
                    </a:ext>
                  </a:extLst>
                </p14:cNvPr>
                <p14:cNvContentPartPr/>
                <p14:nvPr/>
              </p14:nvContentPartPr>
              <p14:xfrm>
                <a:off x="3286680" y="1300320"/>
                <a:ext cx="51120" cy="3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24A1E9E-279E-36F1-D767-9179E87736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23680" y="1237680"/>
                  <a:ext cx="1767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1654FA3-17A7-B806-053E-8D91A6505211}"/>
                    </a:ext>
                  </a:extLst>
                </p14:cNvPr>
                <p14:cNvContentPartPr/>
                <p14:nvPr/>
              </p14:nvContentPartPr>
              <p14:xfrm>
                <a:off x="3271560" y="1305360"/>
                <a:ext cx="46080" cy="10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1654FA3-17A7-B806-053E-8D91A650521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08560" y="1242720"/>
                  <a:ext cx="17172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6FA65BD-A6E8-B485-FC6F-739C920423EE}"/>
              </a:ext>
            </a:extLst>
          </p:cNvPr>
          <p:cNvGrpSpPr/>
          <p:nvPr/>
        </p:nvGrpSpPr>
        <p:grpSpPr>
          <a:xfrm>
            <a:off x="87940" y="2040360"/>
            <a:ext cx="88100" cy="340872"/>
            <a:chOff x="87940" y="2040360"/>
            <a:chExt cx="88100" cy="34087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5225E7A-F2C4-25D5-48D8-CE6F39DA7265}"/>
                    </a:ext>
                  </a:extLst>
                </p14:cNvPr>
                <p14:cNvContentPartPr/>
                <p14:nvPr/>
              </p14:nvContentPartPr>
              <p14:xfrm>
                <a:off x="140040" y="2243352"/>
                <a:ext cx="36000" cy="137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5225E7A-F2C4-25D5-48D8-CE6F39DA726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040" y="2180352"/>
                  <a:ext cx="1616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2E112D2-D38A-0092-4D37-41F9EFBEB61F}"/>
                    </a:ext>
                  </a:extLst>
                </p14:cNvPr>
                <p14:cNvContentPartPr/>
                <p14:nvPr/>
              </p14:nvContentPartPr>
              <p14:xfrm>
                <a:off x="92880" y="2145792"/>
                <a:ext cx="23040" cy="127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2E112D2-D38A-0092-4D37-41F9EFBEB61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240" y="2082792"/>
                  <a:ext cx="1486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61B9D5A-0DF9-D222-9682-B740130BB355}"/>
                    </a:ext>
                  </a:extLst>
                </p14:cNvPr>
                <p14:cNvContentPartPr/>
                <p14:nvPr/>
              </p14:nvContentPartPr>
              <p14:xfrm>
                <a:off x="87940" y="2040360"/>
                <a:ext cx="30600" cy="190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61B9D5A-0DF9-D222-9682-B740130BB35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940" y="1977360"/>
                  <a:ext cx="1562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A100465-AC7A-81B4-B978-C87F2D294543}"/>
                    </a:ext>
                  </a:extLst>
                </p14:cNvPr>
                <p14:cNvContentPartPr/>
                <p14:nvPr/>
              </p14:nvContentPartPr>
              <p14:xfrm>
                <a:off x="91900" y="2202000"/>
                <a:ext cx="2160" cy="3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A100465-AC7A-81B4-B978-C87F2D29454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900" y="2139000"/>
                  <a:ext cx="127800" cy="129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84927FAA-4348-8F56-C8AA-8799681586C0}"/>
              </a:ext>
            </a:extLst>
          </p:cNvPr>
          <p:cNvSpPr/>
          <p:nvPr/>
        </p:nvSpPr>
        <p:spPr>
          <a:xfrm>
            <a:off x="3690781" y="2088346"/>
            <a:ext cx="591526" cy="3279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16591C5D-CFD2-D6F2-53CB-2FA9E692E9C2}"/>
              </a:ext>
            </a:extLst>
          </p:cNvPr>
          <p:cNvSpPr/>
          <p:nvPr/>
        </p:nvSpPr>
        <p:spPr>
          <a:xfrm>
            <a:off x="11662220" y="2127325"/>
            <a:ext cx="436900" cy="271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58757D11-EBCF-2E9B-3594-676C8CDA2BB4}"/>
              </a:ext>
            </a:extLst>
          </p:cNvPr>
          <p:cNvSpPr/>
          <p:nvPr/>
        </p:nvSpPr>
        <p:spPr>
          <a:xfrm>
            <a:off x="3685279" y="5038727"/>
            <a:ext cx="591526" cy="3279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2A5EADEF-B5E0-3AB0-9CD7-E39CC141A9F3}"/>
              </a:ext>
            </a:extLst>
          </p:cNvPr>
          <p:cNvSpPr/>
          <p:nvPr/>
        </p:nvSpPr>
        <p:spPr>
          <a:xfrm>
            <a:off x="7808140" y="5051035"/>
            <a:ext cx="436900" cy="271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A4A3B068-7593-B01C-92B7-107744377C1F}"/>
              </a:ext>
            </a:extLst>
          </p:cNvPr>
          <p:cNvSpPr/>
          <p:nvPr/>
        </p:nvSpPr>
        <p:spPr>
          <a:xfrm>
            <a:off x="7783415" y="2176305"/>
            <a:ext cx="436900" cy="271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01AFB6-F1FB-EBB6-92FC-C79E53C01395}"/>
              </a:ext>
            </a:extLst>
          </p:cNvPr>
          <p:cNvSpPr txBox="1"/>
          <p:nvPr/>
        </p:nvSpPr>
        <p:spPr>
          <a:xfrm>
            <a:off x="4776987" y="1036851"/>
            <a:ext cx="263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assign points to clusters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7A2243A-C20B-BED5-D1A0-88E162CC8071}"/>
              </a:ext>
            </a:extLst>
          </p:cNvPr>
          <p:cNvSpPr txBox="1"/>
          <p:nvPr/>
        </p:nvSpPr>
        <p:spPr>
          <a:xfrm>
            <a:off x="983786" y="767161"/>
            <a:ext cx="2631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randomly  initialize cluster centroids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86EB203-ADC8-DC10-107C-92FB4B846689}"/>
              </a:ext>
            </a:extLst>
          </p:cNvPr>
          <p:cNvGrpSpPr/>
          <p:nvPr/>
        </p:nvGrpSpPr>
        <p:grpSpPr>
          <a:xfrm>
            <a:off x="4504584" y="6036560"/>
            <a:ext cx="1719483" cy="135112"/>
            <a:chOff x="4504584" y="6036560"/>
            <a:chExt cx="1719483" cy="1351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86334EF-8BC9-9744-E354-B6A8C71987D7}"/>
                    </a:ext>
                  </a:extLst>
                </p14:cNvPr>
                <p14:cNvContentPartPr/>
                <p14:nvPr/>
              </p14:nvContentPartPr>
              <p14:xfrm>
                <a:off x="4504584" y="6107592"/>
                <a:ext cx="1346760" cy="64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86334EF-8BC9-9744-E354-B6A8C71987D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41944" y="6044952"/>
                  <a:ext cx="14724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057F59E-5899-2865-4BD7-438FC1596682}"/>
                    </a:ext>
                  </a:extLst>
                </p14:cNvPr>
                <p14:cNvContentPartPr/>
                <p14:nvPr/>
              </p14:nvContentPartPr>
              <p14:xfrm>
                <a:off x="5925144" y="6132432"/>
                <a:ext cx="198000" cy="6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057F59E-5899-2865-4BD7-438FC159668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62144" y="6069792"/>
                  <a:ext cx="3236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0CEC920-3E0B-1B04-65E9-B1643DCC5DDF}"/>
                    </a:ext>
                  </a:extLst>
                </p14:cNvPr>
                <p14:cNvContentPartPr/>
                <p14:nvPr/>
              </p14:nvContentPartPr>
              <p14:xfrm>
                <a:off x="4525587" y="6053840"/>
                <a:ext cx="80280" cy="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0CEC920-3E0B-1B04-65E9-B1643DCC5DD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62947" y="5990840"/>
                  <a:ext cx="205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99BC87E-10A4-2AFE-1BF5-0CDED9B2CDB5}"/>
                    </a:ext>
                  </a:extLst>
                </p14:cNvPr>
                <p14:cNvContentPartPr/>
                <p14:nvPr/>
              </p14:nvContentPartPr>
              <p14:xfrm>
                <a:off x="5283027" y="6036560"/>
                <a:ext cx="1800" cy="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99BC87E-10A4-2AFE-1BF5-0CDED9B2CDB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20387" y="5973560"/>
                  <a:ext cx="127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14E138E-3A7F-4F7D-C90C-9A645046BDBB}"/>
                    </a:ext>
                  </a:extLst>
                </p14:cNvPr>
                <p14:cNvContentPartPr/>
                <p14:nvPr/>
              </p14:nvContentPartPr>
              <p14:xfrm>
                <a:off x="5867307" y="6044840"/>
                <a:ext cx="3567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14E138E-3A7F-4F7D-C90C-9A645046BDB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04307" y="5982200"/>
                  <a:ext cx="4824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8B720AB-23BC-491D-1328-79DAC3EA7BB8}"/>
                  </a:ext>
                </a:extLst>
              </p14:cNvPr>
              <p14:cNvContentPartPr/>
              <p14:nvPr/>
            </p14:nvContentPartPr>
            <p14:xfrm>
              <a:off x="6654627" y="6053840"/>
              <a:ext cx="7560" cy="3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8B720AB-23BC-491D-1328-79DAC3EA7BB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591987" y="5990840"/>
                <a:ext cx="1332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F8D67F7F-C2E7-B57E-243B-D4568B94DB7D}"/>
              </a:ext>
            </a:extLst>
          </p:cNvPr>
          <p:cNvGrpSpPr/>
          <p:nvPr/>
        </p:nvGrpSpPr>
        <p:grpSpPr>
          <a:xfrm>
            <a:off x="7365987" y="6044840"/>
            <a:ext cx="44280" cy="51120"/>
            <a:chOff x="7365987" y="6044840"/>
            <a:chExt cx="44280" cy="5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6AB84DA-E8D3-CF22-338D-0E7A907357A7}"/>
                    </a:ext>
                  </a:extLst>
                </p14:cNvPr>
                <p14:cNvContentPartPr/>
                <p14:nvPr/>
              </p14:nvContentPartPr>
              <p14:xfrm>
                <a:off x="7408467" y="6095600"/>
                <a:ext cx="1800" cy="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6AB84DA-E8D3-CF22-338D-0E7A907357A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45467" y="6032960"/>
                  <a:ext cx="127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48F0005-6E36-3A19-402C-793DF8A66943}"/>
                    </a:ext>
                  </a:extLst>
                </p14:cNvPr>
                <p14:cNvContentPartPr/>
                <p14:nvPr/>
              </p14:nvContentPartPr>
              <p14:xfrm>
                <a:off x="7365987" y="6044840"/>
                <a:ext cx="360" cy="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48F0005-6E36-3A19-402C-793DF8A669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02987" y="59822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8589EA02-C75B-87D8-693F-376C7FA3C4CE}"/>
              </a:ext>
            </a:extLst>
          </p:cNvPr>
          <p:cNvSpPr txBox="1"/>
          <p:nvPr/>
        </p:nvSpPr>
        <p:spPr>
          <a:xfrm>
            <a:off x="643263" y="3913874"/>
            <a:ext cx="263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assign points to clusters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E5D934F-8E21-FD35-0103-896FDD2D5F28}"/>
              </a:ext>
            </a:extLst>
          </p:cNvPr>
          <p:cNvSpPr txBox="1"/>
          <p:nvPr/>
        </p:nvSpPr>
        <p:spPr>
          <a:xfrm>
            <a:off x="8917259" y="3913874"/>
            <a:ext cx="263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assign points to clusters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B2727C0-88D7-7CE6-B32B-A7B5C2A88118}"/>
              </a:ext>
            </a:extLst>
          </p:cNvPr>
          <p:cNvSpPr txBox="1"/>
          <p:nvPr/>
        </p:nvSpPr>
        <p:spPr>
          <a:xfrm>
            <a:off x="8866327" y="1100534"/>
            <a:ext cx="263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the centroids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B228F78-B6E1-B39B-0DA5-7CB1EE8967EC}"/>
              </a:ext>
            </a:extLst>
          </p:cNvPr>
          <p:cNvSpPr txBox="1"/>
          <p:nvPr/>
        </p:nvSpPr>
        <p:spPr>
          <a:xfrm>
            <a:off x="4892064" y="3913874"/>
            <a:ext cx="263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the centroids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CAB5A31-8E62-293C-8D02-0EE795D38EFE}"/>
              </a:ext>
            </a:extLst>
          </p:cNvPr>
          <p:cNvGrpSpPr/>
          <p:nvPr/>
        </p:nvGrpSpPr>
        <p:grpSpPr>
          <a:xfrm>
            <a:off x="9865827" y="5824880"/>
            <a:ext cx="2073960" cy="947160"/>
            <a:chOff x="9865827" y="5824880"/>
            <a:chExt cx="2073960" cy="94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7B97D3D-0C72-2FE0-34D3-E2DAFB099B8B}"/>
                    </a:ext>
                  </a:extLst>
                </p14:cNvPr>
                <p14:cNvContentPartPr/>
                <p14:nvPr/>
              </p14:nvContentPartPr>
              <p14:xfrm>
                <a:off x="11803707" y="5824880"/>
                <a:ext cx="136080" cy="210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7B97D3D-0C72-2FE0-34D3-E2DAFB099B8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785707" y="5807240"/>
                  <a:ext cx="1717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6D60E8D-8A9B-F2D7-5F45-CB2C2B7743CF}"/>
                    </a:ext>
                  </a:extLst>
                </p14:cNvPr>
                <p14:cNvContentPartPr/>
                <p14:nvPr/>
              </p14:nvContentPartPr>
              <p14:xfrm>
                <a:off x="9885627" y="6264800"/>
                <a:ext cx="210960" cy="209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6D60E8D-8A9B-F2D7-5F45-CB2C2B7743C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867627" y="6246800"/>
                  <a:ext cx="2466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E3D8120-CEE6-B881-1EF7-3FF2CD4CBCEE}"/>
                    </a:ext>
                  </a:extLst>
                </p14:cNvPr>
                <p14:cNvContentPartPr/>
                <p14:nvPr/>
              </p14:nvContentPartPr>
              <p14:xfrm>
                <a:off x="9865827" y="6434360"/>
                <a:ext cx="382680" cy="337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E3D8120-CEE6-B881-1EF7-3FF2CD4CBCE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47827" y="6416720"/>
                  <a:ext cx="4183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89A03A6-29FA-78AD-FBBD-F782170AFDC2}"/>
                    </a:ext>
                  </a:extLst>
                </p14:cNvPr>
                <p14:cNvContentPartPr/>
                <p14:nvPr/>
              </p14:nvContentPartPr>
              <p14:xfrm>
                <a:off x="10253187" y="6511040"/>
                <a:ext cx="360" cy="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89A03A6-29FA-78AD-FBBD-F782170AFDC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35187" y="64930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B60E709-8ED0-CE23-33FA-8E8F6A03CBC8}"/>
                    </a:ext>
                  </a:extLst>
                </p14:cNvPr>
                <p14:cNvContentPartPr/>
                <p14:nvPr/>
              </p14:nvContentPartPr>
              <p14:xfrm>
                <a:off x="10362987" y="6229880"/>
                <a:ext cx="318240" cy="319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B60E709-8ED0-CE23-33FA-8E8F6A03CBC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45347" y="6211880"/>
                  <a:ext cx="3538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9663414-F8F2-CD97-055F-567C8767C534}"/>
                    </a:ext>
                  </a:extLst>
                </p14:cNvPr>
                <p14:cNvContentPartPr/>
                <p14:nvPr/>
              </p14:nvContentPartPr>
              <p14:xfrm>
                <a:off x="10828827" y="6511040"/>
                <a:ext cx="5040" cy="6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9663414-F8F2-CD97-055F-567C8767C53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810827" y="6493040"/>
                  <a:ext cx="40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FBF80B2-C7C4-2327-1C88-AC7A5F712193}"/>
                    </a:ext>
                  </a:extLst>
                </p14:cNvPr>
                <p14:cNvContentPartPr/>
                <p14:nvPr/>
              </p14:nvContentPartPr>
              <p14:xfrm>
                <a:off x="10919907" y="6018200"/>
                <a:ext cx="436680" cy="528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FBF80B2-C7C4-2327-1C88-AC7A5F71219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902267" y="6000560"/>
                  <a:ext cx="47232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A1C9AC4-7128-A4F9-374B-921FA72C3096}"/>
                    </a:ext>
                  </a:extLst>
                </p14:cNvPr>
                <p14:cNvContentPartPr/>
                <p14:nvPr/>
              </p14:nvContentPartPr>
              <p14:xfrm>
                <a:off x="11556747" y="6502040"/>
                <a:ext cx="6840" cy="3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A1C9AC4-7128-A4F9-374B-921FA72C309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539107" y="6484400"/>
                  <a:ext cx="42480" cy="39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55641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9250"/>
            <a:ext cx="8553632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NOTE: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EC67AE-D809-EC7E-4860-ADBAE6509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0" y="88818"/>
            <a:ext cx="9398000" cy="30192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AEDAD0E-37E1-844A-2DBD-D98835576DB7}"/>
                  </a:ext>
                </a:extLst>
              </p14:cNvPr>
              <p14:cNvContentPartPr/>
              <p14:nvPr/>
            </p14:nvContentPartPr>
            <p14:xfrm>
              <a:off x="5231960" y="2844640"/>
              <a:ext cx="327960" cy="164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AEDAD0E-37E1-844A-2DBD-D98835576D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5960" y="2808640"/>
                <a:ext cx="39960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3101EC5-D8EA-4D33-2B81-CF150BFCE1D5}"/>
                  </a:ext>
                </a:extLst>
              </p14:cNvPr>
              <p14:cNvContentPartPr/>
              <p14:nvPr/>
            </p14:nvContentPartPr>
            <p14:xfrm>
              <a:off x="9720027" y="2868720"/>
              <a:ext cx="398160" cy="129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3101EC5-D8EA-4D33-2B81-CF150BFCE1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84027" y="2833080"/>
                <a:ext cx="4698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D0F0E8C-31CB-D1C1-D140-440F88E79763}"/>
                  </a:ext>
                </a:extLst>
              </p14:cNvPr>
              <p14:cNvContentPartPr/>
              <p14:nvPr/>
            </p14:nvContentPartPr>
            <p14:xfrm>
              <a:off x="2756187" y="1335120"/>
              <a:ext cx="305640" cy="143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D0F0E8C-31CB-D1C1-D140-440F88E7976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20547" y="1299480"/>
                <a:ext cx="377280" cy="2152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47D6B79-CA3C-BB62-72A8-E17631D9D26F}"/>
              </a:ext>
            </a:extLst>
          </p:cNvPr>
          <p:cNvSpPr txBox="1"/>
          <p:nvPr/>
        </p:nvSpPr>
        <p:spPr>
          <a:xfrm>
            <a:off x="372534" y="3107087"/>
            <a:ext cx="1038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highlight>
                  <a:srgbClr val="FFFF00"/>
                </a:highlight>
              </a:rPr>
              <a:t>K</a:t>
            </a:r>
            <a:r>
              <a:rPr lang="en-US" sz="2400" dirty="0">
                <a:highlight>
                  <a:srgbClr val="FFFF00"/>
                </a:highlight>
              </a:rPr>
              <a:t>-means is very sensitive to random initialization of the cluster centroids !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730E7A-8149-0AE5-7FE6-5C06448D60A1}"/>
              </a:ext>
            </a:extLst>
          </p:cNvPr>
          <p:cNvGrpSpPr/>
          <p:nvPr/>
        </p:nvGrpSpPr>
        <p:grpSpPr>
          <a:xfrm>
            <a:off x="1974987" y="1773600"/>
            <a:ext cx="903960" cy="305280"/>
            <a:chOff x="1974987" y="1773600"/>
            <a:chExt cx="90396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2646B97-A321-B890-92FA-4CCAEC112B14}"/>
                    </a:ext>
                  </a:extLst>
                </p14:cNvPr>
                <p14:cNvContentPartPr/>
                <p14:nvPr/>
              </p14:nvContentPartPr>
              <p14:xfrm>
                <a:off x="2065707" y="1773600"/>
                <a:ext cx="813240" cy="208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2646B97-A321-B890-92FA-4CCAEC112B1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47707" y="1755600"/>
                  <a:ext cx="8488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90B5F75-E9E6-0659-852B-0F096E4526BD}"/>
                    </a:ext>
                  </a:extLst>
                </p14:cNvPr>
                <p14:cNvContentPartPr/>
                <p14:nvPr/>
              </p14:nvContentPartPr>
              <p14:xfrm>
                <a:off x="1974987" y="1828680"/>
                <a:ext cx="252720" cy="25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90B5F75-E9E6-0659-852B-0F096E4526B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56987" y="1811040"/>
                  <a:ext cx="288360" cy="285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72CF4E2-67EE-63F4-B425-D378B5E406D7}"/>
              </a:ext>
            </a:extLst>
          </p:cNvPr>
          <p:cNvSpPr txBox="1"/>
          <p:nvPr/>
        </p:nvSpPr>
        <p:spPr>
          <a:xfrm>
            <a:off x="152400" y="1845810"/>
            <a:ext cx="182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 bad solutions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1FF85F-1715-ECC8-9750-5652693FC93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6932" y="2146717"/>
            <a:ext cx="538055" cy="493807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05B9FF6A-86A5-4CF1-76BD-90A305D463D1}"/>
              </a:ext>
            </a:extLst>
          </p:cNvPr>
          <p:cNvSpPr txBox="1">
            <a:spLocks/>
          </p:cNvSpPr>
          <p:nvPr/>
        </p:nvSpPr>
        <p:spPr>
          <a:xfrm>
            <a:off x="0" y="3443134"/>
            <a:ext cx="36914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FF0000"/>
                </a:solidFill>
              </a:rPr>
              <a:t>SOLUTIONS: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E20F44-3599-E18C-61E3-62C3A33F07DF}"/>
              </a:ext>
            </a:extLst>
          </p:cNvPr>
          <p:cNvSpPr txBox="1"/>
          <p:nvPr/>
        </p:nvSpPr>
        <p:spPr>
          <a:xfrm>
            <a:off x="152400" y="4525525"/>
            <a:ext cx="1203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000" dirty="0"/>
              <a:t>run </a:t>
            </a:r>
            <a:r>
              <a:rPr lang="en-US" sz="2000" i="1" dirty="0"/>
              <a:t>K</a:t>
            </a:r>
            <a:r>
              <a:rPr lang="en-US" sz="2000" dirty="0"/>
              <a:t>-means multiple times with different random initializations and keep the best solution (according to the metrics we will discuss in the following slides)</a:t>
            </a:r>
          </a:p>
          <a:p>
            <a:pPr marL="457200" indent="-457200">
              <a:buAutoNum type="arabicParenR"/>
            </a:pPr>
            <a:endParaRPr lang="en-US" sz="2000" dirty="0"/>
          </a:p>
          <a:p>
            <a:pPr marL="457200" indent="-457200">
              <a:buFontTx/>
              <a:buAutoNum type="arabicParenR"/>
            </a:pPr>
            <a:r>
              <a:rPr lang="en-US" sz="2000" dirty="0"/>
              <a:t>use </a:t>
            </a:r>
            <a:r>
              <a:rPr lang="en-US" sz="2000" i="1" dirty="0"/>
              <a:t>K</a:t>
            </a:r>
            <a:r>
              <a:rPr lang="en-US" sz="2000" dirty="0"/>
              <a:t>-means++ which introduces a smarter initialization of the cluster centroids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613474A-5CE3-509C-4252-D3F6EF0F8AA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63936" y="5415213"/>
            <a:ext cx="455171" cy="45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79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14A1F5-661D-AE0D-A7D8-DFA61372C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0022"/>
            <a:ext cx="6411821" cy="4997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CD56FE-5939-E626-DE55-789855816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467" y="197473"/>
            <a:ext cx="5469465" cy="64630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3DA9D5-DADC-B0A9-89AD-EBD985E16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179378" cy="162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50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246F42-2092-4BE9-916B-B3750EEE1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000"/>
            <a:ext cx="4021667" cy="2808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4B22AB-3A8C-6BC3-C335-6BE4BF787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595" y="494075"/>
            <a:ext cx="3866535" cy="2672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729481-3943-DDF8-2620-AC57C667E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058" y="494075"/>
            <a:ext cx="3894965" cy="2672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185BD7-70E1-669C-6FA4-F04AD72FB2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5055" y="3625173"/>
            <a:ext cx="4310945" cy="30048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51FB1F-8AEC-4B85-B759-749A57433C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7981" y="3602666"/>
            <a:ext cx="4310944" cy="3027348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F9AAA5AF-3EEC-979D-DDEF-EE2337D2DEF8}"/>
              </a:ext>
            </a:extLst>
          </p:cNvPr>
          <p:cNvSpPr/>
          <p:nvPr/>
        </p:nvSpPr>
        <p:spPr>
          <a:xfrm>
            <a:off x="3940527" y="1704184"/>
            <a:ext cx="324464" cy="2382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06A9482-D5D3-3425-2117-32BA208456CC}"/>
              </a:ext>
            </a:extLst>
          </p:cNvPr>
          <p:cNvSpPr/>
          <p:nvPr/>
        </p:nvSpPr>
        <p:spPr>
          <a:xfrm>
            <a:off x="8007826" y="1704183"/>
            <a:ext cx="324464" cy="2382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A41D159-2DEA-3473-02C6-C6A743F58360}"/>
              </a:ext>
            </a:extLst>
          </p:cNvPr>
          <p:cNvSpPr/>
          <p:nvPr/>
        </p:nvSpPr>
        <p:spPr>
          <a:xfrm>
            <a:off x="6242502" y="5008443"/>
            <a:ext cx="324464" cy="2382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AE28290-FC87-A0B8-0A43-4F5A7315B2B4}"/>
              </a:ext>
            </a:extLst>
          </p:cNvPr>
          <p:cNvSpPr/>
          <p:nvPr/>
        </p:nvSpPr>
        <p:spPr>
          <a:xfrm>
            <a:off x="1440084" y="5008443"/>
            <a:ext cx="324464" cy="2382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37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44" y="2512030"/>
            <a:ext cx="8553632" cy="1325563"/>
          </a:xfrm>
        </p:spPr>
        <p:txBody>
          <a:bodyPr>
            <a:normAutofit fontScale="90000"/>
          </a:bodyPr>
          <a:lstStyle/>
          <a:p>
            <a:r>
              <a:rPr lang="en-US" sz="7200" dirty="0"/>
              <a:t>How do we choose </a:t>
            </a:r>
            <a:br>
              <a:rPr lang="en-US" sz="7200" dirty="0"/>
            </a:br>
            <a:r>
              <a:rPr lang="en-US" sz="7200" dirty="0"/>
              <a:t>	the optimal </a:t>
            </a:r>
            <a:r>
              <a:rPr lang="en-US" sz="7200" i="1" dirty="0"/>
              <a:t>k</a:t>
            </a:r>
            <a:r>
              <a:rPr lang="en-US" sz="7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4749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7867"/>
            <a:ext cx="11057467" cy="1244600"/>
          </a:xfrm>
        </p:spPr>
        <p:txBody>
          <a:bodyPr>
            <a:noAutofit/>
          </a:bodyPr>
          <a:lstStyle/>
          <a:p>
            <a:r>
              <a:rPr lang="en-US" sz="2800" dirty="0"/>
              <a:t>We have 2 performance metrics: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	1)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inertia</a:t>
            </a:r>
            <a:br>
              <a:rPr lang="en-US" sz="2800" dirty="0"/>
            </a:br>
            <a:r>
              <a:rPr lang="en-US" sz="2800" dirty="0"/>
              <a:t>	2)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silhouette score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D781C4-2073-A3AE-E282-5469A7A598CD}"/>
              </a:ext>
            </a:extLst>
          </p:cNvPr>
          <p:cNvSpPr txBox="1"/>
          <p:nvPr/>
        </p:nvSpPr>
        <p:spPr>
          <a:xfrm>
            <a:off x="601210" y="2483003"/>
            <a:ext cx="121687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Inertia</a:t>
            </a:r>
            <a:r>
              <a:rPr lang="en-US" sz="2000" dirty="0"/>
              <a:t>: it’s the sum of squared distances between each data point and its assigned cluster’s centroid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B7661E-8BA0-105E-7084-8A6C8DDCDBFE}"/>
              </a:ext>
            </a:extLst>
          </p:cNvPr>
          <p:cNvSpPr/>
          <p:nvPr/>
        </p:nvSpPr>
        <p:spPr>
          <a:xfrm>
            <a:off x="-8252" y="2305817"/>
            <a:ext cx="60946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1)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D03CA3-C077-B05C-323E-D7B3D5911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608" y="3016030"/>
            <a:ext cx="8118249" cy="384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68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3EB5D-DE20-98DF-F8F0-13F5E33EB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82" y="0"/>
            <a:ext cx="9324118" cy="33512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5CA3DC-D7E6-DDF3-0427-F1DC63AE3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502" y="3617866"/>
            <a:ext cx="7663502" cy="32401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13E409-8B9F-4E0F-A8B6-0A954582C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509" y="4346986"/>
            <a:ext cx="1641421" cy="12156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AC5C42A-9B20-35EA-182B-36BBCE8ECAA7}"/>
                  </a:ext>
                </a:extLst>
              </p14:cNvPr>
              <p14:cNvContentPartPr/>
              <p14:nvPr/>
            </p14:nvContentPartPr>
            <p14:xfrm>
              <a:off x="5314240" y="5491240"/>
              <a:ext cx="1909800" cy="334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AC5C42A-9B20-35EA-182B-36BBCE8ECA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96240" y="5473600"/>
                <a:ext cx="194544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B11224D-87EC-708E-546C-FCBC6D91A7E6}"/>
                  </a:ext>
                </a:extLst>
              </p14:cNvPr>
              <p14:cNvContentPartPr/>
              <p14:nvPr/>
            </p14:nvContentPartPr>
            <p14:xfrm>
              <a:off x="4748680" y="5724520"/>
              <a:ext cx="582480" cy="402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B11224D-87EC-708E-546C-FCBC6D91A7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30680" y="5706880"/>
                <a:ext cx="618120" cy="4384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Arrow: Right 11">
            <a:extLst>
              <a:ext uri="{FF2B5EF4-FFF2-40B4-BE49-F238E27FC236}">
                <a16:creationId xmlns:a16="http://schemas.microsoft.com/office/drawing/2014/main" id="{52CB31E9-38D4-BB30-9A6A-F06E813C3D52}"/>
              </a:ext>
            </a:extLst>
          </p:cNvPr>
          <p:cNvSpPr/>
          <p:nvPr/>
        </p:nvSpPr>
        <p:spPr>
          <a:xfrm>
            <a:off x="10525760" y="266192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A11581E-08A4-01D7-56C8-23C908272F6D}"/>
              </a:ext>
            </a:extLst>
          </p:cNvPr>
          <p:cNvSpPr/>
          <p:nvPr/>
        </p:nvSpPr>
        <p:spPr>
          <a:xfrm>
            <a:off x="343224" y="499561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BE37F-BA21-05D7-0326-ECD94CA56CA5}"/>
              </a:ext>
            </a:extLst>
          </p:cNvPr>
          <p:cNvSpPr txBox="1"/>
          <p:nvPr/>
        </p:nvSpPr>
        <p:spPr>
          <a:xfrm>
            <a:off x="9266706" y="4293072"/>
            <a:ext cx="25181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We choose the optimal number of clusters </a:t>
            </a:r>
            <a:r>
              <a:rPr lang="en-US" sz="2000" b="1" i="1" dirty="0">
                <a:solidFill>
                  <a:srgbClr val="FF0000"/>
                </a:solidFill>
              </a:rPr>
              <a:t>k</a:t>
            </a:r>
            <a:r>
              <a:rPr lang="en-US" sz="2000" b="1" dirty="0">
                <a:solidFill>
                  <a:srgbClr val="FF0000"/>
                </a:solidFill>
              </a:rPr>
              <a:t> using the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elbow method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07440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AD1212-7C02-DC3B-1837-AE0283CD6D8C}"/>
              </a:ext>
            </a:extLst>
          </p:cNvPr>
          <p:cNvSpPr txBox="1"/>
          <p:nvPr/>
        </p:nvSpPr>
        <p:spPr>
          <a:xfrm>
            <a:off x="580890" y="215443"/>
            <a:ext cx="121687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silhouette score</a:t>
            </a:r>
            <a:r>
              <a:rPr lang="en-US" sz="2000" dirty="0"/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07ECE6-1557-D164-9221-330F59FD068B}"/>
              </a:ext>
            </a:extLst>
          </p:cNvPr>
          <p:cNvSpPr/>
          <p:nvPr/>
        </p:nvSpPr>
        <p:spPr>
          <a:xfrm>
            <a:off x="22090" y="61555"/>
            <a:ext cx="60946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2</a:t>
            </a:r>
            <a:r>
              <a:rPr lang="en-US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2552E7-68B0-83C0-BBBB-20518B50A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37" y="769441"/>
            <a:ext cx="8367103" cy="13313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F14A19-38D1-0538-1873-4EA6C7BAA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77" y="2432294"/>
            <a:ext cx="9090143" cy="43924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2A7B2CD-DB1C-638A-B82A-39B3ADD2F058}"/>
                  </a:ext>
                </a:extLst>
              </p14:cNvPr>
              <p14:cNvContentPartPr/>
              <p14:nvPr/>
            </p14:nvContentPartPr>
            <p14:xfrm>
              <a:off x="4379120" y="5932360"/>
              <a:ext cx="2639520" cy="762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2A7B2CD-DB1C-638A-B82A-39B3ADD2F0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61120" y="5914720"/>
                <a:ext cx="2675160" cy="79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F732F0C-96E1-18CB-D7E7-2995942E0A59}"/>
                  </a:ext>
                </a:extLst>
              </p14:cNvPr>
              <p14:cNvContentPartPr/>
              <p14:nvPr/>
            </p14:nvContentPartPr>
            <p14:xfrm>
              <a:off x="4399280" y="5940640"/>
              <a:ext cx="2758680" cy="887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F732F0C-96E1-18CB-D7E7-2995942E0A5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81280" y="5922640"/>
                <a:ext cx="2794320" cy="92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2672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593C41-D5E2-A68F-6A7A-5915DFB7F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" y="26355"/>
            <a:ext cx="8636000" cy="226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A8C354-6258-C329-0874-881ED3C75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" y="2454104"/>
            <a:ext cx="8106514" cy="19712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683C7F-CB37-8D14-D0AA-21C51EF23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280" y="4272939"/>
            <a:ext cx="6614595" cy="24063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C6F8FA2-D5AB-25E0-F36F-2EB665CF6932}"/>
                  </a:ext>
                </a:extLst>
              </p14:cNvPr>
              <p14:cNvContentPartPr/>
              <p14:nvPr/>
            </p14:nvContentPartPr>
            <p14:xfrm>
              <a:off x="6682400" y="4404880"/>
              <a:ext cx="594000" cy="503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C6F8FA2-D5AB-25E0-F36F-2EB665CF69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64400" y="4387240"/>
                <a:ext cx="629640" cy="53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DB4ABD3-59BC-CA9D-29E7-2DB44DFE209B}"/>
                  </a:ext>
                </a:extLst>
              </p14:cNvPr>
              <p14:cNvContentPartPr/>
              <p14:nvPr/>
            </p14:nvContentPartPr>
            <p14:xfrm>
              <a:off x="7447040" y="3875320"/>
              <a:ext cx="1913040" cy="666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DB4ABD3-59BC-CA9D-29E7-2DB44DFE209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29400" y="3857680"/>
                <a:ext cx="1948680" cy="70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8A9C2CE-49E6-19BF-8B01-27BA9D50CDF2}"/>
                  </a:ext>
                </a:extLst>
              </p14:cNvPr>
              <p14:cNvContentPartPr/>
              <p14:nvPr/>
            </p14:nvContentPartPr>
            <p14:xfrm>
              <a:off x="9144080" y="3880720"/>
              <a:ext cx="269640" cy="345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8A9C2CE-49E6-19BF-8B01-27BA9D50CDF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26080" y="3863080"/>
                <a:ext cx="305280" cy="3816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7F56FD5-5BAF-6217-F18C-32C7F21A2402}"/>
              </a:ext>
            </a:extLst>
          </p:cNvPr>
          <p:cNvSpPr txBox="1"/>
          <p:nvPr/>
        </p:nvSpPr>
        <p:spPr>
          <a:xfrm>
            <a:off x="9391679" y="3565053"/>
            <a:ext cx="29019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best choice (the highest score)</a:t>
            </a:r>
          </a:p>
        </p:txBody>
      </p:sp>
    </p:spTree>
    <p:extLst>
      <p:ext uri="{BB962C8B-B14F-4D97-AF65-F5344CB8AC3E}">
        <p14:creationId xmlns:p14="http://schemas.microsoft.com/office/powerpoint/2010/main" val="1392163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835714-E53A-51A5-81B6-0DBBD9097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560" y="735895"/>
            <a:ext cx="7684480" cy="59654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511EE3-4E12-1D65-49A3-6069706B41BC}"/>
              </a:ext>
            </a:extLst>
          </p:cNvPr>
          <p:cNvSpPr txBox="1"/>
          <p:nvPr/>
        </p:nvSpPr>
        <p:spPr>
          <a:xfrm>
            <a:off x="0" y="0"/>
            <a:ext cx="6685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…or using a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silhouette diagram</a:t>
            </a:r>
            <a:r>
              <a:rPr lang="en-US" sz="3200" dirty="0"/>
              <a:t>…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3CCCFD-035D-6030-B437-D3E6294F4B25}"/>
              </a:ext>
            </a:extLst>
          </p:cNvPr>
          <p:cNvGrpSpPr/>
          <p:nvPr/>
        </p:nvGrpSpPr>
        <p:grpSpPr>
          <a:xfrm>
            <a:off x="9428120" y="4683520"/>
            <a:ext cx="952200" cy="320400"/>
            <a:chOff x="9428120" y="4683520"/>
            <a:chExt cx="95220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AAD8B80-6A6C-405D-5181-AC89A167A404}"/>
                    </a:ext>
                  </a:extLst>
                </p14:cNvPr>
                <p14:cNvContentPartPr/>
                <p14:nvPr/>
              </p14:nvContentPartPr>
              <p14:xfrm>
                <a:off x="9428120" y="4683520"/>
                <a:ext cx="853920" cy="229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AAD8B80-6A6C-405D-5181-AC89A167A40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410480" y="4665520"/>
                  <a:ext cx="8895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5FCEE9D-0354-1F0C-F2D2-06AFA9D50533}"/>
                    </a:ext>
                  </a:extLst>
                </p14:cNvPr>
                <p14:cNvContentPartPr/>
                <p14:nvPr/>
              </p14:nvContentPartPr>
              <p14:xfrm>
                <a:off x="10134800" y="4816000"/>
                <a:ext cx="245520" cy="187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5FCEE9D-0354-1F0C-F2D2-06AFA9D5053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116800" y="4798000"/>
                  <a:ext cx="28116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22EC243-D5E5-1E22-F2F0-35729B0588EC}"/>
              </a:ext>
            </a:extLst>
          </p:cNvPr>
          <p:cNvGrpSpPr/>
          <p:nvPr/>
        </p:nvGrpSpPr>
        <p:grpSpPr>
          <a:xfrm>
            <a:off x="1178720" y="1483120"/>
            <a:ext cx="1219320" cy="261000"/>
            <a:chOff x="1178720" y="1483120"/>
            <a:chExt cx="121932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11C8B27-BC51-0297-5CFB-330C36147F58}"/>
                    </a:ext>
                  </a:extLst>
                </p14:cNvPr>
                <p14:cNvContentPartPr/>
                <p14:nvPr/>
              </p14:nvContentPartPr>
              <p14:xfrm>
                <a:off x="1227320" y="1593640"/>
                <a:ext cx="1170720" cy="82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11C8B27-BC51-0297-5CFB-330C36147F5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09680" y="1576000"/>
                  <a:ext cx="1206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0564528-DC41-630B-00C3-1E6226151BC9}"/>
                    </a:ext>
                  </a:extLst>
                </p14:cNvPr>
                <p14:cNvContentPartPr/>
                <p14:nvPr/>
              </p14:nvContentPartPr>
              <p14:xfrm>
                <a:off x="1178720" y="1483120"/>
                <a:ext cx="122040" cy="261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0564528-DC41-630B-00C3-1E6226151BC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60720" y="1465480"/>
                  <a:ext cx="157680" cy="296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17E90FB-A327-C0A1-F680-F8D54A495285}"/>
              </a:ext>
            </a:extLst>
          </p:cNvPr>
          <p:cNvSpPr txBox="1"/>
          <p:nvPr/>
        </p:nvSpPr>
        <p:spPr>
          <a:xfrm>
            <a:off x="10380320" y="479818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bad option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43DF4B-A34A-49F7-4311-D7EA1E9E2FA3}"/>
              </a:ext>
            </a:extLst>
          </p:cNvPr>
          <p:cNvSpPr txBox="1"/>
          <p:nvPr/>
        </p:nvSpPr>
        <p:spPr>
          <a:xfrm>
            <a:off x="-70840" y="140897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bad option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A0A4D8E-A4C3-58DB-0A96-AEE3DB49785A}"/>
              </a:ext>
            </a:extLst>
          </p:cNvPr>
          <p:cNvGrpSpPr/>
          <p:nvPr/>
        </p:nvGrpSpPr>
        <p:grpSpPr>
          <a:xfrm>
            <a:off x="9580760" y="1537120"/>
            <a:ext cx="551880" cy="373320"/>
            <a:chOff x="9580760" y="1537120"/>
            <a:chExt cx="55188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FDF4CF-556C-D831-9374-F23FB31D7687}"/>
                    </a:ext>
                  </a:extLst>
                </p14:cNvPr>
                <p14:cNvContentPartPr/>
                <p14:nvPr/>
              </p14:nvContentPartPr>
              <p14:xfrm>
                <a:off x="9580760" y="1697320"/>
                <a:ext cx="409680" cy="213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FDF4CF-556C-D831-9374-F23FB31D768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563120" y="1679320"/>
                  <a:ext cx="4453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4EF5640-5080-300D-4622-0554D08A5C93}"/>
                    </a:ext>
                  </a:extLst>
                </p14:cNvPr>
                <p14:cNvContentPartPr/>
                <p14:nvPr/>
              </p14:nvContentPartPr>
              <p14:xfrm>
                <a:off x="9946520" y="1537120"/>
                <a:ext cx="186120" cy="24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4EF5640-5080-300D-4622-0554D08A5C9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928880" y="1519480"/>
                  <a:ext cx="221760" cy="28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15323BC-E236-5465-B8AF-7162B827362E}"/>
              </a:ext>
            </a:extLst>
          </p:cNvPr>
          <p:cNvGrpSpPr/>
          <p:nvPr/>
        </p:nvGrpSpPr>
        <p:grpSpPr>
          <a:xfrm>
            <a:off x="1567160" y="4917160"/>
            <a:ext cx="688680" cy="284760"/>
            <a:chOff x="1567160" y="4917160"/>
            <a:chExt cx="68868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FF868B4-50AD-283D-B9B0-04CBC50F2A0F}"/>
                    </a:ext>
                  </a:extLst>
                </p14:cNvPr>
                <p14:cNvContentPartPr/>
                <p14:nvPr/>
              </p14:nvContentPartPr>
              <p14:xfrm>
                <a:off x="1695680" y="4917160"/>
                <a:ext cx="560160" cy="149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FF868B4-50AD-283D-B9B0-04CBC50F2A0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77680" y="4899520"/>
                  <a:ext cx="595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06832DF-73A5-88B4-130A-DCBCA8E410FB}"/>
                    </a:ext>
                  </a:extLst>
                </p14:cNvPr>
                <p14:cNvContentPartPr/>
                <p14:nvPr/>
              </p14:nvContentPartPr>
              <p14:xfrm>
                <a:off x="1567160" y="4927240"/>
                <a:ext cx="131760" cy="274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06832DF-73A5-88B4-130A-DCBCA8E410F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49160" y="4909600"/>
                  <a:ext cx="167400" cy="310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165C657-56EA-3B80-C2EB-B2C7B3BE4CF3}"/>
              </a:ext>
            </a:extLst>
          </p:cNvPr>
          <p:cNvSpPr txBox="1"/>
          <p:nvPr/>
        </p:nvSpPr>
        <p:spPr>
          <a:xfrm>
            <a:off x="195560" y="495032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option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A84CC-2106-2244-A19B-D3BA3EC651CE}"/>
              </a:ext>
            </a:extLst>
          </p:cNvPr>
          <p:cNvSpPr txBox="1"/>
          <p:nvPr/>
        </p:nvSpPr>
        <p:spPr>
          <a:xfrm>
            <a:off x="10121040" y="130710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option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8D50D60-C317-C00C-AF02-69A9F4E2E21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47040" y="5178892"/>
            <a:ext cx="538055" cy="4938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3D80FB5-B662-2CA0-47F1-A936444CBB9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4293" y="1744120"/>
            <a:ext cx="538055" cy="49380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89474AD-1B52-F9C8-CF5B-5A973CE2652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523120" y="1307108"/>
            <a:ext cx="455171" cy="4529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CD3AE7E-7473-585F-9551-7DF832CB5B9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11989" y="5264360"/>
            <a:ext cx="455171" cy="45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55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3421E2-ABC5-B0E7-78EB-9FB99187A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6073"/>
            <a:ext cx="12192000" cy="17098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51703A-A6EF-5932-1AD2-0D0BAA926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25756"/>
            <a:ext cx="12192000" cy="10663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64E30EF-D720-5F88-0E7E-7369FA1316F7}"/>
                  </a:ext>
                </a:extLst>
              </p14:cNvPr>
              <p14:cNvContentPartPr/>
              <p14:nvPr/>
            </p14:nvContentPartPr>
            <p14:xfrm>
              <a:off x="8293760" y="2417283"/>
              <a:ext cx="2642760" cy="22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64E30EF-D720-5F88-0E7E-7369FA1316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40120" y="2309643"/>
                <a:ext cx="27504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418A1B8-A5C4-0936-5963-D23048943322}"/>
                  </a:ext>
                </a:extLst>
              </p14:cNvPr>
              <p14:cNvContentPartPr/>
              <p14:nvPr/>
            </p14:nvContentPartPr>
            <p14:xfrm>
              <a:off x="8208800" y="2296863"/>
              <a:ext cx="2727720" cy="285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418A1B8-A5C4-0936-5963-D2304894332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55160" y="2188863"/>
                <a:ext cx="2835360" cy="50112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61A24D8-95E1-2FE2-809E-123D90FF82FD}"/>
              </a:ext>
            </a:extLst>
          </p:cNvPr>
          <p:cNvSpPr txBox="1"/>
          <p:nvPr/>
        </p:nvSpPr>
        <p:spPr>
          <a:xfrm>
            <a:off x="-81280" y="-55946"/>
            <a:ext cx="3545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NOTES: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53661D0-BB94-2822-176B-7C77FAE407BD}"/>
                  </a:ext>
                </a:extLst>
              </p14:cNvPr>
              <p14:cNvContentPartPr/>
              <p14:nvPr/>
            </p14:nvContentPartPr>
            <p14:xfrm>
              <a:off x="8214200" y="2356840"/>
              <a:ext cx="45720" cy="43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53661D0-BB94-2822-176B-7C77FAE407B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60560" y="2249200"/>
                <a:ext cx="153360" cy="25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7317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lear, Visual Explanation of K-Means for Image Compression with GIFs | by  Sebastian Charmot | TDS Archive | Medium">
            <a:extLst>
              <a:ext uri="{FF2B5EF4-FFF2-40B4-BE49-F238E27FC236}">
                <a16:creationId xmlns:a16="http://schemas.microsoft.com/office/drawing/2014/main" id="{56FA2F03-8E01-4CAF-97ED-A129A693E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682"/>
            <a:ext cx="5792787" cy="342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GitHub - NelakurthiSudheer/Mall-Customers-Segmentation: Customer  Segmentation Using K-Means Clustering">
            <a:extLst>
              <a:ext uri="{FF2B5EF4-FFF2-40B4-BE49-F238E27FC236}">
                <a16:creationId xmlns:a16="http://schemas.microsoft.com/office/drawing/2014/main" id="{EB3C83DD-665D-21B4-599E-BD900E794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215" y="476875"/>
            <a:ext cx="5643562" cy="295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FC1A50-7780-411A-A117-96C294CBE136}"/>
                  </a:ext>
                </a:extLst>
              </p:cNvPr>
              <p:cNvSpPr txBox="1"/>
              <p:nvPr/>
            </p:nvSpPr>
            <p:spPr>
              <a:xfrm>
                <a:off x="94593" y="3606684"/>
                <a:ext cx="6096000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ro-RO" b="1" dirty="0"/>
                  <a:t>K-Means Image Compression </a:t>
                </a:r>
              </a:p>
              <a:p>
                <a:r>
                  <a:rPr lang="ro-RO" b="1" dirty="0"/>
                  <a:t>1️⃣ Convert:</a:t>
                </a:r>
                <a:r>
                  <a:rPr lang="ro-RO" dirty="0"/>
                  <a:t> Each pixel → 3D point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r>
                  <a:rPr lang="ar-AE" b="1" dirty="0"/>
                  <a:t>2️⃣</a:t>
                </a:r>
                <a:r>
                  <a:rPr lang="ro-RO" b="1" dirty="0"/>
                  <a:t>Choose K:</a:t>
                </a:r>
                <a:r>
                  <a:rPr lang="ro-RO" dirty="0"/>
                  <a:t> Number of colors to keep (e.g., 16).</a:t>
                </a:r>
              </a:p>
              <a:p>
                <a:r>
                  <a:rPr lang="ro-RO" b="1" dirty="0"/>
                  <a:t>3️⃣ Init Centroids:</a:t>
                </a:r>
                <a:r>
                  <a:rPr lang="ro-RO" dirty="0"/>
                  <a:t> Pick K random colors.</a:t>
                </a:r>
              </a:p>
              <a:p>
                <a:r>
                  <a:rPr lang="ro-RO" b="1" dirty="0"/>
                  <a:t>4️⃣ Assign:</a:t>
                </a:r>
                <a:r>
                  <a:rPr lang="ro-RO" dirty="0"/>
                  <a:t> Each pixel → nearest centroid (color cluster).</a:t>
                </a:r>
              </a:p>
              <a:p>
                <a:r>
                  <a:rPr lang="ro-RO" b="1" dirty="0"/>
                  <a:t>5️⃣ Update:</a:t>
                </a:r>
                <a:r>
                  <a:rPr lang="ro-RO" dirty="0"/>
                  <a:t> Each centroid = mean of its assigned pixels.</a:t>
                </a:r>
              </a:p>
              <a:p>
                <a:r>
                  <a:rPr lang="ro-RO" b="1" dirty="0"/>
                  <a:t>6️⃣ Repeat:</a:t>
                </a:r>
                <a:r>
                  <a:rPr lang="ro-RO" dirty="0"/>
                  <a:t> Reassign + update until centroids stabilize.</a:t>
                </a:r>
              </a:p>
              <a:p>
                <a:r>
                  <a:rPr lang="ro-RO" b="1" dirty="0"/>
                  <a:t>7️⃣ Reconstruct:</a:t>
                </a:r>
                <a:r>
                  <a:rPr lang="ro-RO" dirty="0"/>
                  <a:t> Replace each pixel with its centroid color → compressed image.</a:t>
                </a:r>
              </a:p>
              <a:p>
                <a:r>
                  <a:rPr lang="ro-RO" b="1" dirty="0"/>
                  <a:t>8️⃣ Save:</a:t>
                </a:r>
                <a:r>
                  <a:rPr lang="ro-RO" dirty="0"/>
                  <a:t> Store palette (K colors) + pixel indices → smaller file.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FC1A50-7780-411A-A117-96C294CBE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93" y="3606684"/>
                <a:ext cx="6096000" cy="3139321"/>
              </a:xfrm>
              <a:prstGeom prst="rect">
                <a:avLst/>
              </a:prstGeom>
              <a:blipFill>
                <a:blip r:embed="rId4"/>
                <a:stretch>
                  <a:fillRect l="-900" t="-971" b="-233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BCEEEA-4F94-A11F-59E1-B7472AC42B2D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A2C267-C1FE-7D9F-075A-37046B38213E}"/>
              </a:ext>
            </a:extLst>
          </p:cNvPr>
          <p:cNvGrpSpPr/>
          <p:nvPr/>
        </p:nvGrpSpPr>
        <p:grpSpPr>
          <a:xfrm>
            <a:off x="3917770" y="3986703"/>
            <a:ext cx="66600" cy="124920"/>
            <a:chOff x="3917770" y="3986703"/>
            <a:chExt cx="66600" cy="12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3460FBE-2008-51CB-C636-8C2C891B1D16}"/>
                    </a:ext>
                  </a:extLst>
                </p14:cNvPr>
                <p14:cNvContentPartPr/>
                <p14:nvPr/>
              </p14:nvContentPartPr>
              <p14:xfrm>
                <a:off x="3917770" y="4035663"/>
                <a:ext cx="12960" cy="61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3460FBE-2008-51CB-C636-8C2C891B1D1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11650" y="4029543"/>
                  <a:ext cx="25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3B3BB7E-EB4C-6C1B-AD97-AEB0852AFB66}"/>
                    </a:ext>
                  </a:extLst>
                </p14:cNvPr>
                <p14:cNvContentPartPr/>
                <p14:nvPr/>
              </p14:nvContentPartPr>
              <p14:xfrm>
                <a:off x="3921730" y="3986703"/>
                <a:ext cx="62640" cy="124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3B3BB7E-EB4C-6C1B-AD97-AEB0852AFB6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15610" y="3980583"/>
                  <a:ext cx="74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BCEF79F-8BD8-03E4-D977-DA81F1E9246D}"/>
                    </a:ext>
                  </a:extLst>
                </p14:cNvPr>
                <p14:cNvContentPartPr/>
                <p14:nvPr/>
              </p14:nvContentPartPr>
              <p14:xfrm>
                <a:off x="3945130" y="4078503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BCEF79F-8BD8-03E4-D977-DA81F1E9246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09490" y="4042863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933131F-58C2-9C69-1EB0-5F9D27DB8DB0}"/>
              </a:ext>
            </a:extLst>
          </p:cNvPr>
          <p:cNvGrpSpPr/>
          <p:nvPr/>
        </p:nvGrpSpPr>
        <p:grpSpPr>
          <a:xfrm>
            <a:off x="4239610" y="4059423"/>
            <a:ext cx="4320" cy="30240"/>
            <a:chOff x="4239610" y="4059423"/>
            <a:chExt cx="4320" cy="3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695C127-F0F5-8F67-8C3A-C90D5D894652}"/>
                    </a:ext>
                  </a:extLst>
                </p14:cNvPr>
                <p14:cNvContentPartPr/>
                <p14:nvPr/>
              </p14:nvContentPartPr>
              <p14:xfrm>
                <a:off x="4239610" y="4059423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695C127-F0F5-8F67-8C3A-C90D5D8946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03610" y="4023783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518C26D-CFBE-D966-9504-291240140648}"/>
                    </a:ext>
                  </a:extLst>
                </p14:cNvPr>
                <p14:cNvContentPartPr/>
                <p14:nvPr/>
              </p14:nvContentPartPr>
              <p14:xfrm>
                <a:off x="4243570" y="4089303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518C26D-CFBE-D966-9504-29124014064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07930" y="4053303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EA5752E-7564-5BE5-C571-2FD9A558CB00}"/>
              </a:ext>
            </a:extLst>
          </p:cNvPr>
          <p:cNvSpPr txBox="1"/>
          <p:nvPr/>
        </p:nvSpPr>
        <p:spPr>
          <a:xfrm>
            <a:off x="6204993" y="360668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Customer Segmentation with Clustering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Goal:</a:t>
            </a:r>
            <a:r>
              <a:rPr lang="en-US" dirty="0"/>
              <a:t> Find groups of customers with similar behavior or preferences.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Input:</a:t>
            </a:r>
            <a:r>
              <a:rPr lang="en-US" dirty="0"/>
              <a:t> Data like age, income, spending habits, region,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Method:</a:t>
            </a:r>
            <a:r>
              <a:rPr lang="en-US" dirty="0"/>
              <a:t> Apply clustering (e.g. </a:t>
            </a:r>
            <a:r>
              <a:rPr lang="en-US" b="1" dirty="0"/>
              <a:t>K-Means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Result:</a:t>
            </a:r>
            <a:r>
              <a:rPr lang="en-US" dirty="0"/>
              <a:t> Each cluster = a distinct customer segment (e.g. “budget buyers”, “premium spenders”).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3A7D508-3CAD-3406-398C-C2E3D21EDB9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42671" y="506509"/>
            <a:ext cx="400106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677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2988774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CA4553-B046-38E7-4C6A-6AAC3A9BC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291" y="0"/>
            <a:ext cx="4595829" cy="28472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573047-CCC5-F428-B36E-C304E4E31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470" y="4085838"/>
            <a:ext cx="5220429" cy="2772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2E4958-EAE6-72B8-5ACD-349DF6B7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575" y="2644297"/>
            <a:ext cx="3076861" cy="1569405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A7502F94-0572-E4CF-24F3-84015473E0D9}"/>
              </a:ext>
            </a:extLst>
          </p:cNvPr>
          <p:cNvSpPr/>
          <p:nvPr/>
        </p:nvSpPr>
        <p:spPr>
          <a:xfrm>
            <a:off x="5398577" y="2967334"/>
            <a:ext cx="555183" cy="11185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0BD932-C8F3-A552-62BF-CF1709653094}"/>
              </a:ext>
            </a:extLst>
          </p:cNvPr>
          <p:cNvGrpSpPr/>
          <p:nvPr/>
        </p:nvGrpSpPr>
        <p:grpSpPr>
          <a:xfrm>
            <a:off x="5963840" y="3271240"/>
            <a:ext cx="3056400" cy="185400"/>
            <a:chOff x="5963840" y="3271240"/>
            <a:chExt cx="3056400" cy="18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2D51E10-2176-DA69-DC90-2E361FB853ED}"/>
                    </a:ext>
                  </a:extLst>
                </p14:cNvPr>
                <p14:cNvContentPartPr/>
                <p14:nvPr/>
              </p14:nvContentPartPr>
              <p14:xfrm>
                <a:off x="5963840" y="3352240"/>
                <a:ext cx="2830680" cy="82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2D51E10-2176-DA69-DC90-2E361FB853E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46200" y="3334240"/>
                  <a:ext cx="28663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086F751-2A12-0F98-0D4E-4E164DFFE446}"/>
                    </a:ext>
                  </a:extLst>
                </p14:cNvPr>
                <p14:cNvContentPartPr/>
                <p14:nvPr/>
              </p14:nvContentPartPr>
              <p14:xfrm>
                <a:off x="8625680" y="3281320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086F751-2A12-0F98-0D4E-4E164DFFE44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607680" y="32636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910AC6E-849A-E5D9-F178-6F39E7B4DD05}"/>
                    </a:ext>
                  </a:extLst>
                </p14:cNvPr>
                <p14:cNvContentPartPr/>
                <p14:nvPr/>
              </p14:nvContentPartPr>
              <p14:xfrm>
                <a:off x="8625680" y="3271240"/>
                <a:ext cx="394560" cy="185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910AC6E-849A-E5D9-F178-6F39E7B4DD0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607680" y="3253600"/>
                  <a:ext cx="430200" cy="221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34854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998988-55EF-FA1C-74F4-91C88C791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410" y="0"/>
            <a:ext cx="6604834" cy="1564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FCBE27-AD2E-7DAD-D293-A45E4BB81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410" y="3429000"/>
            <a:ext cx="6344535" cy="3353268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0823F265-B589-B354-F170-5BE5CA02A22D}"/>
              </a:ext>
            </a:extLst>
          </p:cNvPr>
          <p:cNvSpPr/>
          <p:nvPr/>
        </p:nvSpPr>
        <p:spPr>
          <a:xfrm>
            <a:off x="5613085" y="1706880"/>
            <a:ext cx="635315" cy="15646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A044F-EAC5-48B1-D2D5-802764FE28FB}"/>
              </a:ext>
            </a:extLst>
          </p:cNvPr>
          <p:cNvSpPr txBox="1"/>
          <p:nvPr/>
        </p:nvSpPr>
        <p:spPr>
          <a:xfrm>
            <a:off x="6116545" y="1888728"/>
            <a:ext cx="3206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plot_decision_boundaries</a:t>
            </a:r>
            <a:r>
              <a:rPr lang="en-US" b="1" dirty="0">
                <a:solidFill>
                  <a:srgbClr val="FF0000"/>
                </a:solidFill>
              </a:rPr>
              <a:t>() function already done in lab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0541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3) </a:t>
            </a:r>
            <a:r>
              <a:rPr lang="en-US" sz="6000" dirty="0"/>
              <a:t>Agglomerative 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737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6E33BD-D7C8-EFD6-0416-83EC4F98F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6491"/>
            <a:ext cx="12192000" cy="278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5900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36D2B-B8F6-B48F-075B-593F8B4F6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11785"/>
            <a:ext cx="11628120" cy="4351338"/>
          </a:xfrm>
        </p:spPr>
        <p:txBody>
          <a:bodyPr/>
          <a:lstStyle/>
          <a:p>
            <a:r>
              <a:rPr lang="en-US" dirty="0"/>
              <a:t>overall idea: it starts by declaring each point its own cluster, and then merges the 2 most similar clusters, until some stopping criteria is satisfied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3095DA-DB40-2A4E-2F59-7006185D2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993" y="1828800"/>
            <a:ext cx="8603117" cy="49002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A02F19F-E0C3-C48C-6200-E894DF5E5210}"/>
                  </a:ext>
                </a:extLst>
              </p14:cNvPr>
              <p14:cNvContentPartPr/>
              <p14:nvPr/>
            </p14:nvContentPartPr>
            <p14:xfrm>
              <a:off x="6141600" y="6712680"/>
              <a:ext cx="167400" cy="8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A02F19F-E0C3-C48C-6200-E894DF5E52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37280" y="6708360"/>
                <a:ext cx="17604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504F72B-FFBB-F2CE-7F7D-96C5A4379AA8}"/>
                  </a:ext>
                </a:extLst>
              </p14:cNvPr>
              <p14:cNvContentPartPr/>
              <p14:nvPr/>
            </p14:nvContentPartPr>
            <p14:xfrm>
              <a:off x="6005280" y="6693160"/>
              <a:ext cx="378720" cy="9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504F72B-FFBB-F2CE-7F7D-96C5A4379A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00960" y="6688840"/>
                <a:ext cx="38736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A3D4A33-E778-713D-CA05-6A9EAE34BD5A}"/>
                  </a:ext>
                </a:extLst>
              </p14:cNvPr>
              <p14:cNvContentPartPr/>
              <p14:nvPr/>
            </p14:nvContentPartPr>
            <p14:xfrm>
              <a:off x="6096420" y="6670800"/>
              <a:ext cx="212400" cy="16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A3D4A33-E778-713D-CA05-6A9EAE34BD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92100" y="6666480"/>
                <a:ext cx="22104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075C3AC-E0F4-DE22-0E5B-68FE7209679F}"/>
              </a:ext>
            </a:extLst>
          </p:cNvPr>
          <p:cNvGrpSpPr/>
          <p:nvPr/>
        </p:nvGrpSpPr>
        <p:grpSpPr>
          <a:xfrm>
            <a:off x="6095340" y="6701760"/>
            <a:ext cx="214200" cy="15840"/>
            <a:chOff x="6095340" y="6701760"/>
            <a:chExt cx="214200" cy="1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875D70B-84BA-8BF3-27BD-0FECB3ABEC8B}"/>
                    </a:ext>
                  </a:extLst>
                </p14:cNvPr>
                <p14:cNvContentPartPr/>
                <p14:nvPr/>
              </p14:nvContentPartPr>
              <p14:xfrm>
                <a:off x="6198660" y="6712920"/>
                <a:ext cx="110880" cy="4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875D70B-84BA-8BF3-27BD-0FECB3ABEC8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94340" y="6708600"/>
                  <a:ext cx="1195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A90033F-0578-F058-0816-E6374264B700}"/>
                    </a:ext>
                  </a:extLst>
                </p14:cNvPr>
                <p14:cNvContentPartPr/>
                <p14:nvPr/>
              </p14:nvContentPartPr>
              <p14:xfrm>
                <a:off x="6096060" y="6703200"/>
                <a:ext cx="156240" cy="14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A90033F-0578-F058-0816-E6374264B70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91740" y="6698880"/>
                  <a:ext cx="164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056AAF3-2ACA-2A8B-F6A9-170A4C2A03D7}"/>
                    </a:ext>
                  </a:extLst>
                </p14:cNvPr>
                <p14:cNvContentPartPr/>
                <p14:nvPr/>
              </p14:nvContentPartPr>
              <p14:xfrm>
                <a:off x="6195060" y="6701760"/>
                <a:ext cx="74880" cy="12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056AAF3-2ACA-2A8B-F6A9-170A4C2A03D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90740" y="6697440"/>
                  <a:ext cx="835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136AA41-8D81-9592-3431-792BEB687065}"/>
                    </a:ext>
                  </a:extLst>
                </p14:cNvPr>
                <p14:cNvContentPartPr/>
                <p14:nvPr/>
              </p14:nvContentPartPr>
              <p14:xfrm>
                <a:off x="6095340" y="6701760"/>
                <a:ext cx="20268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136AA41-8D81-9592-3431-792BEB68706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077700" y="6683760"/>
                  <a:ext cx="23832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74278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75767E-17A4-06C5-BB07-128576682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366" y="70455"/>
            <a:ext cx="8163124" cy="28404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3729CE-35D6-D36A-FE4A-DFB9BA9E4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366" y="3111366"/>
            <a:ext cx="8079192" cy="374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820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B49EB9-4A4F-2948-3789-6E398188F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4" y="917191"/>
            <a:ext cx="9103847" cy="12780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59C18E-BCD1-2D60-9F92-107F76F96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69" y="2805745"/>
            <a:ext cx="9319764" cy="13202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54E393-17E3-08EC-4CE1-7E37C941E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4" y="4677236"/>
            <a:ext cx="9412013" cy="10097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9081C2-97B4-1C96-9DD7-3DAE777178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733" y="807124"/>
            <a:ext cx="2392276" cy="10583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89CDE2-121A-4EFC-37B6-0F59E6EBE5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733" y="2529781"/>
            <a:ext cx="2546163" cy="11701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DF99D0B-8789-C376-8C0F-447132B44B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2953" y="4677235"/>
            <a:ext cx="2519047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289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graph&#10;&#10;Description automatically generated">
            <a:extLst>
              <a:ext uri="{FF2B5EF4-FFF2-40B4-BE49-F238E27FC236}">
                <a16:creationId xmlns:a16="http://schemas.microsoft.com/office/drawing/2014/main" id="{D51D59A0-4D16-31B6-E2B4-7AB44A011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1" y="853440"/>
            <a:ext cx="12059478" cy="554736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8E76146-7FCB-AD27-F07B-0D9245967BE5}"/>
                  </a:ext>
                </a:extLst>
              </p14:cNvPr>
              <p14:cNvContentPartPr/>
              <p14:nvPr/>
            </p14:nvContentPartPr>
            <p14:xfrm>
              <a:off x="131840" y="6017520"/>
              <a:ext cx="1424160" cy="531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8E76146-7FCB-AD27-F07B-0D9245967B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200" y="5954520"/>
                <a:ext cx="1549800" cy="65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9901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38B94EEC-EE8E-69E1-E35A-AA630C3B6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84" y="1476374"/>
            <a:ext cx="11756235" cy="47348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CEEBB5-24EB-6A09-74D9-718CF5BBE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779" y="6211203"/>
            <a:ext cx="1867161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010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6346133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FB22BC-D22A-F60B-C7BC-1446A089F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864" y="2912288"/>
            <a:ext cx="6430272" cy="3505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CCEF52-ECC6-2C90-C609-2F10263B4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944" y="110067"/>
            <a:ext cx="6667195" cy="1070043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2B2C4C0F-3CD8-F674-F6D7-D53B785FC2BA}"/>
              </a:ext>
            </a:extLst>
          </p:cNvPr>
          <p:cNvSpPr/>
          <p:nvPr/>
        </p:nvSpPr>
        <p:spPr>
          <a:xfrm>
            <a:off x="5853683" y="1453532"/>
            <a:ext cx="521716" cy="1185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19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409BAD-4057-5C6F-93F2-C131CB101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776" y="339694"/>
            <a:ext cx="5908583" cy="5662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B7DB7F-82B2-7AFB-7AC4-1365CCD3C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188" y="1516228"/>
            <a:ext cx="4658375" cy="13241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9185EF-F524-CC00-F2D6-F8DC29EBD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909" y="3450684"/>
            <a:ext cx="4427905" cy="3407317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4A149269-2D00-BD70-4D97-5438EC4A62EE}"/>
              </a:ext>
            </a:extLst>
          </p:cNvPr>
          <p:cNvSpPr/>
          <p:nvPr/>
        </p:nvSpPr>
        <p:spPr>
          <a:xfrm>
            <a:off x="5280656" y="1092200"/>
            <a:ext cx="544412" cy="23151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248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" y="1901296"/>
            <a:ext cx="101346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4) </a:t>
            </a:r>
            <a:r>
              <a:rPr lang="en-US" sz="6000" dirty="0"/>
              <a:t>DBSCAN</a:t>
            </a:r>
            <a:br>
              <a:rPr lang="en-US" sz="6000" dirty="0"/>
            </a:br>
            <a:r>
              <a:rPr lang="en-US" sz="6000" dirty="0"/>
              <a:t>(density-based spatial clustering of applications with noise)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7661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783934-F32A-5AC4-0502-331615707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7219"/>
            <a:ext cx="12192000" cy="278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572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4C121-4D9E-15A6-D2A6-D8CD5F911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65" y="513292"/>
            <a:ext cx="11641668" cy="603144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unlike </a:t>
            </a:r>
            <a:r>
              <a:rPr lang="en-US" i="1" dirty="0"/>
              <a:t>K</a:t>
            </a:r>
            <a:r>
              <a:rPr lang="en-US" dirty="0"/>
              <a:t>-means, </a:t>
            </a:r>
            <a:r>
              <a:rPr lang="en-US" dirty="0">
                <a:highlight>
                  <a:srgbClr val="FFFF00"/>
                </a:highlight>
              </a:rPr>
              <a:t>DBSCAN</a:t>
            </a:r>
            <a:r>
              <a:rPr lang="en-US" dirty="0"/>
              <a:t> doesn’t require specifying the number of clusters beforehand and </a:t>
            </a:r>
            <a:r>
              <a:rPr lang="en-US" dirty="0">
                <a:highlight>
                  <a:srgbClr val="FFFF00"/>
                </a:highlight>
              </a:rPr>
              <a:t>can identify clusters of arbitrary shapes, making it effective for tasks where the data contains noise or irregular clusters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  <a:p>
            <a:r>
              <a:rPr lang="en-US" dirty="0"/>
              <a:t>DBSCAN relies on 2 parameters:</a:t>
            </a:r>
          </a:p>
          <a:p>
            <a:pPr lvl="1"/>
            <a:r>
              <a:rPr lang="en-US" b="1" i="1" dirty="0">
                <a:highlight>
                  <a:srgbClr val="FFFF00"/>
                </a:highlight>
              </a:rPr>
              <a:t>ε</a:t>
            </a:r>
            <a:r>
              <a:rPr lang="en-US" i="1" dirty="0"/>
              <a:t>: </a:t>
            </a:r>
            <a:r>
              <a:rPr lang="en-US" dirty="0"/>
              <a:t>the maximum distance between 2 points for them to be considered part of the same cluster.</a:t>
            </a:r>
          </a:p>
          <a:p>
            <a:pPr lvl="1"/>
            <a:r>
              <a:rPr lang="en-US" b="1" i="1" dirty="0">
                <a:highlight>
                  <a:srgbClr val="FFFF00"/>
                </a:highlight>
              </a:rPr>
              <a:t>m</a:t>
            </a:r>
            <a:r>
              <a:rPr lang="en-US" dirty="0"/>
              <a:t>: the minimum number of points required within a distance of </a:t>
            </a:r>
            <a:r>
              <a:rPr lang="en-US" b="1" i="1" dirty="0"/>
              <a:t>ε</a:t>
            </a:r>
            <a:r>
              <a:rPr lang="en-US" dirty="0"/>
              <a:t> for a point to be considered a core point.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based on these parameters, DBSCAN classifies each point as: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core point</a:t>
            </a:r>
            <a:r>
              <a:rPr lang="en-US" dirty="0"/>
              <a:t>: a point with at least </a:t>
            </a:r>
            <a:r>
              <a:rPr lang="en-US" b="1" i="1" dirty="0"/>
              <a:t>m</a:t>
            </a:r>
            <a:r>
              <a:rPr lang="en-US" dirty="0"/>
              <a:t> points within its </a:t>
            </a:r>
            <a:r>
              <a:rPr lang="en-US" b="1" i="1" dirty="0"/>
              <a:t>ε</a:t>
            </a:r>
            <a:r>
              <a:rPr lang="en-US" dirty="0"/>
              <a:t> radius.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border point</a:t>
            </a:r>
            <a:r>
              <a:rPr lang="en-US" dirty="0"/>
              <a:t>: a point that isn’t a core point but is within </a:t>
            </a:r>
            <a:r>
              <a:rPr lang="en-US" b="1" i="1" dirty="0"/>
              <a:t>ε</a:t>
            </a:r>
            <a:r>
              <a:rPr lang="en-US" dirty="0"/>
              <a:t> of a core point.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noise point</a:t>
            </a:r>
            <a:r>
              <a:rPr lang="en-US" dirty="0"/>
              <a:t>: a point that isn’t a core point and isn’t within </a:t>
            </a:r>
            <a:r>
              <a:rPr lang="en-US" b="1" i="1" dirty="0"/>
              <a:t>ε</a:t>
            </a:r>
            <a:r>
              <a:rPr lang="en-US" dirty="0"/>
              <a:t> of any core point.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2842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64AA93-C8AB-68DA-A7BF-A384109CD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01" y="978121"/>
            <a:ext cx="7380806" cy="490175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DA65D26-49D0-FA24-A69A-B28004C2B42D}"/>
              </a:ext>
            </a:extLst>
          </p:cNvPr>
          <p:cNvGrpSpPr/>
          <p:nvPr/>
        </p:nvGrpSpPr>
        <p:grpSpPr>
          <a:xfrm>
            <a:off x="7179507" y="5196680"/>
            <a:ext cx="1244880" cy="87120"/>
            <a:chOff x="7179507" y="5196680"/>
            <a:chExt cx="1244880" cy="8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48589D4-5F10-B255-810A-6A503F2AE598}"/>
                    </a:ext>
                  </a:extLst>
                </p14:cNvPr>
                <p14:cNvContentPartPr/>
                <p14:nvPr/>
              </p14:nvContentPartPr>
              <p14:xfrm>
                <a:off x="7179507" y="5197400"/>
                <a:ext cx="1053720" cy="86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48589D4-5F10-B255-810A-6A503F2AE59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16867" y="5134400"/>
                  <a:ext cx="11793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2C35559-99F3-8B37-4988-F91DB41540CA}"/>
                    </a:ext>
                  </a:extLst>
                </p14:cNvPr>
                <p14:cNvContentPartPr/>
                <p14:nvPr/>
              </p14:nvContentPartPr>
              <p14:xfrm>
                <a:off x="8246187" y="5196680"/>
                <a:ext cx="178200" cy="69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2C35559-99F3-8B37-4988-F91DB41540C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183547" y="5133680"/>
                  <a:ext cx="303840" cy="19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82FD935-4634-17B6-1EA8-20A7C5902065}"/>
                  </a:ext>
                </a:extLst>
              </p14:cNvPr>
              <p14:cNvContentPartPr/>
              <p14:nvPr/>
            </p14:nvContentPartPr>
            <p14:xfrm>
              <a:off x="7936947" y="2294360"/>
              <a:ext cx="123480" cy="246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82FD935-4634-17B6-1EA8-20A7C59020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73947" y="2231720"/>
                <a:ext cx="24912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8BCD2D0-FF15-F4DA-3267-4685A0DDD072}"/>
                  </a:ext>
                </a:extLst>
              </p14:cNvPr>
              <p14:cNvContentPartPr/>
              <p14:nvPr/>
            </p14:nvContentPartPr>
            <p14:xfrm>
              <a:off x="6002667" y="4443200"/>
              <a:ext cx="120240" cy="195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8BCD2D0-FF15-F4DA-3267-4685A0DDD07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40027" y="4380560"/>
                <a:ext cx="245880" cy="32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39ACC03-03AA-9C0D-A087-ABF144235360}"/>
              </a:ext>
            </a:extLst>
          </p:cNvPr>
          <p:cNvGrpSpPr/>
          <p:nvPr/>
        </p:nvGrpSpPr>
        <p:grpSpPr>
          <a:xfrm>
            <a:off x="3378160" y="4656760"/>
            <a:ext cx="91800" cy="276120"/>
            <a:chOff x="3378160" y="4656760"/>
            <a:chExt cx="9180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B52BAB9-27F8-78AD-5DC8-E2E54C4B4391}"/>
                    </a:ext>
                  </a:extLst>
                </p14:cNvPr>
                <p14:cNvContentPartPr/>
                <p14:nvPr/>
              </p14:nvContentPartPr>
              <p14:xfrm>
                <a:off x="3378160" y="4656760"/>
                <a:ext cx="87840" cy="276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B52BAB9-27F8-78AD-5DC8-E2E54C4B439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315160" y="4593760"/>
                  <a:ext cx="2134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7E43627-F4C3-4BDE-F4E8-B90363AB96D4}"/>
                    </a:ext>
                  </a:extLst>
                </p14:cNvPr>
                <p14:cNvContentPartPr/>
                <p14:nvPr/>
              </p14:nvContentPartPr>
              <p14:xfrm>
                <a:off x="3461320" y="4759720"/>
                <a:ext cx="8640" cy="51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7E43627-F4C3-4BDE-F4E8-B90363AB96D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98320" y="4697080"/>
                  <a:ext cx="134280" cy="177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AB18F28-78E2-0195-90B6-D07E97497440}"/>
              </a:ext>
            </a:extLst>
          </p:cNvPr>
          <p:cNvSpPr txBox="1"/>
          <p:nvPr/>
        </p:nvSpPr>
        <p:spPr>
          <a:xfrm>
            <a:off x="7251821" y="5035687"/>
            <a:ext cx="17846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m = 5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BDAD04-894D-4299-5736-9F7933C1F2D8}"/>
              </a:ext>
            </a:extLst>
          </p:cNvPr>
          <p:cNvSpPr txBox="1"/>
          <p:nvPr/>
        </p:nvSpPr>
        <p:spPr>
          <a:xfrm>
            <a:off x="3221629" y="4528887"/>
            <a:ext cx="248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ε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822426-286F-2879-5D18-EAE51E8D41FF}"/>
              </a:ext>
            </a:extLst>
          </p:cNvPr>
          <p:cNvSpPr txBox="1"/>
          <p:nvPr/>
        </p:nvSpPr>
        <p:spPr>
          <a:xfrm>
            <a:off x="5938621" y="4287020"/>
            <a:ext cx="248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ε</a:t>
            </a: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6FC818-2CB7-1689-421E-C7558C74E20A}"/>
              </a:ext>
            </a:extLst>
          </p:cNvPr>
          <p:cNvSpPr txBox="1"/>
          <p:nvPr/>
        </p:nvSpPr>
        <p:spPr>
          <a:xfrm>
            <a:off x="7812781" y="2186647"/>
            <a:ext cx="248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ε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33297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D74DD9E-3E79-C6C1-B125-B57427950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918"/>
            <a:ext cx="6035040" cy="53321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B09737-E8BD-C61F-7D08-8043CB2D8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322" y="762919"/>
            <a:ext cx="6274677" cy="35550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4FBC6F-5538-97BD-F807-EAE2F261A4C8}"/>
              </a:ext>
            </a:extLst>
          </p:cNvPr>
          <p:cNvSpPr txBox="1"/>
          <p:nvPr/>
        </p:nvSpPr>
        <p:spPr>
          <a:xfrm>
            <a:off x="10386620" y="396"/>
            <a:ext cx="1629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Don’t worry about it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2FF105-3769-D50E-6673-5F4CE79CE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9839" y="4387755"/>
            <a:ext cx="2502161" cy="24702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799FCA-8D28-3C7A-ECD3-9FBFEC298F6F}"/>
                  </a:ext>
                </a:extLst>
              </p14:cNvPr>
              <p14:cNvContentPartPr/>
              <p14:nvPr/>
            </p14:nvContentPartPr>
            <p14:xfrm>
              <a:off x="5421060" y="2602860"/>
              <a:ext cx="144720" cy="279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799FCA-8D28-3C7A-ECD3-9FBFEC298F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85060" y="2567220"/>
                <a:ext cx="21636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ABA7313-396B-59E4-168A-48556EB67955}"/>
                  </a:ext>
                </a:extLst>
              </p14:cNvPr>
              <p14:cNvContentPartPr/>
              <p14:nvPr/>
            </p14:nvContentPartPr>
            <p14:xfrm>
              <a:off x="11231820" y="1147740"/>
              <a:ext cx="177840" cy="145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ABA7313-396B-59E4-168A-48556EB6795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95820" y="1111740"/>
                <a:ext cx="24948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0CB3B26-CC9D-1B6F-2946-1B9ED4C9365A}"/>
                  </a:ext>
                </a:extLst>
              </p14:cNvPr>
              <p14:cNvContentPartPr/>
              <p14:nvPr/>
            </p14:nvContentPartPr>
            <p14:xfrm>
              <a:off x="11399568" y="1255536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0CB3B26-CC9D-1B6F-2946-1B9ED4C9365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363568" y="1219896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6CE481A-B6A0-61BF-224D-34636456BA90}"/>
                  </a:ext>
                </a:extLst>
              </p14:cNvPr>
              <p14:cNvContentPartPr/>
              <p14:nvPr/>
            </p14:nvContentPartPr>
            <p14:xfrm>
              <a:off x="11472648" y="1994976"/>
              <a:ext cx="153000" cy="216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6CE481A-B6A0-61BF-224D-34636456BA9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436648" y="1958976"/>
                <a:ext cx="2246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10189FA-F300-0743-4420-E68E6719C279}"/>
                  </a:ext>
                </a:extLst>
              </p14:cNvPr>
              <p14:cNvContentPartPr/>
              <p14:nvPr/>
            </p14:nvContentPartPr>
            <p14:xfrm>
              <a:off x="10628808" y="1955016"/>
              <a:ext cx="382680" cy="299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10189FA-F300-0743-4420-E68E6719C27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593168" y="1919016"/>
                <a:ext cx="45432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34F8C4A-D936-55C8-2203-25BB7FED1683}"/>
                  </a:ext>
                </a:extLst>
              </p14:cNvPr>
              <p14:cNvContentPartPr/>
              <p14:nvPr/>
            </p14:nvContentPartPr>
            <p14:xfrm>
              <a:off x="11643320" y="2072480"/>
              <a:ext cx="6840" cy="655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34F8C4A-D936-55C8-2203-25BB7FED168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607320" y="2036480"/>
                <a:ext cx="7848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A478217-70D4-1CB6-FB71-F56D45A481E6}"/>
                  </a:ext>
                </a:extLst>
              </p14:cNvPr>
              <p14:cNvContentPartPr/>
              <p14:nvPr/>
            </p14:nvContentPartPr>
            <p14:xfrm>
              <a:off x="1845440" y="4842440"/>
              <a:ext cx="363240" cy="1926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A478217-70D4-1CB6-FB71-F56D45A481E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09440" y="4806440"/>
                <a:ext cx="43488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8E63484-DD7E-21A6-869E-8A335F66D542}"/>
                  </a:ext>
                </a:extLst>
              </p14:cNvPr>
              <p14:cNvContentPartPr/>
              <p14:nvPr/>
            </p14:nvContentPartPr>
            <p14:xfrm>
              <a:off x="2036600" y="3006920"/>
              <a:ext cx="380160" cy="307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8E63484-DD7E-21A6-869E-8A335F66D54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000960" y="2971280"/>
                <a:ext cx="451800" cy="37908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87ABFD6-DEE8-3722-CD77-A04FF33C4C51}"/>
              </a:ext>
            </a:extLst>
          </p:cNvPr>
          <p:cNvSpPr txBox="1"/>
          <p:nvPr/>
        </p:nvSpPr>
        <p:spPr>
          <a:xfrm>
            <a:off x="11409660" y="1915622"/>
            <a:ext cx="248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/>
              <a:t>ε</a:t>
            </a:r>
            <a:endParaRPr 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5485FF-4B0A-4F54-741E-58B13946EABC}"/>
              </a:ext>
            </a:extLst>
          </p:cNvPr>
          <p:cNvSpPr txBox="1"/>
          <p:nvPr/>
        </p:nvSpPr>
        <p:spPr>
          <a:xfrm>
            <a:off x="11161329" y="1048575"/>
            <a:ext cx="248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/>
              <a:t>ε</a:t>
            </a:r>
            <a:endParaRPr 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F043BC-7E92-E308-7B15-4AB505DE9EB4}"/>
              </a:ext>
            </a:extLst>
          </p:cNvPr>
          <p:cNvSpPr txBox="1"/>
          <p:nvPr/>
        </p:nvSpPr>
        <p:spPr>
          <a:xfrm>
            <a:off x="5369055" y="2525220"/>
            <a:ext cx="248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/>
              <a:t>ε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A96A63-AF4B-47A8-0221-FE400391E9F0}"/>
              </a:ext>
            </a:extLst>
          </p:cNvPr>
          <p:cNvSpPr txBox="1"/>
          <p:nvPr/>
        </p:nvSpPr>
        <p:spPr>
          <a:xfrm>
            <a:off x="10624535" y="1915622"/>
            <a:ext cx="248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/>
              <a:t>m</a:t>
            </a:r>
            <a:endParaRPr 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98423E-B5A5-E99D-3792-E2393DF78620}"/>
              </a:ext>
            </a:extLst>
          </p:cNvPr>
          <p:cNvSpPr txBox="1"/>
          <p:nvPr/>
        </p:nvSpPr>
        <p:spPr>
          <a:xfrm>
            <a:off x="2004402" y="3056081"/>
            <a:ext cx="248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/>
              <a:t>m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15C0A3-51E8-E8A6-6DEF-50C22FD42C53}"/>
              </a:ext>
            </a:extLst>
          </p:cNvPr>
          <p:cNvSpPr txBox="1"/>
          <p:nvPr/>
        </p:nvSpPr>
        <p:spPr>
          <a:xfrm>
            <a:off x="1845440" y="4801848"/>
            <a:ext cx="248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/>
              <a:t>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117725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DBSCAN">
            <a:hlinkClick r:id="" action="ppaction://media"/>
            <a:extLst>
              <a:ext uri="{FF2B5EF4-FFF2-40B4-BE49-F238E27FC236}">
                <a16:creationId xmlns:a16="http://schemas.microsoft.com/office/drawing/2014/main" id="{C61F83F6-F5D2-1B68-4866-D76456625F7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317500"/>
            <a:ext cx="12192000" cy="6223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0778216-15B4-E598-9CDB-B2E4148E7E52}"/>
                  </a:ext>
                </a:extLst>
              </p14:cNvPr>
              <p14:cNvContentPartPr/>
              <p14:nvPr/>
            </p14:nvContentPartPr>
            <p14:xfrm>
              <a:off x="676467" y="5795360"/>
              <a:ext cx="289800" cy="612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0778216-15B4-E598-9CDB-B2E4148E7E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827" y="5759720"/>
                <a:ext cx="361440" cy="68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D291941-9514-99DD-6693-2F4B7FEDFDF6}"/>
                  </a:ext>
                </a:extLst>
              </p14:cNvPr>
              <p14:cNvContentPartPr/>
              <p14:nvPr/>
            </p14:nvContentPartPr>
            <p14:xfrm>
              <a:off x="1591587" y="530000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D291941-9514-99DD-6693-2F4B7FEDFD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28587" y="523736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E5E6CF7-0C79-21BF-408C-EF10C84FEF06}"/>
                  </a:ext>
                </a:extLst>
              </p14:cNvPr>
              <p14:cNvContentPartPr/>
              <p14:nvPr/>
            </p14:nvContentPartPr>
            <p14:xfrm>
              <a:off x="381267" y="5685200"/>
              <a:ext cx="1491840" cy="907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E5E6CF7-0C79-21BF-408C-EF10C84FEF0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8267" y="5622200"/>
                <a:ext cx="1617480" cy="103284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F433CBA-061C-14B2-06CF-C5CA47A3B90A}"/>
              </a:ext>
            </a:extLst>
          </p:cNvPr>
          <p:cNvSpPr txBox="1"/>
          <p:nvPr/>
        </p:nvSpPr>
        <p:spPr>
          <a:xfrm>
            <a:off x="1347534" y="5685200"/>
            <a:ext cx="2483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/>
              <a:t>ε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63F68D-B9B4-D49E-D7E5-345C0CD85793}"/>
              </a:ext>
            </a:extLst>
          </p:cNvPr>
          <p:cNvSpPr txBox="1"/>
          <p:nvPr/>
        </p:nvSpPr>
        <p:spPr>
          <a:xfrm>
            <a:off x="1526563" y="6003538"/>
            <a:ext cx="17846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m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4238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0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12659438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209737-25FE-46DC-8B9B-266C98B99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838" y="0"/>
            <a:ext cx="7695924" cy="1058333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B8A7D503-7678-F61C-CE04-4C74FC6041B0}"/>
              </a:ext>
            </a:extLst>
          </p:cNvPr>
          <p:cNvSpPr/>
          <p:nvPr/>
        </p:nvSpPr>
        <p:spPr>
          <a:xfrm>
            <a:off x="5364229" y="1185334"/>
            <a:ext cx="660651" cy="22175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F4FF95-B19D-2F2D-F048-79F1BFA19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663" y="3402837"/>
            <a:ext cx="4534901" cy="34551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FE90BE-4A6F-C750-8CD5-AB847F0E3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880" y="1302708"/>
            <a:ext cx="3393439" cy="16542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10ECCF-044E-8536-2328-1F6DDA391E1F}"/>
              </a:ext>
            </a:extLst>
          </p:cNvPr>
          <p:cNvSpPr txBox="1"/>
          <p:nvPr/>
        </p:nvSpPr>
        <p:spPr>
          <a:xfrm>
            <a:off x="6524364" y="2956913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function from lab 3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5427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44BB1A-010A-F553-253D-8F8B38CEF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898" y="0"/>
            <a:ext cx="6127898" cy="1503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235B29-8CBC-55B2-17EF-382154BD7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568" y="0"/>
            <a:ext cx="5816432" cy="1503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FDE095-9DDF-4EF7-0DBF-CC5D1F389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09" y="3926840"/>
            <a:ext cx="4144483" cy="28306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A0512E-96CE-BE48-75DC-3F28884D5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4254" y="3926840"/>
            <a:ext cx="4044625" cy="2814680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DE6B0AF9-8375-4915-CFF7-BA409D3104A8}"/>
              </a:ext>
            </a:extLst>
          </p:cNvPr>
          <p:cNvSpPr/>
          <p:nvPr/>
        </p:nvSpPr>
        <p:spPr>
          <a:xfrm>
            <a:off x="2701724" y="1606508"/>
            <a:ext cx="660651" cy="22175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23F42D3-8F77-65C8-4DE3-FC2D238C627A}"/>
              </a:ext>
            </a:extLst>
          </p:cNvPr>
          <p:cNvSpPr/>
          <p:nvPr/>
        </p:nvSpPr>
        <p:spPr>
          <a:xfrm>
            <a:off x="9006240" y="1606508"/>
            <a:ext cx="660651" cy="22175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C6954-3A2C-2B7E-76B2-13344974AABA}"/>
              </a:ext>
            </a:extLst>
          </p:cNvPr>
          <p:cNvSpPr txBox="1"/>
          <p:nvPr/>
        </p:nvSpPr>
        <p:spPr>
          <a:xfrm>
            <a:off x="3237907" y="2345928"/>
            <a:ext cx="294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plot_dbscan</a:t>
            </a:r>
            <a:r>
              <a:rPr lang="en-US" b="1" dirty="0">
                <a:solidFill>
                  <a:srgbClr val="FF0000"/>
                </a:solidFill>
              </a:rPr>
              <a:t>() function already done in lab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6A1BBB-45B9-C82B-31CD-E5062767E9DC}"/>
              </a:ext>
            </a:extLst>
          </p:cNvPr>
          <p:cNvSpPr txBox="1"/>
          <p:nvPr/>
        </p:nvSpPr>
        <p:spPr>
          <a:xfrm>
            <a:off x="9542424" y="2345928"/>
            <a:ext cx="294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plot_dbscan</a:t>
            </a:r>
            <a:r>
              <a:rPr lang="en-US" b="1" dirty="0">
                <a:solidFill>
                  <a:srgbClr val="FF0000"/>
                </a:solidFill>
              </a:rPr>
              <a:t>() function already done in lab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32D023-E7E8-5F22-6B97-B6DD3D1DEA7A}"/>
              </a:ext>
            </a:extLst>
          </p:cNvPr>
          <p:cNvSpPr txBox="1"/>
          <p:nvPr/>
        </p:nvSpPr>
        <p:spPr>
          <a:xfrm>
            <a:off x="5621682" y="3668664"/>
            <a:ext cx="215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noise points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6A1F65D-8204-45FC-0C2D-0E8160FAF3A3}"/>
                  </a:ext>
                </a:extLst>
              </p14:cNvPr>
              <p14:cNvContentPartPr/>
              <p14:nvPr/>
            </p14:nvContentPartPr>
            <p14:xfrm>
              <a:off x="6868520" y="4363120"/>
              <a:ext cx="690840" cy="3614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6A1F65D-8204-45FC-0C2D-0E8160FAF3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50880" y="4345480"/>
                <a:ext cx="72648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DBE4DE8-4DCC-C9DF-C99B-C162F0D2150C}"/>
                  </a:ext>
                </a:extLst>
              </p14:cNvPr>
              <p14:cNvContentPartPr/>
              <p14:nvPr/>
            </p14:nvContentPartPr>
            <p14:xfrm>
              <a:off x="6805520" y="4324600"/>
              <a:ext cx="265320" cy="1760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DBE4DE8-4DCC-C9DF-C99B-C162F0D215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87880" y="4306960"/>
                <a:ext cx="300960" cy="21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721F182-ACEC-3227-95CD-6D89C172EC9B}"/>
              </a:ext>
            </a:extLst>
          </p:cNvPr>
          <p:cNvGrpSpPr/>
          <p:nvPr/>
        </p:nvGrpSpPr>
        <p:grpSpPr>
          <a:xfrm>
            <a:off x="477440" y="3737080"/>
            <a:ext cx="640440" cy="896040"/>
            <a:chOff x="477440" y="3737080"/>
            <a:chExt cx="640440" cy="89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B15E9F4-E340-82E3-CEF9-107C5E5AD9D9}"/>
                    </a:ext>
                  </a:extLst>
                </p14:cNvPr>
                <p14:cNvContentPartPr/>
                <p14:nvPr/>
              </p14:nvContentPartPr>
              <p14:xfrm>
                <a:off x="577880" y="3819520"/>
                <a:ext cx="540000" cy="813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B15E9F4-E340-82E3-CEF9-107C5E5AD9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0240" y="3801880"/>
                  <a:ext cx="575640" cy="8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31B8313-D33D-FF1A-28D4-543EECE36FCC}"/>
                    </a:ext>
                  </a:extLst>
                </p14:cNvPr>
                <p14:cNvContentPartPr/>
                <p14:nvPr/>
              </p14:nvContentPartPr>
              <p14:xfrm>
                <a:off x="477440" y="3737080"/>
                <a:ext cx="172080" cy="266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31B8313-D33D-FF1A-28D4-543EECE36FC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9800" y="3719080"/>
                  <a:ext cx="2077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31A77CD-3FFC-85D1-B65D-401EE101E701}"/>
                    </a:ext>
                  </a:extLst>
                </p14:cNvPr>
                <p14:cNvContentPartPr/>
                <p14:nvPr/>
              </p14:nvContentPartPr>
              <p14:xfrm>
                <a:off x="599480" y="3748960"/>
                <a:ext cx="15624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31A77CD-3FFC-85D1-B65D-401EE101E70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1840" y="3730960"/>
                  <a:ext cx="191880" cy="3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0F118D5-4520-EAF2-864E-19F5BA6D3813}"/>
              </a:ext>
            </a:extLst>
          </p:cNvPr>
          <p:cNvSpPr txBox="1"/>
          <p:nvPr/>
        </p:nvSpPr>
        <p:spPr>
          <a:xfrm>
            <a:off x="28203" y="2835471"/>
            <a:ext cx="2525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noise points marked with </a:t>
            </a:r>
            <a:r>
              <a:rPr lang="en-US" dirty="0">
                <a:solidFill>
                  <a:srgbClr val="FF0000"/>
                </a:solidFill>
              </a:rPr>
              <a:t>red cross</a:t>
            </a:r>
          </a:p>
        </p:txBody>
      </p:sp>
    </p:spTree>
    <p:extLst>
      <p:ext uri="{BB962C8B-B14F-4D97-AF65-F5344CB8AC3E}">
        <p14:creationId xmlns:p14="http://schemas.microsoft.com/office/powerpoint/2010/main" val="13703980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066" y="1308629"/>
            <a:ext cx="10303934" cy="2387600"/>
          </a:xfrm>
        </p:spPr>
        <p:txBody>
          <a:bodyPr/>
          <a:lstStyle/>
          <a:p>
            <a:r>
              <a:rPr lang="en-US" dirty="0"/>
              <a:t>4) </a:t>
            </a:r>
            <a:r>
              <a:rPr lang="en-US" sz="6000" dirty="0"/>
              <a:t>Evaluating clustering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301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37D2D6-0D1A-C965-A193-2A06C936BC7A}"/>
              </a:ext>
            </a:extLst>
          </p:cNvPr>
          <p:cNvSpPr txBox="1"/>
          <p:nvPr/>
        </p:nvSpPr>
        <p:spPr>
          <a:xfrm>
            <a:off x="406400" y="213360"/>
            <a:ext cx="100990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 methods:</a:t>
            </a:r>
          </a:p>
          <a:p>
            <a:pPr marL="800100" lvl="1" indent="-342900">
              <a:buAutoNum type="arabicParenR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ARI</a:t>
            </a:r>
            <a:r>
              <a:rPr lang="en-US" sz="2800" dirty="0"/>
              <a:t> (adjusted Rand index)</a:t>
            </a:r>
          </a:p>
          <a:p>
            <a:pPr marL="800100" lvl="1" indent="-342900">
              <a:buAutoNum type="arabicParenR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NMI</a:t>
            </a:r>
            <a:r>
              <a:rPr lang="en-US" sz="2800" dirty="0"/>
              <a:t> (normalized mutual information)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ED8829-C726-9D6F-B089-BA0BBA3DC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741" y="2447025"/>
            <a:ext cx="2791260" cy="9519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558A99-792D-70A6-6C49-101739D26BDD}"/>
              </a:ext>
            </a:extLst>
          </p:cNvPr>
          <p:cNvSpPr txBox="1"/>
          <p:nvPr/>
        </p:nvSpPr>
        <p:spPr>
          <a:xfrm>
            <a:off x="6800315" y="2693104"/>
            <a:ext cx="3048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predicted clustering (</a:t>
            </a:r>
            <a:r>
              <a:rPr lang="en-US" b="1" i="1" dirty="0"/>
              <a:t>U</a:t>
            </a:r>
            <a:r>
              <a:rPr lang="en-US" b="1" dirty="0"/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2F3C23D-7033-1024-275D-09E22CA628F1}"/>
                  </a:ext>
                </a:extLst>
              </p14:cNvPr>
              <p14:cNvContentPartPr/>
              <p14:nvPr/>
            </p14:nvContentPartPr>
            <p14:xfrm>
              <a:off x="6096000" y="2918311"/>
              <a:ext cx="504720" cy="9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2F3C23D-7033-1024-275D-09E22CA628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78000" y="2900311"/>
                <a:ext cx="5403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8417044-765D-6032-8984-95D78E9CB31B}"/>
                  </a:ext>
                </a:extLst>
              </p14:cNvPr>
              <p14:cNvContentPartPr/>
              <p14:nvPr/>
            </p14:nvContentPartPr>
            <p14:xfrm>
              <a:off x="6615545" y="2834971"/>
              <a:ext cx="151200" cy="166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8417044-765D-6032-8984-95D78E9CB31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97545" y="2816971"/>
                <a:ext cx="186840" cy="2023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5756EB36-4EFD-C906-07F7-15589F440528}"/>
              </a:ext>
            </a:extLst>
          </p:cNvPr>
          <p:cNvSpPr/>
          <p:nvPr/>
        </p:nvSpPr>
        <p:spPr>
          <a:xfrm>
            <a:off x="101669" y="1862249"/>
            <a:ext cx="60946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8AC00C-6D2F-8292-7D89-4F99B63090C7}"/>
              </a:ext>
            </a:extLst>
          </p:cNvPr>
          <p:cNvSpPr txBox="1"/>
          <p:nvPr/>
        </p:nvSpPr>
        <p:spPr>
          <a:xfrm>
            <a:off x="160242" y="2007684"/>
            <a:ext cx="454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ARI</a:t>
            </a:r>
            <a:r>
              <a:rPr lang="en-US" sz="2400" dirty="0"/>
              <a:t> (adjusted Rand index)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35A4CC-05E9-37F3-B8FC-083C68D273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69" y="4335970"/>
            <a:ext cx="9200186" cy="8486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63EAE70-B703-88F8-ED31-EB5EB4F705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69" y="5170349"/>
            <a:ext cx="8981946" cy="2539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BFDE4C8-C1E6-0279-85B9-C58293A7FE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3615" y="5158615"/>
            <a:ext cx="994891" cy="2741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E053782-D75E-AD55-750C-4CBFC404D2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4939" y="4895850"/>
            <a:ext cx="1055406" cy="25475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E866DED-2C6E-8B07-01FD-A3C3409A19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669" y="5908568"/>
            <a:ext cx="3027936" cy="88314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51EEF9E-14C1-AF31-42D4-F073CE983F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07361" y="5924420"/>
            <a:ext cx="4877481" cy="933580"/>
          </a:xfrm>
          <a:prstGeom prst="rect">
            <a:avLst/>
          </a:prstGeom>
        </p:spPr>
      </p:pic>
      <p:sp>
        <p:nvSpPr>
          <p:cNvPr id="34" name="Arrow: Right 33">
            <a:extLst>
              <a:ext uri="{FF2B5EF4-FFF2-40B4-BE49-F238E27FC236}">
                <a16:creationId xmlns:a16="http://schemas.microsoft.com/office/drawing/2014/main" id="{639B07FC-6EDB-4372-0A75-7F951CAECA92}"/>
              </a:ext>
            </a:extLst>
          </p:cNvPr>
          <p:cNvSpPr/>
          <p:nvPr/>
        </p:nvSpPr>
        <p:spPr>
          <a:xfrm>
            <a:off x="3260521" y="6225257"/>
            <a:ext cx="915924" cy="4048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D4D882-6323-FC00-2A0F-072455B04A9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70684" y="5171358"/>
            <a:ext cx="1881857" cy="16203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808AB7-F2FA-A9F6-1647-513D5DD65747}"/>
              </a:ext>
            </a:extLst>
          </p:cNvPr>
          <p:cNvSpPr txBox="1"/>
          <p:nvPr/>
        </p:nvSpPr>
        <p:spPr>
          <a:xfrm>
            <a:off x="6800315" y="3650154"/>
            <a:ext cx="3048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ground truth clustering (</a:t>
            </a:r>
            <a:r>
              <a:rPr lang="en-US" b="1" i="1" dirty="0"/>
              <a:t>V</a:t>
            </a:r>
            <a:r>
              <a:rPr lang="en-US" b="1" dirty="0"/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27BFEC1-47E6-B174-BE55-7939725963C4}"/>
                  </a:ext>
                </a:extLst>
              </p14:cNvPr>
              <p14:cNvContentPartPr/>
              <p14:nvPr/>
            </p14:nvContentPartPr>
            <p14:xfrm>
              <a:off x="6138300" y="3853424"/>
              <a:ext cx="504720" cy="9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27BFEC1-47E6-B174-BE55-7939725963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20300" y="3835424"/>
                <a:ext cx="5403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1DD4A24-2C2D-F91E-3A8F-ABB0BFE32F26}"/>
                  </a:ext>
                </a:extLst>
              </p14:cNvPr>
              <p14:cNvContentPartPr/>
              <p14:nvPr/>
            </p14:nvContentPartPr>
            <p14:xfrm>
              <a:off x="6649115" y="3751717"/>
              <a:ext cx="151200" cy="166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1DD4A24-2C2D-F91E-3A8F-ABB0BFE32F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31115" y="3733717"/>
                <a:ext cx="186840" cy="20232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56C0EB6-F90C-0CB3-FACD-B397DFFD7E0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04741" y="3391135"/>
            <a:ext cx="2652251" cy="8873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CCC1FD0-407B-DA5E-CD47-8B679A6015A1}"/>
                  </a:ext>
                </a:extLst>
              </p14:cNvPr>
              <p14:cNvContentPartPr/>
              <p14:nvPr/>
            </p14:nvContentPartPr>
            <p14:xfrm>
              <a:off x="5501120" y="3587560"/>
              <a:ext cx="172440" cy="4140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CCC1FD0-407B-DA5E-CD47-8B679A6015A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65120" y="3551920"/>
                <a:ext cx="244080" cy="48564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8B087688-E008-DB8B-575A-A0AC0D1F75B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56152" y="3662564"/>
            <a:ext cx="228632" cy="4191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575F2DD-28B0-0B97-C1AD-E768837D8D6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16885" y="3666035"/>
            <a:ext cx="228632" cy="4191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AC8E8D3-67F4-C5E2-8E2F-D6C7FD5C977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59600" y="4034095"/>
            <a:ext cx="153229" cy="16198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EA1E380-0D1E-3FC3-096E-FE3E2BF5F4D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58810" y="3799769"/>
            <a:ext cx="153443" cy="18700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43C679B-5AF6-BAAE-8258-8C167C8302F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12213" y="3803668"/>
            <a:ext cx="153443" cy="18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65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4A33B7-C516-54CB-1F9E-7504B879F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8" y="2126615"/>
            <a:ext cx="7028808" cy="47313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B4E94C-7703-B5ED-0E13-FB240DEA9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740" y="0"/>
            <a:ext cx="4944165" cy="168616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0D8342F-669B-8D6C-25F0-EE2E52092574}"/>
              </a:ext>
            </a:extLst>
          </p:cNvPr>
          <p:cNvGrpSpPr/>
          <p:nvPr/>
        </p:nvGrpSpPr>
        <p:grpSpPr>
          <a:xfrm>
            <a:off x="6045200" y="711120"/>
            <a:ext cx="754920" cy="1323000"/>
            <a:chOff x="6045200" y="711120"/>
            <a:chExt cx="754920" cy="132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8D6440-09BF-D969-E2D6-24C66825579C}"/>
                    </a:ext>
                  </a:extLst>
                </p14:cNvPr>
                <p14:cNvContentPartPr/>
                <p14:nvPr/>
              </p14:nvContentPartPr>
              <p14:xfrm>
                <a:off x="6045200" y="711120"/>
                <a:ext cx="600840" cy="1254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8D6440-09BF-D969-E2D6-24C6682557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27200" y="693120"/>
                  <a:ext cx="636480" cy="12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15F51AE-C838-2724-B1A9-983B2DC31F7F}"/>
                    </a:ext>
                  </a:extLst>
                </p14:cNvPr>
                <p14:cNvContentPartPr/>
                <p14:nvPr/>
              </p14:nvContentPartPr>
              <p14:xfrm>
                <a:off x="6461720" y="1788240"/>
                <a:ext cx="338400" cy="245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15F51AE-C838-2724-B1A9-983B2DC31F7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44080" y="1770240"/>
                  <a:ext cx="374040" cy="281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F9FC3FF-FED3-E0E2-F892-DE98348BE9EE}"/>
              </a:ext>
            </a:extLst>
          </p:cNvPr>
          <p:cNvSpPr txBox="1"/>
          <p:nvPr/>
        </p:nvSpPr>
        <p:spPr>
          <a:xfrm>
            <a:off x="6646040" y="843080"/>
            <a:ext cx="360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full details and explanations for this example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CD54A3-9AC6-B4AE-9E41-BB0E1CEDB0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1521" y="2374988"/>
            <a:ext cx="3610479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5881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15FBD0-91C0-A947-E22C-6D7C75199E93}"/>
              </a:ext>
            </a:extLst>
          </p:cNvPr>
          <p:cNvSpPr txBox="1"/>
          <p:nvPr/>
        </p:nvSpPr>
        <p:spPr>
          <a:xfrm>
            <a:off x="142309" y="988171"/>
            <a:ext cx="60945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NMI</a:t>
            </a:r>
            <a:r>
              <a:rPr lang="en-US" sz="2400" dirty="0"/>
              <a:t> (normalized mutual information)</a:t>
            </a:r>
          </a:p>
          <a:p>
            <a:pPr lvl="1"/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E90BC-98EB-101C-35D5-D4F46FB148E9}"/>
              </a:ext>
            </a:extLst>
          </p:cNvPr>
          <p:cNvSpPr/>
          <p:nvPr/>
        </p:nvSpPr>
        <p:spPr>
          <a:xfrm>
            <a:off x="71189" y="827586"/>
            <a:ext cx="60946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2</a:t>
            </a:r>
            <a:r>
              <a:rPr lang="en-US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1B30E6-31B6-E811-0628-47BABAA7B633}"/>
              </a:ext>
            </a:extLst>
          </p:cNvPr>
          <p:cNvSpPr txBox="1"/>
          <p:nvPr/>
        </p:nvSpPr>
        <p:spPr>
          <a:xfrm>
            <a:off x="3566160" y="3878432"/>
            <a:ext cx="877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https://course.ccs.neu.edu/cs6140sp15/7_locality_cluster/Assignment-6/NMI.pdf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3E8F05-2DB5-D926-BF20-2C7619028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09" y="1979753"/>
            <a:ext cx="3203590" cy="444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991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22558477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867048-23AF-F43B-53E1-9C5568FAC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30" y="733049"/>
            <a:ext cx="11002911" cy="2695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728AA7-31F1-1515-2FD5-3D2EF62C9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04" y="4276365"/>
            <a:ext cx="11012437" cy="2581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A7FCE5-A55E-96C1-897B-F85E2E540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968" y="3719299"/>
            <a:ext cx="7802064" cy="3810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009061-673A-E87F-FA63-4227D5A4A8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8968" y="235426"/>
            <a:ext cx="4829849" cy="3524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A75F9D-8C01-F1DA-9F31-66A52A3445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1777" y="217007"/>
            <a:ext cx="1503284" cy="3400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4B6B8FAB-9DB7-ECFA-93C0-6359556E25F6}"/>
              </a:ext>
            </a:extLst>
          </p:cNvPr>
          <p:cNvGrpSpPr/>
          <p:nvPr/>
        </p:nvGrpSpPr>
        <p:grpSpPr>
          <a:xfrm>
            <a:off x="2439945" y="451440"/>
            <a:ext cx="23400" cy="66960"/>
            <a:chOff x="2439945" y="451440"/>
            <a:chExt cx="23400" cy="669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8CD1809-41F6-30ED-CAB8-10FAEB022BC9}"/>
                    </a:ext>
                  </a:extLst>
                </p14:cNvPr>
                <p14:cNvContentPartPr/>
                <p14:nvPr/>
              </p14:nvContentPartPr>
              <p14:xfrm>
                <a:off x="2453625" y="463320"/>
                <a:ext cx="9720" cy="55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8CD1809-41F6-30ED-CAB8-10FAEB022BC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47505" y="425520"/>
                  <a:ext cx="219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84CBC21-69D7-F95E-09BD-7026C472C29F}"/>
                    </a:ext>
                  </a:extLst>
                </p14:cNvPr>
                <p14:cNvContentPartPr/>
                <p14:nvPr/>
              </p14:nvContentPartPr>
              <p14:xfrm>
                <a:off x="2445705" y="451440"/>
                <a:ext cx="15840" cy="66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84CBC21-69D7-F95E-09BD-7026C472C29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39585" y="413640"/>
                  <a:ext cx="280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00B4454-2AFC-DCCE-DFC6-9D03F2ED598A}"/>
                    </a:ext>
                  </a:extLst>
                </p14:cNvPr>
                <p14:cNvContentPartPr/>
                <p14:nvPr/>
              </p14:nvContentPartPr>
              <p14:xfrm>
                <a:off x="2439945" y="451800"/>
                <a:ext cx="23400" cy="66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00B4454-2AFC-DCCE-DFC6-9D03F2ED598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33825" y="414000"/>
                  <a:ext cx="35640" cy="14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EE95553-3ED9-5E86-8C20-C54B09D34574}"/>
                  </a:ext>
                </a:extLst>
              </p14:cNvPr>
              <p14:cNvContentPartPr/>
              <p14:nvPr/>
            </p14:nvContentPartPr>
            <p14:xfrm>
              <a:off x="2444985" y="478080"/>
              <a:ext cx="10800" cy="38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EE95553-3ED9-5E86-8C20-C54B09D3457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40665" y="473760"/>
                <a:ext cx="194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57CB3BC-6725-EC2A-6618-3070451D0180}"/>
                  </a:ext>
                </a:extLst>
              </p14:cNvPr>
              <p14:cNvContentPartPr/>
              <p14:nvPr/>
            </p14:nvContentPartPr>
            <p14:xfrm>
              <a:off x="2411667" y="287720"/>
              <a:ext cx="3125520" cy="221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57CB3BC-6725-EC2A-6618-3070451D018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358027" y="179720"/>
                <a:ext cx="323316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53D8934-64E8-AD79-E646-9E3E96BD4144}"/>
                  </a:ext>
                </a:extLst>
              </p14:cNvPr>
              <p14:cNvContentPartPr/>
              <p14:nvPr/>
            </p14:nvContentPartPr>
            <p14:xfrm>
              <a:off x="2480427" y="3819680"/>
              <a:ext cx="4348800" cy="206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53D8934-64E8-AD79-E646-9E3E96BD414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426427" y="3711680"/>
                <a:ext cx="4456440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2B44AEA-5C00-371F-9192-E3084771182E}"/>
                  </a:ext>
                </a:extLst>
              </p14:cNvPr>
              <p14:cNvContentPartPr/>
              <p14:nvPr/>
            </p14:nvContentPartPr>
            <p14:xfrm>
              <a:off x="7271667" y="74960"/>
              <a:ext cx="1723320" cy="5439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2B44AEA-5C00-371F-9192-E3084771182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253667" y="56960"/>
                <a:ext cx="1758960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8863445-DC06-8514-05DD-D05B250373FA}"/>
                  </a:ext>
                </a:extLst>
              </p14:cNvPr>
              <p14:cNvContentPartPr/>
              <p14:nvPr/>
            </p14:nvContentPartPr>
            <p14:xfrm>
              <a:off x="8557227" y="3614840"/>
              <a:ext cx="1866240" cy="458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8863445-DC06-8514-05DD-D05B250373F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539587" y="3597200"/>
                <a:ext cx="1901880" cy="49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41412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16497583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51EDCB-7C79-2741-9C0C-F37C919E6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293" y="0"/>
            <a:ext cx="5981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814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7B60-8B65-CF2E-1553-7AF22032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9941"/>
            <a:ext cx="10515600" cy="1325563"/>
          </a:xfrm>
        </p:spPr>
        <p:txBody>
          <a:bodyPr/>
          <a:lstStyle/>
          <a:p>
            <a:r>
              <a:rPr lang="en-US" dirty="0"/>
              <a:t>Solutions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D4640-FD6D-CCEB-4F0D-ED216AE8A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9533"/>
            <a:ext cx="5562600" cy="20291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7851CB-C69D-8378-7393-4E8FDDA49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28" y="2729704"/>
            <a:ext cx="11105371" cy="405209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BB3EA19-01C0-8FAF-DA49-51E4DF44685A}"/>
              </a:ext>
            </a:extLst>
          </p:cNvPr>
          <p:cNvGrpSpPr/>
          <p:nvPr/>
        </p:nvGrpSpPr>
        <p:grpSpPr>
          <a:xfrm>
            <a:off x="8559387" y="2037120"/>
            <a:ext cx="2652120" cy="4177440"/>
            <a:chOff x="8559387" y="2037120"/>
            <a:chExt cx="2652120" cy="417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34A1926-4687-68DC-988C-2C0136B3504A}"/>
                    </a:ext>
                  </a:extLst>
                </p14:cNvPr>
                <p14:cNvContentPartPr/>
                <p14:nvPr/>
              </p14:nvContentPartPr>
              <p14:xfrm>
                <a:off x="8559387" y="2067720"/>
                <a:ext cx="2652120" cy="4146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34A1926-4687-68DC-988C-2C0136B3504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41747" y="2049720"/>
                  <a:ext cx="2687760" cy="41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308D4A-C0C7-DC62-FDC0-82E9C0A0468C}"/>
                    </a:ext>
                  </a:extLst>
                </p14:cNvPr>
                <p14:cNvContentPartPr/>
                <p14:nvPr/>
              </p14:nvContentPartPr>
              <p14:xfrm>
                <a:off x="9016227" y="2037120"/>
                <a:ext cx="409320" cy="257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308D4A-C0C7-DC62-FDC0-82E9C0A0468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98227" y="2019120"/>
                  <a:ext cx="444960" cy="293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EDF34EC-C8D7-60DD-73F9-05AC11BABCFB}"/>
              </a:ext>
            </a:extLst>
          </p:cNvPr>
          <p:cNvSpPr txBox="1"/>
          <p:nvPr/>
        </p:nvSpPr>
        <p:spPr>
          <a:xfrm>
            <a:off x="6893122" y="945622"/>
            <a:ext cx="53492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NOTE</a:t>
            </a:r>
            <a:r>
              <a:rPr lang="en-US" dirty="0"/>
              <a:t>: the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algorithm="full" </a:t>
            </a:r>
            <a:r>
              <a:rPr lang="en-US" dirty="0"/>
              <a:t>parameter was valid in older versions of scikit-learn, but it has since been deprecated. You can resolve this by replacing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"full" </a:t>
            </a:r>
            <a:r>
              <a:rPr lang="en-US" dirty="0"/>
              <a:t>with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lloyd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1090681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137743-3FD0-C810-E030-321199DD2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42" y="0"/>
            <a:ext cx="10403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110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48DD3D-0524-815B-941B-0F41C8D9D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608" y="1446488"/>
            <a:ext cx="7350058" cy="39650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E4B2E6-9A8A-8D78-56F9-6744489909EB}"/>
              </a:ext>
            </a:extLst>
          </p:cNvPr>
          <p:cNvSpPr txBox="1"/>
          <p:nvPr/>
        </p:nvSpPr>
        <p:spPr>
          <a:xfrm>
            <a:off x="1202267" y="2791474"/>
            <a:ext cx="325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Result:</a:t>
            </a:r>
            <a:endParaRPr 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B0CAAE7-75C4-0F05-8B7A-24233936B2F4}"/>
                  </a:ext>
                </a:extLst>
              </p14:cNvPr>
              <p14:cNvContentPartPr/>
              <p14:nvPr/>
            </p14:nvContentPartPr>
            <p14:xfrm>
              <a:off x="3987387" y="115964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B0CAAE7-75C4-0F05-8B7A-24233936B2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4747" y="109700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26DA3BE-C0C6-1F37-04BB-0EFC379A9503}"/>
                  </a:ext>
                </a:extLst>
              </p14:cNvPr>
              <p14:cNvContentPartPr/>
              <p14:nvPr/>
            </p14:nvContentPartPr>
            <p14:xfrm>
              <a:off x="3928347" y="1260800"/>
              <a:ext cx="894600" cy="145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26DA3BE-C0C6-1F37-04BB-0EFC379A95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65707" y="1198160"/>
                <a:ext cx="102024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078C3FA-9604-1CF3-981B-D9B965982EF3}"/>
                  </a:ext>
                </a:extLst>
              </p14:cNvPr>
              <p14:cNvContentPartPr/>
              <p14:nvPr/>
            </p14:nvContentPartPr>
            <p14:xfrm>
              <a:off x="4199067" y="1379600"/>
              <a:ext cx="7291080" cy="93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078C3FA-9604-1CF3-981B-D9B965982EF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36427" y="1316600"/>
                <a:ext cx="7416720" cy="21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9749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1A8A03-3345-6B8C-409B-D75A3F321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494867" cy="387729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65DFC3-E57D-0169-FFF0-68F2215B1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3877295"/>
            <a:ext cx="7019616" cy="28875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90DAF0A-43B2-BB01-4EB5-EFA119786712}"/>
                  </a:ext>
                </a:extLst>
              </p14:cNvPr>
              <p14:cNvContentPartPr/>
              <p14:nvPr/>
            </p14:nvContentPartPr>
            <p14:xfrm>
              <a:off x="5240907" y="2260880"/>
              <a:ext cx="4687200" cy="3700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90DAF0A-43B2-BB01-4EB5-EFA1197867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22907" y="2242880"/>
                <a:ext cx="4722840" cy="37357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7E43349-5267-B0D6-1F11-9B58BC939518}"/>
              </a:ext>
            </a:extLst>
          </p:cNvPr>
          <p:cNvSpPr txBox="1"/>
          <p:nvPr/>
        </p:nvSpPr>
        <p:spPr>
          <a:xfrm>
            <a:off x="6842709" y="1097253"/>
            <a:ext cx="53492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NOTE</a:t>
            </a:r>
            <a:r>
              <a:rPr lang="en-US" dirty="0"/>
              <a:t>: the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append</a:t>
            </a:r>
            <a:r>
              <a:rPr lang="en-US" dirty="0"/>
              <a:t> method was deprecated in recent versions of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pandas</a:t>
            </a:r>
            <a:r>
              <a:rPr lang="en-US" dirty="0"/>
              <a:t>. We can use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pd.concat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instead, which is now the recommended approach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3EE4BAB-7B76-120D-37B1-20E2414CF527}"/>
                  </a:ext>
                </a:extLst>
              </p14:cNvPr>
              <p14:cNvContentPartPr/>
              <p14:nvPr/>
            </p14:nvContentPartPr>
            <p14:xfrm>
              <a:off x="10168227" y="234512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3EE4BAB-7B76-120D-37B1-20E2414CF5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05587" y="228248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9C42559-21BF-F7E2-D48B-FC6BE89DC1A2}"/>
                  </a:ext>
                </a:extLst>
              </p14:cNvPr>
              <p14:cNvContentPartPr/>
              <p14:nvPr/>
            </p14:nvContentPartPr>
            <p14:xfrm>
              <a:off x="10151667" y="2092760"/>
              <a:ext cx="463680" cy="2196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9C42559-21BF-F7E2-D48B-FC6BE89DC1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88667" y="2030120"/>
                <a:ext cx="589320" cy="34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99648A1F-A9E8-9321-5408-4D4F55E2BA74}"/>
              </a:ext>
            </a:extLst>
          </p:cNvPr>
          <p:cNvGrpSpPr/>
          <p:nvPr/>
        </p:nvGrpSpPr>
        <p:grpSpPr>
          <a:xfrm>
            <a:off x="6129387" y="2096360"/>
            <a:ext cx="4339080" cy="4558320"/>
            <a:chOff x="6129387" y="2096360"/>
            <a:chExt cx="4339080" cy="455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7834E27-E736-BA3C-89E7-EA70B26B501C}"/>
                    </a:ext>
                  </a:extLst>
                </p14:cNvPr>
                <p14:cNvContentPartPr/>
                <p14:nvPr/>
              </p14:nvContentPartPr>
              <p14:xfrm>
                <a:off x="6129387" y="2157200"/>
                <a:ext cx="4339080" cy="4497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7834E27-E736-BA3C-89E7-EA70B26B501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11747" y="2139560"/>
                  <a:ext cx="4374720" cy="45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4A31CAF-4361-80CF-9EBB-EA8C0A9879DB}"/>
                    </a:ext>
                  </a:extLst>
                </p14:cNvPr>
                <p14:cNvContentPartPr/>
                <p14:nvPr/>
              </p14:nvContentPartPr>
              <p14:xfrm>
                <a:off x="9778707" y="2096360"/>
                <a:ext cx="223920" cy="266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4A31CAF-4361-80CF-9EBB-EA8C0A9879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61067" y="2078360"/>
                  <a:ext cx="2595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AADED4E-FB4A-49EB-65AF-07BAEDF98DD5}"/>
                    </a:ext>
                  </a:extLst>
                </p14:cNvPr>
                <p14:cNvContentPartPr/>
                <p14:nvPr/>
              </p14:nvContentPartPr>
              <p14:xfrm>
                <a:off x="10203120" y="2112360"/>
                <a:ext cx="204840" cy="219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AADED4E-FB4A-49EB-65AF-07BAEDF98DD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85120" y="2094360"/>
                  <a:ext cx="240480" cy="255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254686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096E07-7E11-DCC7-7C45-2CA8C7DDE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00" y="-1"/>
            <a:ext cx="9527659" cy="15917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D0E1E7-018B-316D-94AC-EC9A3D514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01" y="1665696"/>
            <a:ext cx="9259138" cy="22035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9C7469-C1A9-06E4-1F7E-9E4CF3D07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096" y="4054099"/>
            <a:ext cx="5323571" cy="2803901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4610F902-886A-45E4-0FF8-03D987F07F36}"/>
              </a:ext>
            </a:extLst>
          </p:cNvPr>
          <p:cNvSpPr/>
          <p:nvPr/>
        </p:nvSpPr>
        <p:spPr>
          <a:xfrm>
            <a:off x="1092199" y="5022971"/>
            <a:ext cx="1363133" cy="5060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563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B1C2B3-1FC2-8494-24B5-3368F2A2E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34" y="103098"/>
            <a:ext cx="9967679" cy="1420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C635C8-9705-0CE2-7CE3-464F16728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386" y="3390416"/>
            <a:ext cx="6582694" cy="3467584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DF8915A6-3DC8-3552-A8D6-E0A5078AFC70}"/>
              </a:ext>
            </a:extLst>
          </p:cNvPr>
          <p:cNvSpPr/>
          <p:nvPr/>
        </p:nvSpPr>
        <p:spPr>
          <a:xfrm>
            <a:off x="5325407" y="1682708"/>
            <a:ext cx="516593" cy="15854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371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177304-A6E5-8131-AE9E-E43240113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80" y="0"/>
            <a:ext cx="7830643" cy="2400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55694B-6E76-5AD9-389B-DCFEA6652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940" y="3278962"/>
            <a:ext cx="4799925" cy="3579038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27B955A3-EA7C-6006-3ED2-855C7B308EF1}"/>
              </a:ext>
            </a:extLst>
          </p:cNvPr>
          <p:cNvSpPr/>
          <p:nvPr/>
        </p:nvSpPr>
        <p:spPr>
          <a:xfrm>
            <a:off x="5321573" y="2516962"/>
            <a:ext cx="372660" cy="762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385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E615CE-5AC2-3374-FBE5-B149F5067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987" y="4561227"/>
            <a:ext cx="4696025" cy="22967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D03CAC-7FBC-7262-BCC1-78E6B5D8A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074" y="0"/>
            <a:ext cx="8757852" cy="4267200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9331F8DF-A603-E1D2-BD4C-C3DB252F5E0E}"/>
              </a:ext>
            </a:extLst>
          </p:cNvPr>
          <p:cNvSpPr/>
          <p:nvPr/>
        </p:nvSpPr>
        <p:spPr>
          <a:xfrm>
            <a:off x="1717074" y="5467296"/>
            <a:ext cx="1354328" cy="547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044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969102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833</Words>
  <Application>Microsoft Office PowerPoint</Application>
  <PresentationFormat>Widescreen</PresentationFormat>
  <Paragraphs>124</Paragraphs>
  <Slides>63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Aptos</vt:lpstr>
      <vt:lpstr>Aptos Display</vt:lpstr>
      <vt:lpstr>Arial</vt:lpstr>
      <vt:lpstr>Cambria Math</vt:lpstr>
      <vt:lpstr>Wingdings</vt:lpstr>
      <vt:lpstr>Office Theme</vt:lpstr>
      <vt:lpstr>Bazele inteligenței artificiale</vt:lpstr>
      <vt:lpstr>PowerPoint Presentation</vt:lpstr>
      <vt:lpstr>PowerPoint Presentation</vt:lpstr>
      <vt:lpstr>Content</vt:lpstr>
      <vt:lpstr>1) Clustering</vt:lpstr>
      <vt:lpstr>PowerPoint Presentation</vt:lpstr>
      <vt:lpstr>2) K-means clustering</vt:lpstr>
      <vt:lpstr>PowerPoint Presentation</vt:lpstr>
      <vt:lpstr>PowerPoint Presentation</vt:lpstr>
      <vt:lpstr>K-means steps</vt:lpstr>
      <vt:lpstr>PowerPoint Presentation</vt:lpstr>
      <vt:lpstr>PowerPoint Presentation</vt:lpstr>
      <vt:lpstr>PowerPoint Presentation</vt:lpstr>
      <vt:lpstr>NOTE:</vt:lpstr>
      <vt:lpstr>PowerPoint Presentation</vt:lpstr>
      <vt:lpstr>PowerPoint Presentation</vt:lpstr>
      <vt:lpstr>How do we choose   the optimal k?</vt:lpstr>
      <vt:lpstr>We have 2 performance metrics:   1) inertia  2) silhouette score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 part</vt:lpstr>
      <vt:lpstr>PowerPoint Presentation</vt:lpstr>
      <vt:lpstr>PowerPoint Presentation</vt:lpstr>
      <vt:lpstr>3) Agglomerative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 part</vt:lpstr>
      <vt:lpstr>PowerPoint Presentation</vt:lpstr>
      <vt:lpstr>PowerPoint Presentation</vt:lpstr>
      <vt:lpstr>4) DBSCAN (density-based spatial clustering of applications with noise)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 part</vt:lpstr>
      <vt:lpstr>PowerPoint Presentation</vt:lpstr>
      <vt:lpstr>PowerPoint Presentation</vt:lpstr>
      <vt:lpstr>4) Evaluating clustering methods</vt:lpstr>
      <vt:lpstr>PowerPoint Presentation</vt:lpstr>
      <vt:lpstr>PowerPoint Presentation</vt:lpstr>
      <vt:lpstr>PowerPoint Presentation</vt:lpstr>
      <vt:lpstr>Code part</vt:lpstr>
      <vt:lpstr>PowerPoint Presentation</vt:lpstr>
      <vt:lpstr>Exercises</vt:lpstr>
      <vt:lpstr>PowerPoint Presentation</vt:lpstr>
      <vt:lpstr>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Company>evosoft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Grigore Atimut, Ionut Orlando (ADV D EU RO IFA AI DN)</dc:creator>
  <cp:lastModifiedBy>ionut grigore</cp:lastModifiedBy>
  <cp:revision>45</cp:revision>
  <dcterms:created xsi:type="dcterms:W3CDTF">2024-10-01T10:20:11Z</dcterms:created>
  <dcterms:modified xsi:type="dcterms:W3CDTF">2025-11-02T21:35:28Z</dcterms:modified>
</cp:coreProperties>
</file>