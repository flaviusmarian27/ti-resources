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1pPr>
    <a:lvl2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2pPr>
    <a:lvl3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3pPr>
    <a:lvl4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4pPr>
    <a:lvl5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5pPr>
    <a:lvl6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6pPr>
    <a:lvl7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7pPr>
    <a:lvl8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8pPr>
    <a:lvl9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5EE"/>
          </a:solidFill>
        </a:fill>
      </a:tcStyle>
    </a:wholeTbl>
    <a:band2H>
      <a:tcTxStyle b="def" i="def"/>
      <a:tcStyle>
        <a:tcBdr/>
        <a:fill>
          <a:solidFill>
            <a:srgbClr val="E8EBF7"/>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E5CD"/>
          </a:solidFill>
        </a:fill>
      </a:tcStyle>
    </a:wholeTbl>
    <a:band2H>
      <a:tcTxStyle b="def" i="def"/>
      <a:tcStyle>
        <a:tcBdr/>
        <a:fill>
          <a:solidFill>
            <a:srgbClr val="E8F2E7"/>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8D3E5"/>
          </a:solidFill>
        </a:fill>
      </a:tcStyle>
    </a:wholeTbl>
    <a:band2H>
      <a:tcTxStyle b="def" i="def"/>
      <a:tcStyle>
        <a:tcBdr/>
        <a:fill>
          <a:solidFill>
            <a:srgbClr val="ECEAF3"/>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n" i="off">
        <a:font>
          <a:latin typeface="Canela Bold"/>
          <a:ea typeface="Canela Bold"/>
          <a:cs typeface="Canela Bold"/>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nela Bold"/>
          <a:ea typeface="Canela Bold"/>
          <a:cs typeface="Canela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nela Bold"/>
          <a:ea typeface="Canela Bold"/>
          <a:cs typeface="Canela Bold"/>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nela Bold"/>
          <a:ea typeface="Canela Bold"/>
          <a:cs typeface="Canela Bold"/>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8" name="Shape 178"/>
          <p:cNvSpPr/>
          <p:nvPr>
            <p:ph type="sldImg"/>
          </p:nvPr>
        </p:nvSpPr>
        <p:spPr>
          <a:xfrm>
            <a:off x="1143000" y="685800"/>
            <a:ext cx="4572000" cy="3429000"/>
          </a:xfrm>
          <a:prstGeom prst="rect">
            <a:avLst/>
          </a:prstGeom>
        </p:spPr>
        <p:txBody>
          <a:bodyPr/>
          <a:lstStyle/>
          <a:p>
            <a:pPr/>
          </a:p>
        </p:txBody>
      </p:sp>
      <p:sp>
        <p:nvSpPr>
          <p:cNvPr id="179" name="Shape 17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p:spTree>
      <p:nvGrpSpPr>
        <p:cNvPr id="1" name=""/>
        <p:cNvGrpSpPr/>
        <p:nvPr/>
      </p:nvGrpSpPr>
      <p:grpSpPr>
        <a:xfrm>
          <a:off x="0" y="0"/>
          <a:ext cx="0" cy="0"/>
          <a:chOff x="0" y="0"/>
          <a:chExt cx="0" cy="0"/>
        </a:xfrm>
      </p:grpSpPr>
      <p:sp>
        <p:nvSpPr>
          <p:cNvPr id="11" name="Nivel corp unu…"/>
          <p:cNvSpPr txBox="1"/>
          <p:nvPr>
            <p:ph type="body" sz="quarter" idx="1" hasCustomPrompt="1"/>
          </p:nvPr>
        </p:nvSpPr>
        <p:spPr>
          <a:xfrm>
            <a:off x="1219200" y="11986162"/>
            <a:ext cx="21945599" cy="605792"/>
          </a:xfrm>
          <a:prstGeom prst="rect">
            <a:avLst/>
          </a:prstGeom>
        </p:spPr>
        <p:txBody>
          <a:bodyPr/>
          <a:lstStyle>
            <a:lvl1pPr marL="0" indent="0" algn="ctr" defTabSz="808990">
              <a:lnSpc>
                <a:spcPct val="100000"/>
              </a:lnSpc>
              <a:spcBef>
                <a:spcPts val="0"/>
              </a:spcBef>
              <a:buSzTx/>
              <a:buNone/>
              <a:defRPr spc="-29" sz="2900">
                <a:latin typeface="Avenir Next Medium"/>
                <a:ea typeface="Avenir Next Medium"/>
                <a:cs typeface="Avenir Next Medium"/>
                <a:sym typeface="Avenir Next Medium"/>
              </a:defRPr>
            </a:lvl1pPr>
            <a:lvl2pPr marL="906029" indent="-359929" algn="ctr" defTabSz="808990">
              <a:lnSpc>
                <a:spcPct val="100000"/>
              </a:lnSpc>
              <a:spcBef>
                <a:spcPts val="0"/>
              </a:spcBef>
              <a:defRPr spc="-29" sz="2900">
                <a:latin typeface="Avenir Next Medium"/>
                <a:ea typeface="Avenir Next Medium"/>
                <a:cs typeface="Avenir Next Medium"/>
                <a:sym typeface="Avenir Next Medium"/>
              </a:defRPr>
            </a:lvl2pPr>
            <a:lvl3pPr marL="1452129" indent="-359929" algn="ctr" defTabSz="808990">
              <a:lnSpc>
                <a:spcPct val="100000"/>
              </a:lnSpc>
              <a:spcBef>
                <a:spcPts val="0"/>
              </a:spcBef>
              <a:defRPr spc="-29" sz="2900">
                <a:latin typeface="Avenir Next Medium"/>
                <a:ea typeface="Avenir Next Medium"/>
                <a:cs typeface="Avenir Next Medium"/>
                <a:sym typeface="Avenir Next Medium"/>
              </a:defRPr>
            </a:lvl3pPr>
            <a:lvl4pPr marL="1998229" indent="-359929" algn="ctr" defTabSz="808990">
              <a:lnSpc>
                <a:spcPct val="100000"/>
              </a:lnSpc>
              <a:spcBef>
                <a:spcPts val="0"/>
              </a:spcBef>
              <a:defRPr spc="-29" sz="2900">
                <a:latin typeface="Avenir Next Medium"/>
                <a:ea typeface="Avenir Next Medium"/>
                <a:cs typeface="Avenir Next Medium"/>
                <a:sym typeface="Avenir Next Medium"/>
              </a:defRPr>
            </a:lvl4pPr>
            <a:lvl5pPr marL="2544329" indent="-359929" algn="ctr" defTabSz="808990">
              <a:lnSpc>
                <a:spcPct val="100000"/>
              </a:lnSpc>
              <a:spcBef>
                <a:spcPts val="0"/>
              </a:spcBef>
              <a:defRPr spc="-29" sz="2900">
                <a:latin typeface="Avenir Next Medium"/>
                <a:ea typeface="Avenir Next Medium"/>
                <a:cs typeface="Avenir Next Medium"/>
                <a:sym typeface="Avenir Next Medium"/>
              </a:defRPr>
            </a:lvl5pPr>
          </a:lstStyle>
          <a:p>
            <a:pPr/>
            <a:r>
              <a:t>Autor și dată</a:t>
            </a:r>
          </a:p>
          <a:p>
            <a:pPr lvl="1"/>
            <a:r>
              <a:t/>
            </a:r>
          </a:p>
          <a:p>
            <a:pPr lvl="2"/>
            <a:r>
              <a:t/>
            </a:r>
          </a:p>
          <a:p>
            <a:pPr lvl="3"/>
            <a:r>
              <a:t/>
            </a:r>
          </a:p>
          <a:p>
            <a:pPr lvl="4"/>
            <a:r>
              <a:t/>
            </a:r>
          </a:p>
        </p:txBody>
      </p:sp>
      <p:sp>
        <p:nvSpPr>
          <p:cNvPr id="12" name="Titlu prezentare"/>
          <p:cNvSpPr txBox="1"/>
          <p:nvPr>
            <p:ph type="title" hasCustomPrompt="1"/>
          </p:nvPr>
        </p:nvSpPr>
        <p:spPr>
          <a:xfrm>
            <a:off x="1219200" y="3543300"/>
            <a:ext cx="21945600" cy="4267200"/>
          </a:xfrm>
          <a:prstGeom prst="rect">
            <a:avLst/>
          </a:prstGeom>
        </p:spPr>
        <p:txBody>
          <a:bodyPr anchor="b"/>
          <a:lstStyle>
            <a:lvl1pPr>
              <a:defRPr spc="-128" sz="12800"/>
            </a:lvl1pPr>
          </a:lstStyle>
          <a:p>
            <a:pPr/>
            <a:r>
              <a:t>Titlu prezentare</a:t>
            </a:r>
          </a:p>
        </p:txBody>
      </p:sp>
      <p:sp>
        <p:nvSpPr>
          <p:cNvPr id="13" name="Nivel corp unu…"/>
          <p:cNvSpPr txBox="1"/>
          <p:nvPr>
            <p:ph type="body" sz="quarter" idx="21" hasCustomPrompt="1"/>
          </p:nvPr>
        </p:nvSpPr>
        <p:spPr>
          <a:xfrm>
            <a:off x="1219200" y="7567579"/>
            <a:ext cx="21945600" cy="2250594"/>
          </a:xfrm>
          <a:prstGeom prst="rect">
            <a:avLst/>
          </a:prstGeom>
        </p:spPr>
        <p:txBody>
          <a:bodyPr/>
          <a:lstStyle>
            <a:lvl1pPr marL="0" indent="0" algn="ctr" defTabSz="825500">
              <a:lnSpc>
                <a:spcPct val="100000"/>
              </a:lnSpc>
              <a:spcBef>
                <a:spcPts val="0"/>
              </a:spcBef>
              <a:buSzTx/>
              <a:buNone/>
              <a:defRPr spc="-100" sz="6000">
                <a:latin typeface="Avenir Next Demi Bold"/>
                <a:ea typeface="Avenir Next Demi Bold"/>
                <a:cs typeface="Avenir Next Demi Bold"/>
                <a:sym typeface="Avenir Next Demi Bold"/>
              </a:defRPr>
            </a:lvl1pPr>
          </a:lstStyle>
          <a:p>
            <a:pPr/>
            <a:r>
              <a:t>Subtitlu prezentare</a:t>
            </a:r>
          </a:p>
        </p:txBody>
      </p:sp>
      <p:sp>
        <p:nvSpPr>
          <p:cNvPr id="14"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poză">
    <p:spTree>
      <p:nvGrpSpPr>
        <p:cNvPr id="1" name=""/>
        <p:cNvGrpSpPr/>
        <p:nvPr/>
      </p:nvGrpSpPr>
      <p:grpSpPr>
        <a:xfrm>
          <a:off x="0" y="0"/>
          <a:ext cx="0" cy="0"/>
          <a:chOff x="0" y="0"/>
          <a:chExt cx="0" cy="0"/>
        </a:xfrm>
      </p:grpSpPr>
      <p:sp>
        <p:nvSpPr>
          <p:cNvPr id="21" name="Plajă și mare la apus"/>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22" name="Titlu prezentare"/>
          <p:cNvSpPr txBox="1"/>
          <p:nvPr>
            <p:ph type="title" hasCustomPrompt="1"/>
          </p:nvPr>
        </p:nvSpPr>
        <p:spPr>
          <a:xfrm>
            <a:off x="1219200" y="3543300"/>
            <a:ext cx="21945600" cy="4267200"/>
          </a:xfrm>
          <a:prstGeom prst="rect">
            <a:avLst/>
          </a:prstGeom>
        </p:spPr>
        <p:txBody>
          <a:bodyPr anchor="b"/>
          <a:lstStyle>
            <a:lvl1pPr>
              <a:defRPr spc="-128" sz="12800">
                <a:solidFill>
                  <a:srgbClr val="FFFFFF"/>
                </a:solidFill>
              </a:defRPr>
            </a:lvl1pPr>
          </a:lstStyle>
          <a:p>
            <a:pPr/>
            <a:r>
              <a:t>Titlu prezentare</a:t>
            </a:r>
          </a:p>
        </p:txBody>
      </p:sp>
      <p:sp>
        <p:nvSpPr>
          <p:cNvPr id="23" name="Nivel corp unu…"/>
          <p:cNvSpPr txBox="1"/>
          <p:nvPr>
            <p:ph type="body" sz="quarter" idx="1" hasCustomPrompt="1"/>
          </p:nvPr>
        </p:nvSpPr>
        <p:spPr>
          <a:xfrm>
            <a:off x="1219200" y="7569200"/>
            <a:ext cx="21945600" cy="2252112"/>
          </a:xfrm>
          <a:prstGeom prst="rect">
            <a:avLst/>
          </a:prstGeom>
        </p:spPr>
        <p:txBody>
          <a:bodyPr/>
          <a:lstStyle>
            <a:lvl1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1pPr>
            <a:lvl2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2pPr>
            <a:lvl3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3pPr>
            <a:lvl4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4pPr>
            <a:lvl5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5pPr>
          </a:lstStyle>
          <a:p>
            <a:pPr/>
            <a:r>
              <a:t>Subtitlu prezentare</a:t>
            </a:r>
          </a:p>
          <a:p>
            <a:pPr lvl="1"/>
            <a:r>
              <a:t/>
            </a:r>
          </a:p>
          <a:p>
            <a:pPr lvl="2"/>
            <a:r>
              <a:t/>
            </a:r>
          </a:p>
          <a:p>
            <a:pPr lvl="3"/>
            <a:r>
              <a:t/>
            </a:r>
          </a:p>
          <a:p>
            <a:pPr lvl="4"/>
            <a:r>
              <a:t/>
            </a:r>
          </a:p>
        </p:txBody>
      </p:sp>
      <p:sp>
        <p:nvSpPr>
          <p:cNvPr id="24" name="Autor și dată"/>
          <p:cNvSpPr txBox="1"/>
          <p:nvPr>
            <p:ph type="body" sz="quarter" idx="22" hasCustomPrompt="1"/>
          </p:nvPr>
        </p:nvSpPr>
        <p:spPr>
          <a:xfrm>
            <a:off x="1219200" y="11988800"/>
            <a:ext cx="21945602" cy="605791"/>
          </a:xfrm>
          <a:prstGeom prst="rect">
            <a:avLst/>
          </a:prstGeom>
        </p:spPr>
        <p:txBody>
          <a:bodyPr/>
          <a:lstStyle>
            <a:lvl1pPr marL="0" indent="0" algn="ctr" defTabSz="808990">
              <a:lnSpc>
                <a:spcPct val="100000"/>
              </a:lnSpc>
              <a:spcBef>
                <a:spcPts val="0"/>
              </a:spcBef>
              <a:buSzTx/>
              <a:buNone/>
              <a:defRPr spc="-100" sz="2900">
                <a:solidFill>
                  <a:srgbClr val="FFFFFF"/>
                </a:solidFill>
                <a:latin typeface="Avenir Next Medium"/>
                <a:ea typeface="Avenir Next Medium"/>
                <a:cs typeface="Avenir Next Medium"/>
                <a:sym typeface="Avenir Next Medium"/>
              </a:defRPr>
            </a:lvl1pPr>
          </a:lstStyle>
          <a:p>
            <a:pPr/>
            <a:r>
              <a:t>Autor și dată</a:t>
            </a:r>
          </a:p>
        </p:txBody>
      </p:sp>
      <p:sp>
        <p:nvSpPr>
          <p:cNvPr id="25" name="Număr diapozitiv"/>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poză (alt.)">
    <p:spTree>
      <p:nvGrpSpPr>
        <p:cNvPr id="1" name=""/>
        <p:cNvGrpSpPr/>
        <p:nvPr/>
      </p:nvGrpSpPr>
      <p:grpSpPr>
        <a:xfrm>
          <a:off x="0" y="0"/>
          <a:ext cx="0" cy="0"/>
          <a:chOff x="0" y="0"/>
          <a:chExt cx="0" cy="0"/>
        </a:xfrm>
      </p:grpSpPr>
      <p:sp>
        <p:nvSpPr>
          <p:cNvPr id="32" name="Titlu diapozitiv"/>
          <p:cNvSpPr txBox="1"/>
          <p:nvPr>
            <p:ph type="title" hasCustomPrompt="1"/>
          </p:nvPr>
        </p:nvSpPr>
        <p:spPr>
          <a:xfrm>
            <a:off x="1215494" y="4585101"/>
            <a:ext cx="9757339" cy="2540002"/>
          </a:xfrm>
          <a:prstGeom prst="rect">
            <a:avLst/>
          </a:prstGeom>
        </p:spPr>
        <p:txBody>
          <a:bodyPr anchor="b"/>
          <a:lstStyle/>
          <a:p>
            <a:pPr/>
            <a:r>
              <a:t>Titlu diapozitiv</a:t>
            </a:r>
          </a:p>
        </p:txBody>
      </p:sp>
      <p:sp>
        <p:nvSpPr>
          <p:cNvPr id="33" name="Mare pe fundalul cerului la apus"/>
          <p:cNvSpPr/>
          <p:nvPr>
            <p:ph type="pic" idx="21"/>
          </p:nvPr>
        </p:nvSpPr>
        <p:spPr>
          <a:xfrm>
            <a:off x="9283700" y="1270000"/>
            <a:ext cx="16751300" cy="11176000"/>
          </a:xfrm>
          <a:prstGeom prst="rect">
            <a:avLst/>
          </a:prstGeom>
        </p:spPr>
        <p:txBody>
          <a:bodyPr lIns="91439" tIns="45719" rIns="91439" bIns="45719">
            <a:noAutofit/>
          </a:bodyPr>
          <a:lstStyle/>
          <a:p>
            <a:pPr/>
          </a:p>
        </p:txBody>
      </p:sp>
      <p:sp>
        <p:nvSpPr>
          <p:cNvPr id="34" name="Nivel corp unu…"/>
          <p:cNvSpPr txBox="1"/>
          <p:nvPr>
            <p:ph type="body" sz="quarter" idx="1" hasCustomPrompt="1"/>
          </p:nvPr>
        </p:nvSpPr>
        <p:spPr>
          <a:xfrm>
            <a:off x="1219200" y="7016750"/>
            <a:ext cx="9753600" cy="5416550"/>
          </a:xfrm>
          <a:prstGeom prst="rect">
            <a:avLst/>
          </a:prstGeom>
        </p:spPr>
        <p:txBody>
          <a:bodyPr/>
          <a:lstStyle>
            <a:lvl1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1pPr>
            <a:lvl2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2pPr>
            <a:lvl3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3pPr>
            <a:lvl4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4pPr>
            <a:lvl5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35"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marcatori">
    <p:spTree>
      <p:nvGrpSpPr>
        <p:cNvPr id="1" name=""/>
        <p:cNvGrpSpPr/>
        <p:nvPr/>
      </p:nvGrpSpPr>
      <p:grpSpPr>
        <a:xfrm>
          <a:off x="0" y="0"/>
          <a:ext cx="0" cy="0"/>
          <a:chOff x="0" y="0"/>
          <a:chExt cx="0" cy="0"/>
        </a:xfrm>
      </p:grpSpPr>
      <p:sp>
        <p:nvSpPr>
          <p:cNvPr id="42" name="Titlu diapozitiv"/>
          <p:cNvSpPr txBox="1"/>
          <p:nvPr>
            <p:ph type="title" hasCustomPrompt="1"/>
          </p:nvPr>
        </p:nvSpPr>
        <p:spPr>
          <a:prstGeom prst="rect">
            <a:avLst/>
          </a:prstGeom>
        </p:spPr>
        <p:txBody>
          <a:bodyPr/>
          <a:lstStyle/>
          <a:p>
            <a:pPr/>
            <a:r>
              <a:t>Titlu diapozitiv</a:t>
            </a:r>
          </a:p>
        </p:txBody>
      </p:sp>
      <p:sp>
        <p:nvSpPr>
          <p:cNvPr id="43" name="Nivel corp unu…"/>
          <p:cNvSpPr txBox="1"/>
          <p:nvPr>
            <p:ph type="body" idx="1" hasCustomPrompt="1"/>
          </p:nvPr>
        </p:nvSpPr>
        <p:spPr>
          <a:prstGeom prst="rect">
            <a:avLst/>
          </a:prstGeom>
        </p:spPr>
        <p:txBody>
          <a:bodyPr/>
          <a:lstStyle/>
          <a:p>
            <a:pPr/>
            <a:r>
              <a:t>Text marcator diapozitiv</a:t>
            </a:r>
          </a:p>
          <a:p>
            <a:pPr lvl="1"/>
            <a:r>
              <a:t/>
            </a:r>
          </a:p>
          <a:p>
            <a:pPr lvl="2"/>
            <a:r>
              <a:t/>
            </a:r>
          </a:p>
          <a:p>
            <a:pPr lvl="3"/>
            <a:r>
              <a:t/>
            </a:r>
          </a:p>
          <a:p>
            <a:pPr lvl="4"/>
            <a:r>
              <a:t/>
            </a:r>
          </a:p>
        </p:txBody>
      </p:sp>
      <p:sp>
        <p:nvSpPr>
          <p:cNvPr id="44" name="Subtitlu diapozitiv"/>
          <p:cNvSpPr txBox="1"/>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pc="-100" sz="4200">
                <a:latin typeface="Avenir Next Demi Bold"/>
                <a:ea typeface="Avenir Next Demi Bold"/>
                <a:cs typeface="Avenir Next Demi Bold"/>
                <a:sym typeface="Avenir Next Demi Bold"/>
              </a:defRPr>
            </a:lvl1pPr>
          </a:lstStyle>
          <a:p>
            <a:pPr/>
            <a:r>
              <a:t>Subtitlu diapozitiv</a:t>
            </a:r>
          </a:p>
        </p:txBody>
      </p:sp>
      <p:sp>
        <p:nvSpPr>
          <p:cNvPr id="45"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rcatori">
    <p:spTree>
      <p:nvGrpSpPr>
        <p:cNvPr id="1" name=""/>
        <p:cNvGrpSpPr/>
        <p:nvPr/>
      </p:nvGrpSpPr>
      <p:grpSpPr>
        <a:xfrm>
          <a:off x="0" y="0"/>
          <a:ext cx="0" cy="0"/>
          <a:chOff x="0" y="0"/>
          <a:chExt cx="0" cy="0"/>
        </a:xfrm>
      </p:grpSpPr>
      <p:sp>
        <p:nvSpPr>
          <p:cNvPr id="52" name="Nivel corp unu…"/>
          <p:cNvSpPr txBox="1"/>
          <p:nvPr>
            <p:ph type="body" idx="1" hasCustomPrompt="1"/>
          </p:nvPr>
        </p:nvSpPr>
        <p:spPr>
          <a:xfrm>
            <a:off x="1219200" y="4013200"/>
            <a:ext cx="21945600" cy="8487148"/>
          </a:xfrm>
          <a:prstGeom prst="rect">
            <a:avLst/>
          </a:prstGeom>
        </p:spPr>
        <p:txBody>
          <a:bodyPr numCol="2" spcCol="2558383"/>
          <a:lstStyle/>
          <a:p>
            <a:pPr/>
            <a:r>
              <a:t>Text marcator diapozitiv</a:t>
            </a:r>
          </a:p>
          <a:p>
            <a:pPr lvl="1"/>
            <a:r>
              <a:t/>
            </a:r>
          </a:p>
          <a:p>
            <a:pPr lvl="2"/>
            <a:r>
              <a:t/>
            </a:r>
          </a:p>
          <a:p>
            <a:pPr lvl="3"/>
            <a:r>
              <a:t/>
            </a:r>
          </a:p>
          <a:p>
            <a:pPr lvl="4"/>
            <a:r>
              <a:t/>
            </a:r>
          </a:p>
        </p:txBody>
      </p:sp>
      <p:sp>
        <p:nvSpPr>
          <p:cNvPr id="53"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poză">
    <p:spTree>
      <p:nvGrpSpPr>
        <p:cNvPr id="1" name=""/>
        <p:cNvGrpSpPr/>
        <p:nvPr/>
      </p:nvGrpSpPr>
      <p:grpSpPr>
        <a:xfrm>
          <a:off x="0" y="0"/>
          <a:ext cx="0" cy="0"/>
          <a:chOff x="0" y="0"/>
          <a:chExt cx="0" cy="0"/>
        </a:xfrm>
      </p:grpSpPr>
      <p:sp>
        <p:nvSpPr>
          <p:cNvPr id="60"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61" name="Mare pe fundalul cerului la apus"/>
          <p:cNvSpPr/>
          <p:nvPr>
            <p:ph type="pic" idx="21"/>
          </p:nvPr>
        </p:nvSpPr>
        <p:spPr>
          <a:xfrm>
            <a:off x="12192644" y="718588"/>
            <a:ext cx="10972801" cy="12329625"/>
          </a:xfrm>
          <a:prstGeom prst="rect">
            <a:avLst/>
          </a:prstGeom>
        </p:spPr>
        <p:txBody>
          <a:bodyPr lIns="91439" tIns="45719" rIns="91439" bIns="45719">
            <a:noAutofit/>
          </a:bodyPr>
          <a:lstStyle/>
          <a:p>
            <a:pPr/>
          </a:p>
        </p:txBody>
      </p:sp>
      <p:sp>
        <p:nvSpPr>
          <p:cNvPr id="62" name="Nivel corp unu…"/>
          <p:cNvSpPr txBox="1"/>
          <p:nvPr>
            <p:ph type="body" sz="quarter" idx="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63" name="Nivel corp unu…"/>
          <p:cNvSpPr txBox="1"/>
          <p:nvPr>
            <p:ph type="body" sz="half" idx="22" hasCustomPrompt="1"/>
          </p:nvPr>
        </p:nvSpPr>
        <p:spPr>
          <a:xfrm>
            <a:off x="1219199" y="4023221"/>
            <a:ext cx="9757571" cy="8384679"/>
          </a:xfrm>
          <a:prstGeom prst="rect">
            <a:avLst/>
          </a:prstGeom>
        </p:spPr>
        <p:txBody>
          <a:bodyPr/>
          <a:lstStyle/>
          <a:p>
            <a:pPr/>
            <a:r>
              <a:t>Text marcator diapozitiv</a:t>
            </a:r>
          </a:p>
        </p:txBody>
      </p:sp>
      <p:sp>
        <p:nvSpPr>
          <p:cNvPr id="6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video live mic">
    <p:spTree>
      <p:nvGrpSpPr>
        <p:cNvPr id="1" name=""/>
        <p:cNvGrpSpPr/>
        <p:nvPr/>
      </p:nvGrpSpPr>
      <p:grpSpPr>
        <a:xfrm>
          <a:off x="0" y="0"/>
          <a:ext cx="0" cy="0"/>
          <a:chOff x="0" y="0"/>
          <a:chExt cx="0" cy="0"/>
        </a:xfrm>
      </p:grpSpPr>
      <p:sp>
        <p:nvSpPr>
          <p:cNvPr id="71"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72" name="Nivel corp unu…"/>
          <p:cNvSpPr txBox="1"/>
          <p:nvPr>
            <p:ph type="body" sz="quarter" idx="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73" name="Nivel corp unu…"/>
          <p:cNvSpPr txBox="1"/>
          <p:nvPr>
            <p:ph type="body" sz="half" idx="21" hasCustomPrompt="1"/>
          </p:nvPr>
        </p:nvSpPr>
        <p:spPr>
          <a:xfrm>
            <a:off x="1219199" y="4023221"/>
            <a:ext cx="9757571" cy="8384679"/>
          </a:xfrm>
          <a:prstGeom prst="rect">
            <a:avLst/>
          </a:prstGeom>
        </p:spPr>
        <p:txBody>
          <a:bodyPr/>
          <a:lstStyle/>
          <a:p>
            <a:pPr/>
            <a:r>
              <a:t>Text marcator diapozitiv</a:t>
            </a:r>
          </a:p>
        </p:txBody>
      </p:sp>
      <p:sp>
        <p:nvSpPr>
          <p:cNvPr id="7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video live mare">
    <p:spTree>
      <p:nvGrpSpPr>
        <p:cNvPr id="1" name=""/>
        <p:cNvGrpSpPr/>
        <p:nvPr/>
      </p:nvGrpSpPr>
      <p:grpSpPr>
        <a:xfrm>
          <a:off x="0" y="0"/>
          <a:ext cx="0" cy="0"/>
          <a:chOff x="0" y="0"/>
          <a:chExt cx="0" cy="0"/>
        </a:xfrm>
      </p:grpSpPr>
      <p:sp>
        <p:nvSpPr>
          <p:cNvPr id="81"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82" name="Nivel corp unu…"/>
          <p:cNvSpPr txBox="1"/>
          <p:nvPr>
            <p:ph type="body" sz="quarter" idx="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83" name="Nivel corp unu…"/>
          <p:cNvSpPr txBox="1"/>
          <p:nvPr>
            <p:ph type="body" sz="half" idx="21" hasCustomPrompt="1"/>
          </p:nvPr>
        </p:nvSpPr>
        <p:spPr>
          <a:xfrm>
            <a:off x="1219199" y="4023221"/>
            <a:ext cx="9757571" cy="8384679"/>
          </a:xfrm>
          <a:prstGeom prst="rect">
            <a:avLst/>
          </a:prstGeom>
        </p:spPr>
        <p:txBody>
          <a:bodyPr/>
          <a:lstStyle/>
          <a:p>
            <a:pPr/>
            <a:r>
              <a:t>Text marcator diapozitiv</a:t>
            </a:r>
          </a:p>
        </p:txBody>
      </p:sp>
      <p:sp>
        <p:nvSpPr>
          <p:cNvPr id="8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țiune">
    <p:spTree>
      <p:nvGrpSpPr>
        <p:cNvPr id="1" name=""/>
        <p:cNvGrpSpPr/>
        <p:nvPr/>
      </p:nvGrpSpPr>
      <p:grpSpPr>
        <a:xfrm>
          <a:off x="0" y="0"/>
          <a:ext cx="0" cy="0"/>
          <a:chOff x="0" y="0"/>
          <a:chExt cx="0" cy="0"/>
        </a:xfrm>
      </p:grpSpPr>
      <p:sp>
        <p:nvSpPr>
          <p:cNvPr id="91" name="Titlu secțiune"/>
          <p:cNvSpPr txBox="1"/>
          <p:nvPr>
            <p:ph type="title" hasCustomPrompt="1"/>
          </p:nvPr>
        </p:nvSpPr>
        <p:spPr>
          <a:xfrm>
            <a:off x="1219200" y="3242269"/>
            <a:ext cx="21945600" cy="6604002"/>
          </a:xfrm>
          <a:prstGeom prst="rect">
            <a:avLst/>
          </a:prstGeom>
        </p:spPr>
        <p:txBody>
          <a:bodyPr anchor="ctr"/>
          <a:lstStyle>
            <a:lvl1pPr>
              <a:defRPr spc="0" sz="12800"/>
            </a:lvl1pPr>
          </a:lstStyle>
          <a:p>
            <a:pPr/>
            <a:r>
              <a:t>Titlu secțiune</a:t>
            </a:r>
          </a:p>
        </p:txBody>
      </p:sp>
      <p:sp>
        <p:nvSpPr>
          <p:cNvPr id="92"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oar titlu">
    <p:spTree>
      <p:nvGrpSpPr>
        <p:cNvPr id="1" name=""/>
        <p:cNvGrpSpPr/>
        <p:nvPr/>
      </p:nvGrpSpPr>
      <p:grpSpPr>
        <a:xfrm>
          <a:off x="0" y="0"/>
          <a:ext cx="0" cy="0"/>
          <a:chOff x="0" y="0"/>
          <a:chExt cx="0" cy="0"/>
        </a:xfrm>
      </p:grpSpPr>
      <p:sp>
        <p:nvSpPr>
          <p:cNvPr id="99" name="Titlu diapozitiv"/>
          <p:cNvSpPr txBox="1"/>
          <p:nvPr>
            <p:ph type="title" hasCustomPrompt="1"/>
          </p:nvPr>
        </p:nvSpPr>
        <p:spPr>
          <a:prstGeom prst="rect">
            <a:avLst/>
          </a:prstGeom>
        </p:spPr>
        <p:txBody>
          <a:bodyPr/>
          <a:lstStyle/>
          <a:p>
            <a:pPr/>
            <a:r>
              <a:t>Titlu diapozitiv</a:t>
            </a:r>
          </a:p>
        </p:txBody>
      </p:sp>
      <p:sp>
        <p:nvSpPr>
          <p:cNvPr id="100" name="Nivel corp unu…"/>
          <p:cNvSpPr txBox="1"/>
          <p:nvPr>
            <p:ph type="body" sz="quarter" idx="1" hasCustomPrompt="1"/>
          </p:nvPr>
        </p:nvSpPr>
        <p:spPr>
          <a:xfrm>
            <a:off x="1219200" y="2384648"/>
            <a:ext cx="21945602" cy="832614"/>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101"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ă">
    <p:spTree>
      <p:nvGrpSpPr>
        <p:cNvPr id="1" name=""/>
        <p:cNvGrpSpPr/>
        <p:nvPr/>
      </p:nvGrpSpPr>
      <p:grpSpPr>
        <a:xfrm>
          <a:off x="0" y="0"/>
          <a:ext cx="0" cy="0"/>
          <a:chOff x="0" y="0"/>
          <a:chExt cx="0" cy="0"/>
        </a:xfrm>
      </p:grpSpPr>
      <p:sp>
        <p:nvSpPr>
          <p:cNvPr id="108" name="Titlu agendă"/>
          <p:cNvSpPr txBox="1"/>
          <p:nvPr>
            <p:ph type="title" hasCustomPrompt="1"/>
          </p:nvPr>
        </p:nvSpPr>
        <p:spPr>
          <a:prstGeom prst="rect">
            <a:avLst/>
          </a:prstGeom>
        </p:spPr>
        <p:txBody>
          <a:bodyPr/>
          <a:lstStyle/>
          <a:p>
            <a:pPr/>
            <a:r>
              <a:t>Titlu agendă</a:t>
            </a:r>
          </a:p>
        </p:txBody>
      </p:sp>
      <p:sp>
        <p:nvSpPr>
          <p:cNvPr id="109" name="Nivel corp unu…"/>
          <p:cNvSpPr txBox="1"/>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pc="-136" sz="6800">
                <a:latin typeface="Canela Deck Regular"/>
                <a:ea typeface="Canela Deck Regular"/>
                <a:cs typeface="Canela Deck Regular"/>
                <a:sym typeface="Canela Deck Regular"/>
              </a:defRPr>
            </a:lvl1pPr>
            <a:lvl2pPr marL="0" indent="0" defTabSz="825500">
              <a:lnSpc>
                <a:spcPct val="100000"/>
              </a:lnSpc>
              <a:buSzTx/>
              <a:buNone/>
              <a:defRPr spc="-136" sz="6800">
                <a:latin typeface="Canela Deck Regular"/>
                <a:ea typeface="Canela Deck Regular"/>
                <a:cs typeface="Canela Deck Regular"/>
                <a:sym typeface="Canela Deck Regular"/>
              </a:defRPr>
            </a:lvl2pPr>
            <a:lvl3pPr marL="0" indent="0" defTabSz="825500">
              <a:lnSpc>
                <a:spcPct val="100000"/>
              </a:lnSpc>
              <a:buSzTx/>
              <a:buNone/>
              <a:defRPr spc="-136" sz="6800">
                <a:latin typeface="Canela Deck Regular"/>
                <a:ea typeface="Canela Deck Regular"/>
                <a:cs typeface="Canela Deck Regular"/>
                <a:sym typeface="Canela Deck Regular"/>
              </a:defRPr>
            </a:lvl3pPr>
            <a:lvl4pPr marL="0" indent="0" defTabSz="825500">
              <a:lnSpc>
                <a:spcPct val="100000"/>
              </a:lnSpc>
              <a:buSzTx/>
              <a:buNone/>
              <a:defRPr spc="-136" sz="6800">
                <a:latin typeface="Canela Deck Regular"/>
                <a:ea typeface="Canela Deck Regular"/>
                <a:cs typeface="Canela Deck Regular"/>
                <a:sym typeface="Canela Deck Regular"/>
              </a:defRPr>
            </a:lvl4pPr>
            <a:lvl5pPr marL="0" indent="0" defTabSz="825500">
              <a:lnSpc>
                <a:spcPct val="100000"/>
              </a:lnSpc>
              <a:buSzTx/>
              <a:buNone/>
              <a:defRPr spc="-136" sz="6800">
                <a:latin typeface="Canela Deck Regular"/>
                <a:ea typeface="Canela Deck Regular"/>
                <a:cs typeface="Canela Deck Regular"/>
                <a:sym typeface="Canela Deck Regular"/>
              </a:defRPr>
            </a:lvl5pPr>
          </a:lstStyle>
          <a:p>
            <a:pPr/>
            <a:r>
              <a:t>Subiecte agendă</a:t>
            </a:r>
          </a:p>
          <a:p>
            <a:pPr lvl="1"/>
            <a:r>
              <a:t/>
            </a:r>
          </a:p>
          <a:p>
            <a:pPr lvl="2"/>
            <a:r>
              <a:t/>
            </a:r>
          </a:p>
          <a:p>
            <a:pPr lvl="3"/>
            <a:r>
              <a:t/>
            </a:r>
          </a:p>
          <a:p>
            <a:pPr lvl="4"/>
            <a:r>
              <a:t/>
            </a:r>
          </a:p>
        </p:txBody>
      </p:sp>
      <p:sp>
        <p:nvSpPr>
          <p:cNvPr id="110" name="Subtitlu agendă"/>
          <p:cNvSpPr txBox="1"/>
          <p:nvPr>
            <p:ph type="body" sz="quarter" idx="21" hasCustomPrompt="1"/>
          </p:nvPr>
        </p:nvSpPr>
        <p:spPr>
          <a:xfrm>
            <a:off x="1219200" y="2387114"/>
            <a:ext cx="21945602" cy="832614"/>
          </a:xfrm>
          <a:prstGeom prst="rect">
            <a:avLst/>
          </a:prstGeom>
        </p:spPr>
        <p:txBody>
          <a:bodyPr/>
          <a:lstStyle>
            <a:lvl1pPr marL="0" indent="0" algn="ctr" defTabSz="792479">
              <a:lnSpc>
                <a:spcPct val="100000"/>
              </a:lnSpc>
              <a:spcBef>
                <a:spcPts val="0"/>
              </a:spcBef>
              <a:buSzTx/>
              <a:buNone/>
              <a:defRPr spc="-100" sz="4200">
                <a:latin typeface="Avenir Next Demi Bold"/>
                <a:ea typeface="Avenir Next Demi Bold"/>
                <a:cs typeface="Avenir Next Demi Bold"/>
                <a:sym typeface="Avenir Next Demi Bold"/>
              </a:defRPr>
            </a:lvl1pPr>
          </a:lstStyle>
          <a:p>
            <a:pPr/>
            <a:r>
              <a:t>Subtitlu agendă</a:t>
            </a:r>
          </a:p>
        </p:txBody>
      </p:sp>
      <p:sp>
        <p:nvSpPr>
          <p:cNvPr id="111"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clarație">
    <p:spTree>
      <p:nvGrpSpPr>
        <p:cNvPr id="1" name=""/>
        <p:cNvGrpSpPr/>
        <p:nvPr/>
      </p:nvGrpSpPr>
      <p:grpSpPr>
        <a:xfrm>
          <a:off x="0" y="0"/>
          <a:ext cx="0" cy="0"/>
          <a:chOff x="0" y="0"/>
          <a:chExt cx="0" cy="0"/>
        </a:xfrm>
      </p:grpSpPr>
      <p:sp>
        <p:nvSpPr>
          <p:cNvPr id="118" name="Nivel corp unu…"/>
          <p:cNvSpPr txBox="1"/>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0" algn="ctr" defTabSz="2438400">
              <a:lnSpc>
                <a:spcPct val="80000"/>
              </a:lnSpc>
              <a:spcBef>
                <a:spcPts val="0"/>
              </a:spcBef>
              <a:buSzTx/>
              <a:buNone/>
              <a:defRPr sz="12800">
                <a:latin typeface="Canela Regular"/>
                <a:ea typeface="Canela Regular"/>
                <a:cs typeface="Canela Regular"/>
                <a:sym typeface="Canela Regular"/>
              </a:defRPr>
            </a:lvl2pPr>
            <a:lvl3pPr marL="0" indent="0" algn="ctr" defTabSz="2438400">
              <a:lnSpc>
                <a:spcPct val="80000"/>
              </a:lnSpc>
              <a:spcBef>
                <a:spcPts val="0"/>
              </a:spcBef>
              <a:buSzTx/>
              <a:buNone/>
              <a:defRPr sz="12800">
                <a:latin typeface="Canela Regular"/>
                <a:ea typeface="Canela Regular"/>
                <a:cs typeface="Canela Regular"/>
                <a:sym typeface="Canela Regular"/>
              </a:defRPr>
            </a:lvl3pPr>
            <a:lvl4pPr marL="0" indent="0" algn="ctr" defTabSz="2438400">
              <a:lnSpc>
                <a:spcPct val="80000"/>
              </a:lnSpc>
              <a:spcBef>
                <a:spcPts val="0"/>
              </a:spcBef>
              <a:buSzTx/>
              <a:buNone/>
              <a:defRPr sz="12800">
                <a:latin typeface="Canela Regular"/>
                <a:ea typeface="Canela Regular"/>
                <a:cs typeface="Canela Regular"/>
                <a:sym typeface="Canela Regular"/>
              </a:defRPr>
            </a:lvl4pPr>
            <a:lvl5pPr marL="0" indent="0" algn="ctr" defTabSz="2438400">
              <a:lnSpc>
                <a:spcPct val="80000"/>
              </a:lnSpc>
              <a:spcBef>
                <a:spcPts val="0"/>
              </a:spcBef>
              <a:buSzTx/>
              <a:buNone/>
              <a:defRPr sz="12800">
                <a:latin typeface="Canela Regular"/>
                <a:ea typeface="Canela Regular"/>
                <a:cs typeface="Canela Regular"/>
                <a:sym typeface="Canela Regular"/>
              </a:defRPr>
            </a:lvl5pPr>
          </a:lstStyle>
          <a:p>
            <a:pPr/>
            <a:r>
              <a:t>Declarație</a:t>
            </a:r>
          </a:p>
          <a:p>
            <a:pPr lvl="1"/>
            <a:r>
              <a:t/>
            </a:r>
          </a:p>
          <a:p>
            <a:pPr lvl="2"/>
            <a:r>
              <a:t/>
            </a:r>
          </a:p>
          <a:p>
            <a:pPr lvl="3"/>
            <a:r>
              <a:t/>
            </a:r>
          </a:p>
          <a:p>
            <a:pPr lvl="4"/>
            <a:r>
              <a:t/>
            </a:r>
          </a:p>
        </p:txBody>
      </p:sp>
      <p:sp>
        <p:nvSpPr>
          <p:cNvPr id="119"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taliu (mare)">
    <p:spTree>
      <p:nvGrpSpPr>
        <p:cNvPr id="1" name=""/>
        <p:cNvGrpSpPr/>
        <p:nvPr/>
      </p:nvGrpSpPr>
      <p:grpSpPr>
        <a:xfrm>
          <a:off x="0" y="0"/>
          <a:ext cx="0" cy="0"/>
          <a:chOff x="0" y="0"/>
          <a:chExt cx="0" cy="0"/>
        </a:xfrm>
      </p:grpSpPr>
      <p:sp>
        <p:nvSpPr>
          <p:cNvPr id="126" name="Nivel corp unu…"/>
          <p:cNvSpPr txBox="1"/>
          <p:nvPr>
            <p:ph type="body" sz="quarter" idx="1" hasCustomPrompt="1"/>
          </p:nvPr>
        </p:nvSpPr>
        <p:spPr>
          <a:xfrm>
            <a:off x="1219200" y="8462239"/>
            <a:ext cx="21945602" cy="832614"/>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Informații factuale</a:t>
            </a:r>
          </a:p>
          <a:p>
            <a:pPr lvl="1"/>
            <a:r>
              <a:t/>
            </a:r>
          </a:p>
          <a:p>
            <a:pPr lvl="2"/>
            <a:r>
              <a:t/>
            </a:r>
          </a:p>
          <a:p>
            <a:pPr lvl="3"/>
            <a:r>
              <a:t/>
            </a:r>
          </a:p>
          <a:p>
            <a:pPr lvl="4"/>
            <a:r>
              <a:t/>
            </a:r>
          </a:p>
        </p:txBody>
      </p:sp>
      <p:sp>
        <p:nvSpPr>
          <p:cNvPr id="127" name="Nivel corp unu…"/>
          <p:cNvSpPr txBox="1"/>
          <p:nvPr>
            <p:ph type="body" sz="half" idx="21" hasCustomPrompt="1"/>
          </p:nvPr>
        </p:nvSpPr>
        <p:spPr>
          <a:xfrm>
            <a:off x="1219200" y="4214483"/>
            <a:ext cx="21945600" cy="4269709"/>
          </a:xfrm>
          <a:prstGeom prst="rect">
            <a:avLst/>
          </a:prstGeom>
        </p:spPr>
        <p:txBody>
          <a:bodyPr anchor="b"/>
          <a:lstStyle/>
          <a:p>
            <a:pPr lvl="4" marL="0" indent="1097280" algn="ctr" defTabSz="975360">
              <a:lnSpc>
                <a:spcPct val="80000"/>
              </a:lnSpc>
              <a:spcBef>
                <a:spcPts val="0"/>
              </a:spcBef>
              <a:buSzTx/>
              <a:buNone/>
              <a:defRPr sz="8960">
                <a:latin typeface="Canela Bold"/>
                <a:ea typeface="Canela Bold"/>
                <a:cs typeface="Canela Bold"/>
                <a:sym typeface="Canela Bold"/>
              </a:defRPr>
            </a:pPr>
            <a:r>
              <a:t>100%
</a:t>
            </a:r>
          </a:p>
        </p:txBody>
      </p:sp>
      <p:sp>
        <p:nvSpPr>
          <p:cNvPr id="128"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itat">
    <p:spTree>
      <p:nvGrpSpPr>
        <p:cNvPr id="1" name=""/>
        <p:cNvGrpSpPr/>
        <p:nvPr/>
      </p:nvGrpSpPr>
      <p:grpSpPr>
        <a:xfrm>
          <a:off x="0" y="0"/>
          <a:ext cx="0" cy="0"/>
          <a:chOff x="0" y="0"/>
          <a:chExt cx="0" cy="0"/>
        </a:xfrm>
      </p:grpSpPr>
      <p:sp>
        <p:nvSpPr>
          <p:cNvPr id="135" name="Nivel corp unu…"/>
          <p:cNvSpPr txBox="1"/>
          <p:nvPr>
            <p:ph type="body" sz="quarter" idx="1" hasCustomPrompt="1"/>
          </p:nvPr>
        </p:nvSpPr>
        <p:spPr>
          <a:xfrm>
            <a:off x="1219200" y="11100052"/>
            <a:ext cx="21945602" cy="832614"/>
          </a:xfrm>
          <a:prstGeom prst="rect">
            <a:avLst/>
          </a:prstGeom>
        </p:spPr>
        <p:txBody>
          <a:bodyPr anchor="ct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Atribuire</a:t>
            </a:r>
          </a:p>
          <a:p>
            <a:pPr lvl="1"/>
            <a:r>
              <a:t/>
            </a:r>
          </a:p>
          <a:p>
            <a:pPr lvl="2"/>
            <a:r>
              <a:t/>
            </a:r>
          </a:p>
          <a:p>
            <a:pPr lvl="3"/>
            <a:r>
              <a:t/>
            </a:r>
          </a:p>
          <a:p>
            <a:pPr lvl="4"/>
            <a:r>
              <a:t/>
            </a:r>
          </a:p>
        </p:txBody>
      </p:sp>
      <p:sp>
        <p:nvSpPr>
          <p:cNvPr id="136" name="Nivel corp unu…"/>
          <p:cNvSpPr txBox="1"/>
          <p:nvPr>
            <p:ph type="body" sz="half" idx="21" hasCustomPrompt="1"/>
          </p:nvPr>
        </p:nvSpPr>
        <p:spPr>
          <a:xfrm>
            <a:off x="1219200" y="4178300"/>
            <a:ext cx="21945600" cy="4416425"/>
          </a:xfrm>
          <a:prstGeom prst="rect">
            <a:avLst/>
          </a:prstGeom>
        </p:spPr>
        <p:txBody>
          <a:bodyPr anchor="ctr"/>
          <a:lstStyle/>
          <a:p>
            <a:pPr lvl="4" marL="0" indent="1700783" algn="ctr" defTabSz="1511808">
              <a:lnSpc>
                <a:spcPct val="80000"/>
              </a:lnSpc>
              <a:spcBef>
                <a:spcPts val="0"/>
              </a:spcBef>
              <a:buSzTx/>
              <a:buNone/>
              <a:defRPr sz="5208">
                <a:latin typeface="Canela Bold"/>
                <a:ea typeface="Canela Bold"/>
                <a:cs typeface="Canela Bold"/>
                <a:sym typeface="Canela Bold"/>
              </a:defRPr>
            </a:pPr>
            <a:r>
              <a:t>“Citat important”
</a:t>
            </a:r>
          </a:p>
        </p:txBody>
      </p:sp>
      <p:sp>
        <p:nvSpPr>
          <p:cNvPr id="137"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ză - 3 exemplare">
    <p:spTree>
      <p:nvGrpSpPr>
        <p:cNvPr id="1" name=""/>
        <p:cNvGrpSpPr/>
        <p:nvPr/>
      </p:nvGrpSpPr>
      <p:grpSpPr>
        <a:xfrm>
          <a:off x="0" y="0"/>
          <a:ext cx="0" cy="0"/>
          <a:chOff x="0" y="0"/>
          <a:chExt cx="0" cy="0"/>
        </a:xfrm>
      </p:grpSpPr>
      <p:sp>
        <p:nvSpPr>
          <p:cNvPr id="144" name="Mare pe fundalul cerului la apus 2"/>
          <p:cNvSpPr/>
          <p:nvPr>
            <p:ph type="pic" sz="quarter" idx="21"/>
          </p:nvPr>
        </p:nvSpPr>
        <p:spPr>
          <a:xfrm>
            <a:off x="15744825" y="5581751"/>
            <a:ext cx="7365408" cy="8280402"/>
          </a:xfrm>
          <a:prstGeom prst="rect">
            <a:avLst/>
          </a:prstGeom>
        </p:spPr>
        <p:txBody>
          <a:bodyPr lIns="91439" tIns="45719" rIns="91439" bIns="45719">
            <a:noAutofit/>
          </a:bodyPr>
          <a:lstStyle/>
          <a:p>
            <a:pPr/>
          </a:p>
        </p:txBody>
      </p:sp>
      <p:sp>
        <p:nvSpPr>
          <p:cNvPr id="145" name="Mare pe fundalul cerului la apus 1"/>
          <p:cNvSpPr/>
          <p:nvPr>
            <p:ph type="pic" sz="quarter" idx="22"/>
          </p:nvPr>
        </p:nvSpPr>
        <p:spPr>
          <a:xfrm>
            <a:off x="15363825" y="1270000"/>
            <a:ext cx="8115300" cy="5409006"/>
          </a:xfrm>
          <a:prstGeom prst="rect">
            <a:avLst/>
          </a:prstGeom>
        </p:spPr>
        <p:txBody>
          <a:bodyPr lIns="91439" tIns="45719" rIns="91439" bIns="45719">
            <a:noAutofit/>
          </a:bodyPr>
          <a:lstStyle/>
          <a:p>
            <a:pPr/>
          </a:p>
        </p:txBody>
      </p:sp>
      <p:sp>
        <p:nvSpPr>
          <p:cNvPr id="146" name="Plajă și mare la apus"/>
          <p:cNvSpPr/>
          <p:nvPr>
            <p:ph type="pic" idx="23"/>
          </p:nvPr>
        </p:nvSpPr>
        <p:spPr>
          <a:xfrm>
            <a:off x="-63500" y="1270000"/>
            <a:ext cx="16764000" cy="11176000"/>
          </a:xfrm>
          <a:prstGeom prst="rect">
            <a:avLst/>
          </a:prstGeom>
        </p:spPr>
        <p:txBody>
          <a:bodyPr lIns="91439" tIns="45719" rIns="91439" bIns="45719">
            <a:noAutofit/>
          </a:bodyPr>
          <a:lstStyle/>
          <a:p>
            <a:pPr/>
          </a:p>
        </p:txBody>
      </p:sp>
      <p:sp>
        <p:nvSpPr>
          <p:cNvPr id="147"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ză">
    <p:spTree>
      <p:nvGrpSpPr>
        <p:cNvPr id="1" name=""/>
        <p:cNvGrpSpPr/>
        <p:nvPr/>
      </p:nvGrpSpPr>
      <p:grpSpPr>
        <a:xfrm>
          <a:off x="0" y="0"/>
          <a:ext cx="0" cy="0"/>
          <a:chOff x="0" y="0"/>
          <a:chExt cx="0" cy="0"/>
        </a:xfrm>
      </p:grpSpPr>
      <p:sp>
        <p:nvSpPr>
          <p:cNvPr id="154" name="plajă și mare la apus"/>
          <p:cNvSpPr/>
          <p:nvPr>
            <p:ph type="pic" idx="21"/>
          </p:nvPr>
        </p:nvSpPr>
        <p:spPr>
          <a:xfrm>
            <a:off x="1270000" y="-423334"/>
            <a:ext cx="21844000" cy="14562668"/>
          </a:xfrm>
          <a:prstGeom prst="rect">
            <a:avLst/>
          </a:prstGeom>
        </p:spPr>
        <p:txBody>
          <a:bodyPr lIns="91439" tIns="45719" rIns="91439" bIns="45719">
            <a:noAutofit/>
          </a:bodyPr>
          <a:lstStyle/>
          <a:p>
            <a:pPr/>
          </a:p>
        </p:txBody>
      </p:sp>
      <p:sp>
        <p:nvSpPr>
          <p:cNvPr id="155"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ără conținut">
    <p:spTree>
      <p:nvGrpSpPr>
        <p:cNvPr id="1" name=""/>
        <p:cNvGrpSpPr/>
        <p:nvPr/>
      </p:nvGrpSpPr>
      <p:grpSpPr>
        <a:xfrm>
          <a:off x="0" y="0"/>
          <a:ext cx="0" cy="0"/>
          <a:chOff x="0" y="0"/>
          <a:chExt cx="0" cy="0"/>
        </a:xfrm>
      </p:grpSpPr>
      <p:sp>
        <p:nvSpPr>
          <p:cNvPr id="162"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marcatori">
    <p:spTree>
      <p:nvGrpSpPr>
        <p:cNvPr id="1" name=""/>
        <p:cNvGrpSpPr/>
        <p:nvPr/>
      </p:nvGrpSpPr>
      <p:grpSpPr>
        <a:xfrm>
          <a:off x="0" y="0"/>
          <a:ext cx="0" cy="0"/>
          <a:chOff x="0" y="0"/>
          <a:chExt cx="0" cy="0"/>
        </a:xfrm>
      </p:grpSpPr>
      <p:sp>
        <p:nvSpPr>
          <p:cNvPr id="169" name="Titlu diapozitiv"/>
          <p:cNvSpPr txBox="1"/>
          <p:nvPr>
            <p:ph type="title" hasCustomPrompt="1"/>
          </p:nvPr>
        </p:nvSpPr>
        <p:spPr>
          <a:prstGeom prst="rect">
            <a:avLst/>
          </a:prstGeom>
        </p:spPr>
        <p:txBody>
          <a:bodyPr/>
          <a:lstStyle/>
          <a:p>
            <a:pPr/>
            <a:r>
              <a:t>Titlu diapozitiv</a:t>
            </a:r>
          </a:p>
        </p:txBody>
      </p:sp>
      <p:sp>
        <p:nvSpPr>
          <p:cNvPr id="170" name="Nivel corp unu…"/>
          <p:cNvSpPr txBox="1"/>
          <p:nvPr>
            <p:ph type="body" idx="1" hasCustomPrompt="1"/>
          </p:nvPr>
        </p:nvSpPr>
        <p:spPr>
          <a:prstGeom prst="rect">
            <a:avLst/>
          </a:prstGeom>
        </p:spPr>
        <p:txBody>
          <a:bodyPr/>
          <a:lstStyle>
            <a:lvl1pPr defTabSz="2438338"/>
            <a:lvl2pPr defTabSz="2438338"/>
            <a:lvl3pPr defTabSz="2438338"/>
            <a:lvl4pPr defTabSz="2438338"/>
            <a:lvl5pPr defTabSz="2438338"/>
          </a:lstStyle>
          <a:p>
            <a:pPr/>
            <a:r>
              <a:t>Text marcator diapozitiv</a:t>
            </a:r>
          </a:p>
          <a:p>
            <a:pPr lvl="1"/>
            <a:r>
              <a:t/>
            </a:r>
          </a:p>
          <a:p>
            <a:pPr lvl="2"/>
            <a:r>
              <a:t/>
            </a:r>
          </a:p>
          <a:p>
            <a:pPr lvl="3"/>
            <a:r>
              <a:t/>
            </a:r>
          </a:p>
          <a:p>
            <a:pPr lvl="4"/>
            <a:r>
              <a:t/>
            </a:r>
          </a:p>
        </p:txBody>
      </p:sp>
      <p:sp>
        <p:nvSpPr>
          <p:cNvPr id="171" name="Subtitlu diapozitiv"/>
          <p:cNvSpPr txBox="1"/>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pc="-42" sz="4224">
                <a:latin typeface="Avenir Next Demi Bold"/>
                <a:ea typeface="Avenir Next Demi Bold"/>
                <a:cs typeface="Avenir Next Demi Bold"/>
                <a:sym typeface="Avenir Next Demi Bold"/>
              </a:defRPr>
            </a:lvl1pPr>
          </a:lstStyle>
          <a:p>
            <a:pPr/>
            <a:r>
              <a:t>Subtitlu diapozitiv</a:t>
            </a:r>
          </a:p>
        </p:txBody>
      </p:sp>
      <p:sp>
        <p:nvSpPr>
          <p:cNvPr id="172" name="Număr diapozitiv"/>
          <p:cNvSpPr txBox="1"/>
          <p:nvPr>
            <p:ph type="sldNum" sz="quarter" idx="2"/>
          </p:nvPr>
        </p:nvSpPr>
        <p:spPr>
          <a:xfrm>
            <a:off x="1198753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u diapozitiv"/>
          <p:cNvSpPr txBox="1"/>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Titlu diapozitiv</a:t>
            </a:r>
          </a:p>
        </p:txBody>
      </p:sp>
      <p:sp>
        <p:nvSpPr>
          <p:cNvPr id="3" name="Nivel corp unu…"/>
          <p:cNvSpPr txBox="1"/>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Text marcator diapozitiv</a:t>
            </a:r>
          </a:p>
          <a:p>
            <a:pPr lvl="1"/>
            <a:r>
              <a:t/>
            </a:r>
          </a:p>
          <a:p>
            <a:pPr lvl="2"/>
            <a:r>
              <a:t/>
            </a:r>
          </a:p>
          <a:p>
            <a:pPr lvl="3"/>
            <a:r>
              <a:t/>
            </a:r>
          </a:p>
          <a:p>
            <a:pPr lvl="4"/>
            <a:r>
              <a:t/>
            </a:r>
          </a:p>
        </p:txBody>
      </p:sp>
      <p:sp>
        <p:nvSpPr>
          <p:cNvPr id="4" name="Număr diapozitiv"/>
          <p:cNvSpPr txBox="1"/>
          <p:nvPr>
            <p:ph type="sldNum" sz="quarter" idx="2"/>
          </p:nvPr>
        </p:nvSpPr>
        <p:spPr>
          <a:xfrm>
            <a:off x="11987530" y="12684760"/>
            <a:ext cx="408941" cy="4445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2000">
                <a:solidFill>
                  <a:srgbClr val="5E5E5E"/>
                </a:solidFill>
                <a:latin typeface="Avenir Next Regular"/>
                <a:ea typeface="Avenir Next Regular"/>
                <a:cs typeface="Avenir Next Regular"/>
                <a:sym typeface="Avenir Next Regular"/>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transition xmlns:p14="http://schemas.microsoft.com/office/powerpoint/2010/main" spd="med" advClick="1"/>
  <p:txStyles>
    <p:titleStyle>
      <a:lvl1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1pPr>
      <a:lvl2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2pPr>
      <a:lvl3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3pPr>
      <a:lvl4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4pPr>
      <a:lvl5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5pPr>
      <a:lvl6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6pPr>
      <a:lvl7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7pPr>
      <a:lvl8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8pPr>
      <a:lvl9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9pPr>
    </p:titleStyle>
    <p:bodyStyle>
      <a:lvl1pPr marL="5461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1pPr>
      <a:lvl2pPr marL="10922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2pPr>
      <a:lvl3pPr marL="16383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3pPr>
      <a:lvl4pPr marL="21844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4pPr>
      <a:lvl5pPr marL="27305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5pPr>
      <a:lvl6pPr marL="32766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6pPr>
      <a:lvl7pPr marL="38227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7pPr>
      <a:lvl8pPr marL="43688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8pPr>
      <a:lvl9pPr marL="49149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1pPr>
      <a:lvl2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2pPr>
      <a:lvl3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3pPr>
      <a:lvl4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4pPr>
      <a:lvl5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5pPr>
      <a:lvl6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6pPr>
      <a:lvl7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7pPr>
      <a:lvl8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8pPr>
      <a:lvl9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4.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4.png"/><Relationship Id="rId3" Type="http://schemas.openxmlformats.org/officeDocument/2006/relationships/image" Target="../media/image5.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7.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8.png"/><Relationship Id="rId3" Type="http://schemas.openxmlformats.org/officeDocument/2006/relationships/image" Target="../media/image9.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0.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5.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6.png"/><Relationship Id="rId3" Type="http://schemas.openxmlformats.org/officeDocument/2006/relationships/image" Target="../media/image17.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8.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9.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0.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4.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tif"/></Relationships>

</file>

<file path=ppt/slides/_rels/slide2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tif"/></Relationships>

</file>

<file path=ppt/slides/_rels/slide2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tif"/></Relationships>

</file>

<file path=ppt/slides/_rels/slide2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tif"/></Relationships>

</file>

<file path=ppt/slides/_rels/slide2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tif"/><Relationship Id="rId3" Type="http://schemas.openxmlformats.org/officeDocument/2006/relationships/image" Target="../media/image25.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tif"/><Relationship Id="rId3" Type="http://schemas.openxmlformats.org/officeDocument/2006/relationships/image" Target="../media/image26.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tif"/></Relationships>

</file>

<file path=ppt/slides/_rels/slide2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1.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2.png"/><Relationship Id="rId3" Type="http://schemas.openxmlformats.org/officeDocument/2006/relationships/image" Target="../media/image33.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4.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5.png"/><Relationship Id="rId3" Type="http://schemas.openxmlformats.org/officeDocument/2006/relationships/image" Target="../media/image36.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7.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8.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Efrem Dragoș-Sebastian-Mihaly"/>
          <p:cNvSpPr txBox="1"/>
          <p:nvPr>
            <p:ph type="body" sz="quarter" idx="1"/>
          </p:nvPr>
        </p:nvSpPr>
        <p:spPr>
          <a:xfrm>
            <a:off x="1219199" y="11986162"/>
            <a:ext cx="21945600" cy="605792"/>
          </a:xfrm>
          <a:prstGeom prst="rect">
            <a:avLst/>
          </a:prstGeom>
        </p:spPr>
        <p:txBody>
          <a:bodyPr/>
          <a:lstStyle>
            <a:lvl1pPr>
              <a:defRPr spc="-100"/>
            </a:lvl1pPr>
          </a:lstStyle>
          <a:p>
            <a:pPr/>
            <a:r>
              <a:t>Efrem Dragoș-Sebastian-Mihaly</a:t>
            </a:r>
          </a:p>
        </p:txBody>
      </p:sp>
      <p:sp>
        <p:nvSpPr>
          <p:cNvPr id="182" name="Bazele Inteligenței Artificiale"/>
          <p:cNvSpPr txBox="1"/>
          <p:nvPr>
            <p:ph type="title"/>
          </p:nvPr>
        </p:nvSpPr>
        <p:spPr>
          <a:prstGeom prst="rect">
            <a:avLst/>
          </a:prstGeom>
        </p:spPr>
        <p:txBody>
          <a:bodyPr/>
          <a:lstStyle>
            <a:lvl1pPr>
              <a:defRPr spc="-200"/>
            </a:lvl1pPr>
          </a:lstStyle>
          <a:p>
            <a:pPr/>
            <a:r>
              <a:t>Bazele Inteligenței Artificiale</a:t>
            </a:r>
          </a:p>
        </p:txBody>
      </p:sp>
      <p:sp>
        <p:nvSpPr>
          <p:cNvPr id="183" name="Lab 2. Modele parametrice"/>
          <p:cNvSpPr txBox="1"/>
          <p:nvPr/>
        </p:nvSpPr>
        <p:spPr>
          <a:xfrm>
            <a:off x="1219200" y="7567579"/>
            <a:ext cx="21945600" cy="143037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lgn="ctr" defTabSz="825500">
              <a:lnSpc>
                <a:spcPct val="100000"/>
              </a:lnSpc>
              <a:spcBef>
                <a:spcPts val="0"/>
              </a:spcBef>
              <a:defRPr spc="-100" sz="6000">
                <a:latin typeface="Avenir Next Demi Bold"/>
                <a:ea typeface="Avenir Next Demi Bold"/>
                <a:cs typeface="Avenir Next Demi Bold"/>
                <a:sym typeface="Avenir Next Demi Bold"/>
              </a:defRPr>
            </a:lvl1pPr>
          </a:lstStyle>
          <a:p>
            <a:pPr/>
            <a:r>
              <a:t>Lab 10. Rețele neuronale recurente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186" name="Știm cu toții de ChatGPT, Gemini sau Claude"/>
          <p:cNvSpPr txBox="1"/>
          <p:nvPr>
            <p:ph type="body" sz="quarter" idx="1"/>
          </p:nvPr>
        </p:nvSpPr>
        <p:spPr>
          <a:xfrm>
            <a:off x="526511" y="2751647"/>
            <a:ext cx="21948578" cy="1143042"/>
          </a:xfrm>
          <a:prstGeom prst="rect">
            <a:avLst/>
          </a:prstGeom>
        </p:spPr>
        <p:txBody>
          <a:bodyPr/>
          <a:lstStyle/>
          <a:p>
            <a:pPr/>
            <a:r>
              <a:t>Știm cu toții de ChatGPT, Gemini sau Claude</a:t>
            </a:r>
          </a:p>
        </p:txBody>
      </p:sp>
      <p:sp>
        <p:nvSpPr>
          <p:cNvPr id="187" name="Toate acestea sunt modele care procesează limbajul natural, adică preiau limbaj natural ca intrare și oferă limbaj natural ca ieșire"/>
          <p:cNvSpPr txBox="1"/>
          <p:nvPr/>
        </p:nvSpPr>
        <p:spPr>
          <a:xfrm>
            <a:off x="526511" y="3915447"/>
            <a:ext cx="21948578" cy="188216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Toate acestea sunt modele care procesează limbajul natural, adică preiau limbaj natural ca intrare și oferă limbaj natural ca ieșire</a:t>
            </a:r>
          </a:p>
        </p:txBody>
      </p:sp>
      <p:sp>
        <p:nvSpPr>
          <p:cNvPr id="188" name="Se mai pune problema dacă cu ce știm până acum putem rezolva problema procesării limbajului natural, sau dacă avem nevoie de lucruri mai sofisticate"/>
          <p:cNvSpPr txBox="1"/>
          <p:nvPr/>
        </p:nvSpPr>
        <p:spPr>
          <a:xfrm>
            <a:off x="526511" y="9489670"/>
            <a:ext cx="21948578" cy="18821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Se mai pune problema dacă cu ce știm până acum putem rezolva problema procesării limbajului natural, sau dacă avem nevoie de lucruri mai sofisticate</a:t>
            </a:r>
          </a:p>
        </p:txBody>
      </p:sp>
      <p:sp>
        <p:nvSpPr>
          <p:cNvPr id="189" name="Primul lucru interesant pe care vreau să îl vedem este cum se pregătește textul pentru antrenarea unui astfel de model care să genereze text"/>
          <p:cNvSpPr txBox="1"/>
          <p:nvPr/>
        </p:nvSpPr>
        <p:spPr>
          <a:xfrm>
            <a:off x="526511" y="7586745"/>
            <a:ext cx="21948578" cy="18821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Primul lucru interesant pe care vreau să îl vedem este cum se pregătește textul pentru antrenarea unui astfel de model care să genereze text</a:t>
            </a:r>
          </a:p>
        </p:txBody>
      </p:sp>
      <p:pic>
        <p:nvPicPr>
          <p:cNvPr id="190" name="Linie Linie" descr="Linie Linie"/>
          <p:cNvPicPr>
            <a:picLocks noChangeAspect="0"/>
          </p:cNvPicPr>
          <p:nvPr/>
        </p:nvPicPr>
        <p:blipFill>
          <a:blip r:embed="rId2">
            <a:extLst/>
          </a:blip>
          <a:stretch>
            <a:fillRect/>
          </a:stretch>
        </p:blipFill>
        <p:spPr>
          <a:xfrm>
            <a:off x="14520598" y="8342627"/>
            <a:ext cx="6268759" cy="101601"/>
          </a:xfrm>
          <a:prstGeom prst="rect">
            <a:avLst/>
          </a:prstGeom>
        </p:spPr>
      </p:pic>
      <p:pic>
        <p:nvPicPr>
          <p:cNvPr id="192" name="Linie Linie" descr="Linie Linie"/>
          <p:cNvPicPr>
            <a:picLocks noChangeAspect="0"/>
          </p:cNvPicPr>
          <p:nvPr/>
        </p:nvPicPr>
        <p:blipFill>
          <a:blip r:embed="rId3">
            <a:extLst/>
          </a:blip>
          <a:stretch>
            <a:fillRect/>
          </a:stretch>
        </p:blipFill>
        <p:spPr>
          <a:xfrm>
            <a:off x="17642800" y="11037153"/>
            <a:ext cx="2958598" cy="101601"/>
          </a:xfrm>
          <a:prstGeom prst="rect">
            <a:avLst/>
          </a:prstGeom>
        </p:spPr>
      </p:pic>
      <p:sp>
        <p:nvSpPr>
          <p:cNvPr id="194" name="Ceea ce vrem să vedem acum la BIA este cum s-a ajuns la aceste modele, mai exact baza de la care totul a urmat să se construiască"/>
          <p:cNvSpPr txBox="1"/>
          <p:nvPr/>
        </p:nvSpPr>
        <p:spPr>
          <a:xfrm>
            <a:off x="526511" y="5720506"/>
            <a:ext cx="21948578" cy="18821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Ceea ce vrem să vedem acum la BIA este cum s-a ajuns la aceste modele, mai exact baza de la care totul a urmat să se construiască</a:t>
            </a:r>
          </a:p>
        </p:txBody>
      </p:sp>
      <p:pic>
        <p:nvPicPr>
          <p:cNvPr id="195" name="Linie Linie" descr="Linie Linie"/>
          <p:cNvPicPr>
            <a:picLocks noChangeAspect="0"/>
          </p:cNvPicPr>
          <p:nvPr/>
        </p:nvPicPr>
        <p:blipFill>
          <a:blip r:embed="rId4">
            <a:extLst/>
          </a:blip>
          <a:stretch>
            <a:fillRect/>
          </a:stretch>
        </p:blipFill>
        <p:spPr>
          <a:xfrm>
            <a:off x="977198" y="7279227"/>
            <a:ext cx="1602363"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199" name="Mai întâi, trebuie să adunăm text"/>
          <p:cNvSpPr txBox="1"/>
          <p:nvPr>
            <p:ph type="body" sz="quarter" idx="1"/>
          </p:nvPr>
        </p:nvSpPr>
        <p:spPr>
          <a:xfrm>
            <a:off x="468911" y="2705338"/>
            <a:ext cx="21948578" cy="1143043"/>
          </a:xfrm>
          <a:prstGeom prst="rect">
            <a:avLst/>
          </a:prstGeom>
        </p:spPr>
        <p:txBody>
          <a:bodyPr/>
          <a:lstStyle/>
          <a:p>
            <a:pPr/>
            <a:r>
              <a:t>Mai întâi, trebuie să adunăm text</a:t>
            </a:r>
          </a:p>
        </p:txBody>
      </p:sp>
      <p:sp>
        <p:nvSpPr>
          <p:cNvPr id="200" name="Acest text poate fi adunat de oriunde, spre exemplu, mail-uri"/>
          <p:cNvSpPr txBox="1"/>
          <p:nvPr/>
        </p:nvSpPr>
        <p:spPr>
          <a:xfrm>
            <a:off x="468911" y="3696339"/>
            <a:ext cx="21948578" cy="209164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Acest text poate fi adunat de oriunde, spre exemplu, mail-uri</a:t>
            </a:r>
          </a:p>
        </p:txBody>
      </p:sp>
      <p:sp>
        <p:nvSpPr>
          <p:cNvPr id="201" name="Începem să strângem text, ca acesta:"/>
          <p:cNvSpPr txBox="1"/>
          <p:nvPr/>
        </p:nvSpPr>
        <p:spPr>
          <a:xfrm>
            <a:off x="468911" y="4776782"/>
            <a:ext cx="21948578" cy="114304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Începem să strângem text, ca acesta:</a:t>
            </a:r>
          </a:p>
        </p:txBody>
      </p:sp>
      <p:pic>
        <p:nvPicPr>
          <p:cNvPr id="202" name="Captură de ecran din 2024-12-08 la 22.27.27.png" descr="Captură de ecran din 2024-12-08 la 22.27.27.png"/>
          <p:cNvPicPr>
            <a:picLocks noChangeAspect="1"/>
          </p:cNvPicPr>
          <p:nvPr/>
        </p:nvPicPr>
        <p:blipFill>
          <a:blip r:embed="rId2">
            <a:extLst/>
          </a:blip>
          <a:stretch>
            <a:fillRect/>
          </a:stretch>
        </p:blipFill>
        <p:spPr>
          <a:xfrm>
            <a:off x="1949450" y="6080225"/>
            <a:ext cx="20485100" cy="5969001"/>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205" name="Facem niște preprocesări (facem toate literele mici, înlocuim link-urile cu un cuvânt unic, înlocuim adresa de mail cu un cuvânt unic, eliminăm punctuația)"/>
          <p:cNvSpPr txBox="1"/>
          <p:nvPr>
            <p:ph type="body" sz="quarter" idx="1"/>
          </p:nvPr>
        </p:nvSpPr>
        <p:spPr>
          <a:xfrm>
            <a:off x="449711" y="7001590"/>
            <a:ext cx="22991303" cy="1923117"/>
          </a:xfrm>
          <a:prstGeom prst="rect">
            <a:avLst/>
          </a:prstGeom>
        </p:spPr>
        <p:txBody>
          <a:bodyPr/>
          <a:lstStyle/>
          <a:p>
            <a:pPr/>
            <a:r>
              <a:t>Facem niște preprocesări (facem toate literele mici, înlocuim link-urile cu un cuvânt unic, înlocuim adresa de mail cu un cuvânt unic, eliminăm punctuația)</a:t>
            </a:r>
          </a:p>
        </p:txBody>
      </p:sp>
      <p:pic>
        <p:nvPicPr>
          <p:cNvPr id="206" name="Captură de ecran din 2024-12-08 la 22.27.27.png" descr="Captură de ecran din 2024-12-08 la 22.27.27.png"/>
          <p:cNvPicPr>
            <a:picLocks noChangeAspect="1"/>
          </p:cNvPicPr>
          <p:nvPr/>
        </p:nvPicPr>
        <p:blipFill>
          <a:blip r:embed="rId2">
            <a:extLst/>
          </a:blip>
          <a:stretch>
            <a:fillRect/>
          </a:stretch>
        </p:blipFill>
        <p:spPr>
          <a:xfrm>
            <a:off x="4263804" y="2477670"/>
            <a:ext cx="15856392" cy="4620276"/>
          </a:xfrm>
          <a:prstGeom prst="rect">
            <a:avLst/>
          </a:prstGeom>
          <a:ln w="12700">
            <a:miter lim="400000"/>
          </a:ln>
        </p:spPr>
      </p:pic>
      <p:sp>
        <p:nvSpPr>
          <p:cNvPr id="207" name="anyone knows how much it costs to host a web portal…"/>
          <p:cNvSpPr txBox="1"/>
          <p:nvPr/>
        </p:nvSpPr>
        <p:spPr>
          <a:xfrm>
            <a:off x="317178" y="8768466"/>
            <a:ext cx="23749643" cy="4627068"/>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anyone knows how much it costs to host a web portal</a:t>
            </a:r>
          </a:p>
          <a:p>
            <a:pPr/>
            <a:r>
              <a:t>well it depends on how many visitors youre expecting this can be anywhere from less than bucks a month to a couple of you should checkout link or perhaps link if youre running something big</a:t>
            </a:r>
          </a:p>
          <a:p>
            <a:pPr/>
            <a:r>
              <a:t>to unsubscribe yourself from this mailing list send an email to mail</a:t>
            </a:r>
          </a:p>
        </p:txBody>
      </p:sp>
      <p:pic>
        <p:nvPicPr>
          <p:cNvPr id="208" name="Linie Linie" descr="Linie Linie"/>
          <p:cNvPicPr>
            <a:picLocks noChangeAspect="0"/>
          </p:cNvPicPr>
          <p:nvPr/>
        </p:nvPicPr>
        <p:blipFill>
          <a:blip r:embed="rId3">
            <a:extLst/>
          </a:blip>
          <a:stretch>
            <a:fillRect/>
          </a:stretch>
        </p:blipFill>
        <p:spPr>
          <a:xfrm rot="21600000">
            <a:off x="4190999" y="7866531"/>
            <a:ext cx="3571008"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212" name="Atenție! Dacă eliminăm punctuația, vom realiza un model care nu va fi capabil să învețe regulile de punctuație"/>
          <p:cNvSpPr txBox="1"/>
          <p:nvPr>
            <p:ph type="body" sz="quarter" idx="1"/>
          </p:nvPr>
        </p:nvSpPr>
        <p:spPr>
          <a:xfrm>
            <a:off x="372911" y="7615990"/>
            <a:ext cx="22991303" cy="1923117"/>
          </a:xfrm>
          <a:prstGeom prst="rect">
            <a:avLst/>
          </a:prstGeom>
        </p:spPr>
        <p:txBody>
          <a:bodyPr/>
          <a:lstStyle/>
          <a:p>
            <a:pPr/>
            <a:r>
              <a:t>Atenție! Dacă eliminăm punctuația, vom realiza un model care nu va fi capabil să învețe regulile de punctuație</a:t>
            </a:r>
          </a:p>
        </p:txBody>
      </p:sp>
      <p:sp>
        <p:nvSpPr>
          <p:cNvPr id="213" name="anyone knows how much it costs to host a web portal…"/>
          <p:cNvSpPr txBox="1"/>
          <p:nvPr/>
        </p:nvSpPr>
        <p:spPr>
          <a:xfrm>
            <a:off x="489978" y="2330274"/>
            <a:ext cx="23749643" cy="4627068"/>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anyone knows how much it costs to host a web portal</a:t>
            </a:r>
          </a:p>
          <a:p>
            <a:pPr/>
            <a:r>
              <a:t>well it depends on how many visitors youre expecting this can be anywhere from less than bucks a month to a couple of you should checkout link or perhaps link if youre running something big</a:t>
            </a:r>
          </a:p>
          <a:p>
            <a:pPr/>
            <a:r>
              <a:t>to unsubscribe yourself from this mailing list send an email to mail</a:t>
            </a:r>
          </a:p>
        </p:txBody>
      </p:sp>
      <p:sp>
        <p:nvSpPr>
          <p:cNvPr id="214" name="Pentru simplitate, punctuația este ignorată, dar un model ca ChatGPT va ține cont de punctuație"/>
          <p:cNvSpPr txBox="1"/>
          <p:nvPr/>
        </p:nvSpPr>
        <p:spPr>
          <a:xfrm>
            <a:off x="372911" y="9413390"/>
            <a:ext cx="22991303" cy="19231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Pentru simplitate, punctuația este ignorată, dar un model ca ChatGPT va ține cont de punctuație</a:t>
            </a:r>
          </a:p>
        </p:txBody>
      </p:sp>
      <p:pic>
        <p:nvPicPr>
          <p:cNvPr id="215" name="Linie Linie" descr="Linie Linie"/>
          <p:cNvPicPr>
            <a:picLocks noChangeAspect="0"/>
          </p:cNvPicPr>
          <p:nvPr/>
        </p:nvPicPr>
        <p:blipFill>
          <a:blip r:embed="rId2">
            <a:extLst/>
          </a:blip>
          <a:stretch>
            <a:fillRect/>
          </a:stretch>
        </p:blipFill>
        <p:spPr>
          <a:xfrm>
            <a:off x="869399" y="8372490"/>
            <a:ext cx="2183713"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219" name="De asemenea, transformăm link-urile si adresele de e-mail într-un text unic gen „link” și „mail” pentru a încuraja modelul să nu facă overfitting"/>
          <p:cNvSpPr txBox="1"/>
          <p:nvPr>
            <p:ph type="body" sz="quarter" idx="1"/>
          </p:nvPr>
        </p:nvSpPr>
        <p:spPr>
          <a:xfrm>
            <a:off x="353711" y="7078390"/>
            <a:ext cx="22991303" cy="1923117"/>
          </a:xfrm>
          <a:prstGeom prst="rect">
            <a:avLst/>
          </a:prstGeom>
        </p:spPr>
        <p:txBody>
          <a:bodyPr/>
          <a:lstStyle/>
          <a:p>
            <a:pPr/>
            <a:r>
              <a:t>De asemenea, transformăm link-urile si adresele de e-mail într-un text unic gen „link” și „mail” pentru a încuraja modelul să nu facă overfitting</a:t>
            </a:r>
          </a:p>
        </p:txBody>
      </p:sp>
      <p:sp>
        <p:nvSpPr>
          <p:cNvPr id="220" name="anyone knows how much it costs to host a web portal…"/>
          <p:cNvSpPr txBox="1"/>
          <p:nvPr/>
        </p:nvSpPr>
        <p:spPr>
          <a:xfrm>
            <a:off x="489978" y="2330274"/>
            <a:ext cx="23749643" cy="4627068"/>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anyone knows how much it costs to host a web portal</a:t>
            </a:r>
          </a:p>
          <a:p>
            <a:pPr/>
            <a:r>
              <a:t>well it depends on how many visitors youre expecting this can be anywhere from less than bucks a month to a couple of you should checkout link or perhaps link if youre running something big</a:t>
            </a:r>
          </a:p>
          <a:p>
            <a:pPr/>
            <a:r>
              <a:t>to unsubscribe yourself from this mailing list send an email to mail</a:t>
            </a:r>
          </a:p>
        </p:txBody>
      </p:sp>
      <p:sp>
        <p:nvSpPr>
          <p:cNvPr id="221" name="Altfel, modelul ar fi fost forțat să facă overfitting, pentru că mereu ar fi dat de link-uri și mail-uri prea specifice, ce l-ar încurca"/>
          <p:cNvSpPr txBox="1"/>
          <p:nvPr/>
        </p:nvSpPr>
        <p:spPr>
          <a:xfrm>
            <a:off x="353711" y="8581632"/>
            <a:ext cx="22991303" cy="192311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Altfel, modelul ar fi fost forțat să facă overfitting, pentru că mereu ar fi dat de link-uri și mail-uri prea specifice, ce l-ar încurca</a:t>
            </a:r>
          </a:p>
        </p:txBody>
      </p:sp>
      <p:sp>
        <p:nvSpPr>
          <p:cNvPr id="222" name="În sens restrâns, de obicei pentru un model nu contează ce link există într-un text sau ce adresă de mail, pentru generalizare are nevoie să știe doar că ele există, nu și alte detalii"/>
          <p:cNvSpPr txBox="1"/>
          <p:nvPr/>
        </p:nvSpPr>
        <p:spPr>
          <a:xfrm>
            <a:off x="353711" y="10116390"/>
            <a:ext cx="22991303" cy="19231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În sens restrâns, de obicei pentru un model nu contează ce link există într-un text sau ce adresă de mail, pentru generalizare are nevoie să știe doar că ele există, nu și alte detalii</a:t>
            </a:r>
          </a:p>
        </p:txBody>
      </p:sp>
      <p:pic>
        <p:nvPicPr>
          <p:cNvPr id="223" name="Linie Linie" descr="Linie Linie"/>
          <p:cNvPicPr>
            <a:picLocks noChangeAspect="0"/>
          </p:cNvPicPr>
          <p:nvPr/>
        </p:nvPicPr>
        <p:blipFill>
          <a:blip r:embed="rId2">
            <a:extLst/>
          </a:blip>
          <a:stretch>
            <a:fillRect/>
          </a:stretch>
        </p:blipFill>
        <p:spPr>
          <a:xfrm>
            <a:off x="14578200" y="11636490"/>
            <a:ext cx="8531149" cy="101601"/>
          </a:xfrm>
          <a:prstGeom prst="rect">
            <a:avLst/>
          </a:prstGeom>
        </p:spPr>
      </p:pic>
      <p:sp>
        <p:nvSpPr>
          <p:cNvPr id="225" name="Dar dacă vrem un model care înțelege link-uri și adrese de e-mail intrinsec, atunci avem nevoie să le lăsăm așa cum sunt"/>
          <p:cNvSpPr txBox="1"/>
          <p:nvPr/>
        </p:nvSpPr>
        <p:spPr>
          <a:xfrm>
            <a:off x="353711" y="11738274"/>
            <a:ext cx="22991303"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Dar dacă vrem un model care înțelege link-uri și adrese de e-mail intrinsec, atunci avem nevoie să le lăsăm așa cum sunt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228" name="Acum că avem textul preprocesat, avem nevoie de un mod prin care putem transforma textul în numere"/>
          <p:cNvSpPr txBox="1"/>
          <p:nvPr>
            <p:ph type="body" sz="quarter" idx="1"/>
          </p:nvPr>
        </p:nvSpPr>
        <p:spPr>
          <a:xfrm>
            <a:off x="334511" y="7807990"/>
            <a:ext cx="22991303" cy="1923117"/>
          </a:xfrm>
          <a:prstGeom prst="rect">
            <a:avLst/>
          </a:prstGeom>
        </p:spPr>
        <p:txBody>
          <a:bodyPr/>
          <a:lstStyle/>
          <a:p>
            <a:pPr/>
            <a:r>
              <a:t>Acum că avem textul preprocesat, avem nevoie de un mod prin care putem transforma textul în numere</a:t>
            </a:r>
          </a:p>
        </p:txBody>
      </p:sp>
      <p:sp>
        <p:nvSpPr>
          <p:cNvPr id="229" name="anyone knows how much it costs to host a web portal…"/>
          <p:cNvSpPr txBox="1"/>
          <p:nvPr/>
        </p:nvSpPr>
        <p:spPr>
          <a:xfrm>
            <a:off x="470778" y="2474274"/>
            <a:ext cx="23749643" cy="4627068"/>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anyone knows how much it costs to host a web portal</a:t>
            </a:r>
          </a:p>
          <a:p>
            <a:pPr/>
            <a:r>
              <a:t>well it depends on how many visitors youre expecting this can be anywhere from less than bucks a month to a couple of you should checkout link or perhaps link if youre running something big</a:t>
            </a:r>
          </a:p>
          <a:p>
            <a:pPr/>
            <a:r>
              <a:t>to unsubscribe yourself from this mailing list send an email to mail</a:t>
            </a:r>
          </a:p>
        </p:txBody>
      </p:sp>
      <p:sp>
        <p:nvSpPr>
          <p:cNvPr id="230" name="Motivul e că rețelele pe care le folosim funcționează pe bază de numere, nu de text"/>
          <p:cNvSpPr txBox="1"/>
          <p:nvPr/>
        </p:nvSpPr>
        <p:spPr>
          <a:xfrm>
            <a:off x="334511" y="9758990"/>
            <a:ext cx="22991303" cy="19231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Motivul e că rețelele pe care le folosim funcționează pe bază de numere, nu de text</a:t>
            </a:r>
          </a:p>
        </p:txBody>
      </p:sp>
      <p:sp>
        <p:nvSpPr>
          <p:cNvPr id="231" name="Mai exact, termenul folosit este construirea unui vocabular"/>
          <p:cNvSpPr txBox="1"/>
          <p:nvPr/>
        </p:nvSpPr>
        <p:spPr>
          <a:xfrm>
            <a:off x="334511" y="10980390"/>
            <a:ext cx="22991303" cy="19231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Mai exact, termenul folosit este construirea unui vocabular</a:t>
            </a:r>
          </a:p>
        </p:txBody>
      </p:sp>
      <p:pic>
        <p:nvPicPr>
          <p:cNvPr id="232" name="Linie Linie" descr="Linie Linie"/>
          <p:cNvPicPr>
            <a:picLocks noChangeAspect="0"/>
          </p:cNvPicPr>
          <p:nvPr/>
        </p:nvPicPr>
        <p:blipFill>
          <a:blip r:embed="rId2">
            <a:extLst/>
          </a:blip>
          <a:stretch>
            <a:fillRect/>
          </a:stretch>
        </p:blipFill>
        <p:spPr>
          <a:xfrm>
            <a:off x="2981399" y="9332490"/>
            <a:ext cx="2196819" cy="101601"/>
          </a:xfrm>
          <a:prstGeom prst="rect">
            <a:avLst/>
          </a:prstGeom>
        </p:spPr>
      </p:pic>
      <p:pic>
        <p:nvPicPr>
          <p:cNvPr id="234" name="Linie Linie" descr="Linie Linie"/>
          <p:cNvPicPr>
            <a:picLocks noChangeAspect="0"/>
          </p:cNvPicPr>
          <p:nvPr/>
        </p:nvPicPr>
        <p:blipFill>
          <a:blip r:embed="rId3">
            <a:extLst/>
          </a:blip>
          <a:stretch>
            <a:fillRect/>
          </a:stretch>
        </p:blipFill>
        <p:spPr>
          <a:xfrm>
            <a:off x="13099800" y="11709990"/>
            <a:ext cx="2803808"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238" name="Mai întâi, având acest text, trebuie să extragem așa-numitele tokens (unitatea de procesare a unui model bazat be limbaj natural)"/>
          <p:cNvSpPr txBox="1"/>
          <p:nvPr>
            <p:ph type="body" sz="quarter" idx="1"/>
          </p:nvPr>
        </p:nvSpPr>
        <p:spPr>
          <a:xfrm>
            <a:off x="334511" y="7289590"/>
            <a:ext cx="22991303" cy="1923118"/>
          </a:xfrm>
          <a:prstGeom prst="rect">
            <a:avLst/>
          </a:prstGeom>
        </p:spPr>
        <p:txBody>
          <a:bodyPr/>
          <a:lstStyle/>
          <a:p>
            <a:pPr/>
            <a:r>
              <a:t>Mai întâi, având acest text, trebuie să extragem așa-numitele tokens (unitatea de procesare a unui model bazat be limbaj natural)</a:t>
            </a:r>
          </a:p>
        </p:txBody>
      </p:sp>
      <p:sp>
        <p:nvSpPr>
          <p:cNvPr id="239" name="anyone knows how much it costs to host a web portal…"/>
          <p:cNvSpPr txBox="1"/>
          <p:nvPr/>
        </p:nvSpPr>
        <p:spPr>
          <a:xfrm>
            <a:off x="470778" y="2474274"/>
            <a:ext cx="23749643" cy="4627068"/>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anyone knows how much it costs to host a web portal</a:t>
            </a:r>
          </a:p>
          <a:p>
            <a:pPr/>
            <a:r>
              <a:t>well it depends on how many visitors youre expecting this can be anywhere from less than bucks a month to a couple of you should checkout link or perhaps link if youre running something big</a:t>
            </a:r>
          </a:p>
          <a:p>
            <a:pPr/>
            <a:r>
              <a:t>to unsubscribe yourself from this mailing list send an email to mail</a:t>
            </a:r>
          </a:p>
        </p:txBody>
      </p:sp>
      <p:sp>
        <p:nvSpPr>
          <p:cNvPr id="240" name="Spre exemplu, pentru majoritatea modelelor de genul, se realizează o tokenizare la nivel de cuvânt (aka învățam modelul relații între cuvinte)"/>
          <p:cNvSpPr txBox="1"/>
          <p:nvPr/>
        </p:nvSpPr>
        <p:spPr>
          <a:xfrm>
            <a:off x="334511" y="8914190"/>
            <a:ext cx="22991303" cy="192311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Spre exemplu, pentru majoritatea modelelor de genul, se realizează o tokenizare la nivel de cuvânt (aka învățam modelul relații între cuvinte)</a:t>
            </a:r>
          </a:p>
        </p:txBody>
      </p:sp>
      <p:sp>
        <p:nvSpPr>
          <p:cNvPr id="241" name="Alte modele mai complexe pot împărți textul după litere, sau alte modele împart fiecare cuvânt în alte subcuvinte și acelea devin token-uri"/>
          <p:cNvSpPr txBox="1"/>
          <p:nvPr/>
        </p:nvSpPr>
        <p:spPr>
          <a:xfrm>
            <a:off x="334511" y="10653990"/>
            <a:ext cx="22991303" cy="192311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Alte modele mai complexe pot împărți textul după litere, sau alte modele împart fiecare cuvânt în alte subcuvinte și acelea devin token-uri</a:t>
            </a:r>
          </a:p>
        </p:txBody>
      </p:sp>
      <p:pic>
        <p:nvPicPr>
          <p:cNvPr id="242" name="Linie Linie" descr="Linie Linie"/>
          <p:cNvPicPr>
            <a:picLocks noChangeAspect="0"/>
          </p:cNvPicPr>
          <p:nvPr/>
        </p:nvPicPr>
        <p:blipFill>
          <a:blip r:embed="rId2">
            <a:extLst/>
          </a:blip>
          <a:stretch>
            <a:fillRect/>
          </a:stretch>
        </p:blipFill>
        <p:spPr>
          <a:xfrm>
            <a:off x="16075800" y="8200349"/>
            <a:ext cx="2034940"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5"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246" name="tokens = […"/>
          <p:cNvSpPr txBox="1"/>
          <p:nvPr/>
        </p:nvSpPr>
        <p:spPr>
          <a:xfrm>
            <a:off x="2143327" y="3283658"/>
            <a:ext cx="20097345" cy="8415884"/>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tokens = [</a:t>
            </a:r>
          </a:p>
          <a:p>
            <a:pPr/>
            <a:r>
              <a:t>    "anyone", "knows", "how", "much", "it", "costs", "to", "host", "a", "web", "portal",</a:t>
            </a:r>
          </a:p>
          <a:p>
            <a:pPr/>
            <a:r>
              <a:t>    "well", "it", "depends", "on", "how", "many", "visitors", "youre", "expecting", "this", </a:t>
            </a:r>
          </a:p>
          <a:p>
            <a:pPr/>
            <a:r>
              <a:t>    "can", "be", "anywhere", "from", "less", "than", "bucks", "a", "month", "to", "a", </a:t>
            </a:r>
          </a:p>
          <a:p>
            <a:pPr/>
            <a:r>
              <a:t>    "couple", "of", "you", "should", "checkout", "link", "or", "perhaps", "link", "if", </a:t>
            </a:r>
          </a:p>
          <a:p>
            <a:pPr/>
            <a:r>
              <a:t>    "youre", "running", "something", "big", "to", "unsubscribe", "yourself", "from", </a:t>
            </a:r>
          </a:p>
          <a:p>
            <a:pPr/>
            <a:r>
              <a:t>    "this", "mailing", "list", "send", "an", "email", "to", "mail"</a:t>
            </a:r>
          </a:p>
          <a:p>
            <a:pPr/>
            <a:r>
              <a: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249" name="După acest pas, avem nevoie de frecvența cuvintelor (din tot corpul de text adunat - adică efectiv toate textele), pentru a „elimina” cuvintele care apar rar"/>
          <p:cNvSpPr txBox="1"/>
          <p:nvPr>
            <p:ph type="body" sz="quarter" idx="1"/>
          </p:nvPr>
        </p:nvSpPr>
        <p:spPr>
          <a:xfrm>
            <a:off x="830749" y="4294390"/>
            <a:ext cx="22991303" cy="1923117"/>
          </a:xfrm>
          <a:prstGeom prst="rect">
            <a:avLst/>
          </a:prstGeom>
        </p:spPr>
        <p:txBody>
          <a:bodyPr/>
          <a:lstStyle/>
          <a:p>
            <a:pPr/>
            <a:r>
              <a:t>După acest pas, avem nevoie de frecvența cuvintelor (din tot corpul de text adunat - adică efectiv toate textele), pentru a „elimina” cuvintele care apar rar</a:t>
            </a:r>
          </a:p>
        </p:txBody>
      </p:sp>
      <p:sp>
        <p:nvSpPr>
          <p:cNvPr id="250" name="De fapt noi nu le eliminăm, doar le vom marca cu alt cuvânt, de exemplu „unknown”"/>
          <p:cNvSpPr txBox="1"/>
          <p:nvPr/>
        </p:nvSpPr>
        <p:spPr>
          <a:xfrm>
            <a:off x="830749" y="6251904"/>
            <a:ext cx="22991303" cy="121219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De fapt noi nu le eliminăm, doar le vom marca cu alt cuvânt, de exemplu „unknown”</a:t>
            </a:r>
          </a:p>
        </p:txBody>
      </p:sp>
      <p:sp>
        <p:nvSpPr>
          <p:cNvPr id="251" name="Motivul este că acele cuvinte care apar cel mai rar, s-ar putea să ducă modelul spre overfitting prin simplul fapt că nu avem destule exemplare cu acele cuvinte ca modelul să invețe"/>
          <p:cNvSpPr txBox="1"/>
          <p:nvPr/>
        </p:nvSpPr>
        <p:spPr>
          <a:xfrm>
            <a:off x="830749" y="7217191"/>
            <a:ext cx="22991303" cy="29548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Motivul este că acele cuvinte care apar cel mai rar, s-ar putea să ducă modelul spre overfitting prin simplul fapt că nu avem destule exemplare cu acele cuvinte ca modelul să invețe</a:t>
            </a:r>
          </a:p>
        </p:txBody>
      </p:sp>
      <p:sp>
        <p:nvSpPr>
          <p:cNvPr id="252" name="Mai mult, chestia asta ne ajută să nu stocăm așa de multe cuvinte în memorie, ceea ce este un plus când memoria e limitată"/>
          <p:cNvSpPr txBox="1"/>
          <p:nvPr/>
        </p:nvSpPr>
        <p:spPr>
          <a:xfrm>
            <a:off x="830749" y="9727346"/>
            <a:ext cx="22991303" cy="20678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Mai mult, chestia asta ne ajută să nu stocăm așa de multe cuvinte în memorie, ceea ce este un plus când memoria e limitată</a:t>
            </a:r>
          </a:p>
        </p:txBody>
      </p:sp>
      <p:sp>
        <p:nvSpPr>
          <p:cNvPr id="253" name="Continuăm să strângem text de oriunde știm"/>
          <p:cNvSpPr txBox="1"/>
          <p:nvPr/>
        </p:nvSpPr>
        <p:spPr>
          <a:xfrm>
            <a:off x="830749" y="3115790"/>
            <a:ext cx="22991303" cy="121219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Continuăm să strângem text de oriunde știm</a:t>
            </a:r>
          </a:p>
        </p:txBody>
      </p:sp>
      <p:pic>
        <p:nvPicPr>
          <p:cNvPr id="254" name="Linie Linie" descr="Linie Linie"/>
          <p:cNvPicPr>
            <a:picLocks noChangeAspect="0"/>
          </p:cNvPicPr>
          <p:nvPr/>
        </p:nvPicPr>
        <p:blipFill>
          <a:blip r:embed="rId2">
            <a:extLst/>
          </a:blip>
          <a:stretch>
            <a:fillRect/>
          </a:stretch>
        </p:blipFill>
        <p:spPr>
          <a:xfrm>
            <a:off x="10200599" y="5869486"/>
            <a:ext cx="8667352" cy="101601"/>
          </a:xfrm>
          <a:prstGeom prst="rect">
            <a:avLst/>
          </a:prstGeom>
        </p:spPr>
      </p:pic>
      <p:pic>
        <p:nvPicPr>
          <p:cNvPr id="256" name="Linie Linie" descr="Linie Linie"/>
          <p:cNvPicPr>
            <a:picLocks noChangeAspect="0"/>
          </p:cNvPicPr>
          <p:nvPr/>
        </p:nvPicPr>
        <p:blipFill>
          <a:blip r:embed="rId3">
            <a:extLst/>
          </a:blip>
          <a:stretch>
            <a:fillRect/>
          </a:stretch>
        </p:blipFill>
        <p:spPr>
          <a:xfrm>
            <a:off x="9048600" y="8794890"/>
            <a:ext cx="14471451" cy="101601"/>
          </a:xfrm>
          <a:prstGeom prst="rect">
            <a:avLst/>
          </a:prstGeom>
        </p:spPr>
      </p:pic>
      <p:pic>
        <p:nvPicPr>
          <p:cNvPr id="258" name="Linie Linie" descr="Linie Linie"/>
          <p:cNvPicPr>
            <a:picLocks noChangeAspect="0"/>
          </p:cNvPicPr>
          <p:nvPr/>
        </p:nvPicPr>
        <p:blipFill>
          <a:blip r:embed="rId4">
            <a:extLst/>
          </a:blip>
          <a:stretch>
            <a:fillRect/>
          </a:stretch>
        </p:blipFill>
        <p:spPr>
          <a:xfrm>
            <a:off x="1138200" y="9524490"/>
            <a:ext cx="2675136" cy="101601"/>
          </a:xfrm>
          <a:prstGeom prst="rect">
            <a:avLst/>
          </a:prstGeom>
        </p:spPr>
      </p:pic>
      <p:pic>
        <p:nvPicPr>
          <p:cNvPr id="260" name="Linie Linie" descr="Linie Linie"/>
          <p:cNvPicPr>
            <a:picLocks noChangeAspect="0"/>
          </p:cNvPicPr>
          <p:nvPr/>
        </p:nvPicPr>
        <p:blipFill>
          <a:blip r:embed="rId5">
            <a:extLst/>
          </a:blip>
          <a:stretch>
            <a:fillRect/>
          </a:stretch>
        </p:blipFill>
        <p:spPr>
          <a:xfrm>
            <a:off x="5899799" y="11418112"/>
            <a:ext cx="4893744"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3"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264" name="token_counts = {'to': 5, 'a': 5, 'hosting': 3, 'for': 3, 'how': 2, 'it': 2, 'web': 2, 'portal': 2, 'visitors': 2, 'youre': 2, 'this': 2, 'be': 2, 'from': 2, 'than': 2, 'of': 2, 'link': 2, 'or': 2, 'anyone': 1, 'knows': 1, 'much': 1, 'costs': 1, 'host': 1"/>
          <p:cNvSpPr txBox="1"/>
          <p:nvPr/>
        </p:nvSpPr>
        <p:spPr>
          <a:xfrm>
            <a:off x="461396" y="2417005"/>
            <a:ext cx="23461207" cy="2507590"/>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token_counts = {'to': 5, 'a': 5, 'hosting': 3, 'for': 3, 'how': 2, 'it': 2, 'web': 2, 'portal': 2, 'visitors': 2, 'youre': 2, 'this': 2, 'be': 2, 'from': 2, 'than': 2, 'of': 2, 'link': 2, 'or': 2, 'anyone': 1, 'knows': 1, 'much': 1, 'costs': 1, 'host': 1, 'well': 1, 'depends': 1, 'on': 1, 'many': 1, …}</a:t>
            </a:r>
          </a:p>
        </p:txBody>
      </p:sp>
      <p:sp>
        <p:nvSpPr>
          <p:cNvPr id="265" name="Putem considera, de exemplu, că toate cuvintele de frecvență 1 sunt irelevante, și să le marcăm ca unknown"/>
          <p:cNvSpPr txBox="1"/>
          <p:nvPr/>
        </p:nvSpPr>
        <p:spPr>
          <a:xfrm>
            <a:off x="696348" y="5055573"/>
            <a:ext cx="22991304" cy="198709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Putem considera, de exemplu, că toate cuvintele de frecvență 1 sunt irelevante, și să le marcăm ca unknown</a:t>
            </a:r>
          </a:p>
        </p:txBody>
      </p:sp>
      <p:sp>
        <p:nvSpPr>
          <p:cNvPr id="266" name="Textul ar deveni:"/>
          <p:cNvSpPr txBox="1"/>
          <p:nvPr/>
        </p:nvSpPr>
        <p:spPr>
          <a:xfrm>
            <a:off x="696348" y="6762904"/>
            <a:ext cx="22991304" cy="110928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Textul ar deveni:</a:t>
            </a:r>
          </a:p>
        </p:txBody>
      </p:sp>
      <p:sp>
        <p:nvSpPr>
          <p:cNvPr id="267" name="&lt;unk&gt; &lt;unk&gt; how &lt;unk&gt; it &lt;unk&gt; to &lt;unk&gt; a web portal &lt;unk&gt; it &lt;unk&gt; &lt;unk&gt; how &lt;unk&gt; visitors youre &lt;unk&gt; this &lt;unk&gt; be &lt;unk&gt; from &lt;unk&gt; than &lt;unk&gt; a &lt;unk&gt; to a &lt;unk&gt; of &lt;unk&gt; &lt;unk&gt;&lt;unk&gt; link or &lt;unk&gt; link &lt;unk&gt; youre &lt;unk&gt; &lt;unk&gt; &lt;unk&gt; to &lt;unk&gt; &lt;unk&gt; from"/>
          <p:cNvSpPr txBox="1"/>
          <p:nvPr/>
        </p:nvSpPr>
        <p:spPr>
          <a:xfrm>
            <a:off x="137476" y="7870804"/>
            <a:ext cx="24109049" cy="5527346"/>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&lt;unk&gt; &lt;unk&gt; how &lt;unk&gt; it &lt;unk&gt; to &lt;unk&gt; a web portal &lt;unk&gt; it &lt;unk&gt; &lt;unk&gt; how &lt;unk&gt; visitors youre &lt;unk&gt; this &lt;unk&gt; be &lt;unk&gt; from &lt;unk&gt; than &lt;unk&gt; a &lt;unk&gt; to a &lt;unk&gt; of &lt;unk&gt; &lt;unk&gt;&lt;unk&gt; link or &lt;unk&gt; link &lt;unk&gt; youre &lt;unk&gt; &lt;unk&gt; &lt;unk&gt; to &lt;unk&gt; &lt;unk&gt; fromthis &lt;unk&gt; &lt;unk&gt; &lt;unk&gt; &lt;unk&gt; email to &lt;unk&gt;hosting a web portal for a &lt;unk&gt; &lt;unk&gt; of visitors&lt;unk&gt; &lt;unk&gt; &lt;unk&gt; than &lt;unk&gt; &lt;unk&gt; &lt;unk&gt; &lt;unk&gt; to &lt;unk&gt;&lt;unk&gt; &lt;unk&gt; for &lt;unk&gt; &lt;unk&gt; &lt;unk&gt; hosting&lt;unk&gt; be &lt;unk&gt; for &lt;unk&gt; &lt;unk&gt; &lt;unk&gt; &lt;unk&gt; &lt;unk&gt; or&lt;unk&gt; hosting &lt;unk&gt; &lt;unk&gt; &lt;unk&gt;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9"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270" name="Bine, ăsta a fost un exemplu foarte simplu și de aceea avem multe &lt;unk&gt; în textul rezultat (dacă am antrena cu ce e mai sus, nu am ajunge foarte departe)"/>
          <p:cNvSpPr txBox="1"/>
          <p:nvPr/>
        </p:nvSpPr>
        <p:spPr>
          <a:xfrm>
            <a:off x="273948" y="8152703"/>
            <a:ext cx="22991304" cy="198709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Bine, ăsta a fost un exemplu foarte simplu și de aceea avem multe &lt;unk&gt; în textul rezultat (dacă am antrena cu ce e mai sus, nu am ajunge foarte departe)</a:t>
            </a:r>
          </a:p>
        </p:txBody>
      </p:sp>
      <p:sp>
        <p:nvSpPr>
          <p:cNvPr id="271" name="&lt;unk&gt; &lt;unk&gt; how &lt;unk&gt; it &lt;unk&gt; to &lt;unk&gt; a web portal &lt;unk&gt; it &lt;unk&gt; &lt;unk&gt; how &lt;unk&gt; visitors youre &lt;unk&gt; this &lt;unk&gt; be &lt;unk&gt; from &lt;unk&gt; than &lt;unk&gt; a &lt;unk&gt; to a &lt;unk&gt; of &lt;unk&gt; &lt;unk&gt;&lt;unk&gt; link or &lt;unk&gt; link &lt;unk&gt; youre &lt;unk&gt; &lt;unk&gt; &lt;unk&gt; to &lt;unk&gt; &lt;unk&gt; from"/>
          <p:cNvSpPr txBox="1"/>
          <p:nvPr/>
        </p:nvSpPr>
        <p:spPr>
          <a:xfrm>
            <a:off x="137476" y="2283604"/>
            <a:ext cx="24109049" cy="5527346"/>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&lt;unk&gt; &lt;unk&gt; how &lt;unk&gt; it &lt;unk&gt; to &lt;unk&gt; a web portal &lt;unk&gt; it &lt;unk&gt; &lt;unk&gt; how &lt;unk&gt; visitors youre &lt;unk&gt; this &lt;unk&gt; be &lt;unk&gt; from &lt;unk&gt; than &lt;unk&gt; a &lt;unk&gt; to a &lt;unk&gt; of &lt;unk&gt; &lt;unk&gt;&lt;unk&gt; link or &lt;unk&gt; link &lt;unk&gt; youre &lt;unk&gt; &lt;unk&gt; &lt;unk&gt; to &lt;unk&gt; &lt;unk&gt; fromthis &lt;unk&gt; &lt;unk&gt; &lt;unk&gt; &lt;unk&gt; email to &lt;unk&gt;hosting a web portal for a &lt;unk&gt; &lt;unk&gt; of visitors&lt;unk&gt; &lt;unk&gt; &lt;unk&gt; than &lt;unk&gt; &lt;unk&gt; &lt;unk&gt; &lt;unk&gt; to &lt;unk&gt;&lt;unk&gt; &lt;unk&gt; for &lt;unk&gt; &lt;unk&gt; &lt;unk&gt; hosting&lt;unk&gt; be &lt;unk&gt; for &lt;unk&gt; &lt;unk&gt; &lt;unk&gt; &lt;unk&gt; &lt;unk&gt; or&lt;unk&gt; hosting &lt;unk&gt; &lt;unk&gt; &lt;unk&gt;</a:t>
            </a:r>
          </a:p>
        </p:txBody>
      </p:sp>
      <p:sp>
        <p:nvSpPr>
          <p:cNvPr id="272" name="De aceea, trebuie să strângem foarte multe date"/>
          <p:cNvSpPr txBox="1"/>
          <p:nvPr/>
        </p:nvSpPr>
        <p:spPr>
          <a:xfrm>
            <a:off x="273948" y="9950104"/>
            <a:ext cx="22991304" cy="127759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De aceea, trebuie să strângem foarte multe date</a:t>
            </a:r>
          </a:p>
        </p:txBody>
      </p:sp>
      <p:sp>
        <p:nvSpPr>
          <p:cNvPr id="273" name="&lt;unk&gt; va reprezenta un cuvânt/token special, care va semnifica un „cuvânt neobișnuit”"/>
          <p:cNvSpPr txBox="1"/>
          <p:nvPr/>
        </p:nvSpPr>
        <p:spPr>
          <a:xfrm>
            <a:off x="273948" y="10883503"/>
            <a:ext cx="22991304" cy="127759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&lt;unk&gt; va reprezenta un cuvânt/token special, care va semnifica un „cuvânt neobișnuit”</a:t>
            </a:r>
          </a:p>
        </p:txBody>
      </p:sp>
      <p:pic>
        <p:nvPicPr>
          <p:cNvPr id="274" name="Linie Linie" descr="Linie Linie"/>
          <p:cNvPicPr>
            <a:picLocks noChangeAspect="0"/>
          </p:cNvPicPr>
          <p:nvPr/>
        </p:nvPicPr>
        <p:blipFill>
          <a:blip r:embed="rId2">
            <a:extLst/>
          </a:blip>
          <a:stretch>
            <a:fillRect/>
          </a:stretch>
        </p:blipFill>
        <p:spPr>
          <a:xfrm>
            <a:off x="5112599" y="8948490"/>
            <a:ext cx="6670049"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278" name="token_counts = {'to': 5, 'a': 5, 'hosting': 3, 'for': 3, 'how': 2, 'it': 2, 'web': 2, 'portal': 2, 'visitors': 2, 'youre': 2, 'this': 2, 'be': 2, 'from': 2, 'than': 2, 'of': 2, 'link': 2, 'or': 2, 'anyone': 1, 'knows': 1, 'much': 1, 'costs': 1, 'host': 1"/>
          <p:cNvSpPr txBox="1"/>
          <p:nvPr/>
        </p:nvSpPr>
        <p:spPr>
          <a:xfrm>
            <a:off x="461396" y="2417005"/>
            <a:ext cx="23461207" cy="2507590"/>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token_counts = {'to': 5, 'a': 5, 'hosting': 3, 'for': 3, 'how': 2, 'it': 2, 'web': 2, 'portal': 2, 'visitors': 2, 'youre': 2, 'this': 2, 'be': 2, 'from': 2, 'than': 2, 'of': 2, 'link': 2, 'or': 2, 'anyone': 1, 'knows': 1, 'much': 1, 'costs': 1, 'host': 1, 'well': 1, 'depends': 1, 'on': 1, 'many': 1, …}</a:t>
            </a:r>
          </a:p>
        </p:txBody>
      </p:sp>
      <p:sp>
        <p:nvSpPr>
          <p:cNvPr id="279" name="După ce știm cuvintele ordonate după frecvență și știm care sunt și cuvintele unknown, putem să asociem un ID unic la restul cuvintelor"/>
          <p:cNvSpPr txBox="1"/>
          <p:nvPr/>
        </p:nvSpPr>
        <p:spPr>
          <a:xfrm>
            <a:off x="151348" y="7632065"/>
            <a:ext cx="22991304" cy="198709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După ce știm cuvintele ordonate după frecvență și știm care sunt și cuvintele unknown, putem să asociem un ID unic la restul cuvintelor</a:t>
            </a:r>
          </a:p>
        </p:txBody>
      </p:sp>
      <p:sp>
        <p:nvSpPr>
          <p:cNvPr id="280" name="Spre exemplu, clasic ar fi să asociem ID crescător pornind de la cel mai frecvent cuvânt din acest dicționar și până la cel mai puțin frecvent"/>
          <p:cNvSpPr txBox="1"/>
          <p:nvPr/>
        </p:nvSpPr>
        <p:spPr>
          <a:xfrm>
            <a:off x="151348" y="9488303"/>
            <a:ext cx="22991304" cy="198709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Spre exemplu, clasic ar fi să asociem ID crescător pornind de la cel mai frecvent cuvânt din acest dicționar și până la cel mai puțin frecvent</a:t>
            </a:r>
          </a:p>
        </p:txBody>
      </p:sp>
      <p:sp>
        <p:nvSpPr>
          <p:cNvPr id="281" name="Trebuie să asociem un ID unic la fiecare cuvânt pentru a le trimite către un model"/>
          <p:cNvSpPr txBox="1"/>
          <p:nvPr/>
        </p:nvSpPr>
        <p:spPr>
          <a:xfrm>
            <a:off x="151348" y="5538054"/>
            <a:ext cx="22991304" cy="11915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Trebuie să asociem un ID unic la fiecare cuvânt pentru a le trimite către un model</a:t>
            </a:r>
          </a:p>
        </p:txBody>
      </p:sp>
      <p:sp>
        <p:nvSpPr>
          <p:cNvPr id="282" name="De obicei, cuvântul &lt;unk&gt; are printre ID-urile cele mai mici, de exemplu 0"/>
          <p:cNvSpPr txBox="1"/>
          <p:nvPr/>
        </p:nvSpPr>
        <p:spPr>
          <a:xfrm>
            <a:off x="151348" y="6626541"/>
            <a:ext cx="22991304" cy="11915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De obicei, cuvântul &lt;unk&gt; are printre ID-urile cele mai mici, de exemplu 0</a:t>
            </a:r>
          </a:p>
        </p:txBody>
      </p:sp>
      <p:sp>
        <p:nvSpPr>
          <p:cNvPr id="283" name="În acest caz, ‘to’ ar primi ID 1, ‘a’ ar primi ID 2, ‘hosting’ ar primi ID 3 și așa mai departe"/>
          <p:cNvSpPr txBox="1"/>
          <p:nvPr/>
        </p:nvSpPr>
        <p:spPr>
          <a:xfrm>
            <a:off x="151348" y="11189703"/>
            <a:ext cx="22991304" cy="198709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În acest caz, ‘to’ ar primi ID 1, ‘a’ ar primi ID 2, ‘hosting’ ar primi ID 3 și așa mai departe</a:t>
            </a:r>
          </a:p>
        </p:txBody>
      </p:sp>
      <p:pic>
        <p:nvPicPr>
          <p:cNvPr id="284" name="Linie Linie" descr="Linie Linie"/>
          <p:cNvPicPr>
            <a:picLocks noChangeAspect="0"/>
          </p:cNvPicPr>
          <p:nvPr/>
        </p:nvPicPr>
        <p:blipFill>
          <a:blip r:embed="rId2">
            <a:extLst/>
          </a:blip>
          <a:stretch>
            <a:fillRect/>
          </a:stretch>
        </p:blipFill>
        <p:spPr>
          <a:xfrm>
            <a:off x="4344599" y="10353630"/>
            <a:ext cx="8968381" cy="101601"/>
          </a:xfrm>
          <a:prstGeom prst="rect">
            <a:avLst/>
          </a:prstGeom>
        </p:spPr>
      </p:pic>
      <p:pic>
        <p:nvPicPr>
          <p:cNvPr id="286" name="Linie Linie" descr="Linie Linie"/>
          <p:cNvPicPr>
            <a:picLocks noChangeAspect="0"/>
          </p:cNvPicPr>
          <p:nvPr/>
        </p:nvPicPr>
        <p:blipFill>
          <a:blip r:embed="rId3">
            <a:extLst/>
          </a:blip>
          <a:stretch>
            <a:fillRect/>
          </a:stretch>
        </p:blipFill>
        <p:spPr>
          <a:xfrm>
            <a:off x="6399000" y="6269028"/>
            <a:ext cx="6440100"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9"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290" name="După conversie, textul de mai devreme devine:"/>
          <p:cNvSpPr txBox="1"/>
          <p:nvPr/>
        </p:nvSpPr>
        <p:spPr>
          <a:xfrm>
            <a:off x="381748" y="3406854"/>
            <a:ext cx="22991304" cy="11915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După conversie, textul de mai devreme devine:</a:t>
            </a:r>
          </a:p>
        </p:txBody>
      </p:sp>
      <p:sp>
        <p:nvSpPr>
          <p:cNvPr id="291" name="0 0 5 0 6 0 1 0 2 7 8 0 6 0 0 5 0 9 10 0 11 0 12 0 13 0 14 0 2 0 1 2 0 15 0 0 0 16 17 0 16 0 10 0 0 0 1 0 0 13 11 0 0 0 0 0 1 0 3 2 7 8 4 2 0 0 15 9 0 0 0 14 0 0 0 0 1 0 0 0 4 0 0 0 3 0 12 0 4 0 0 0 0 0 17 0 3 0 0 0"/>
          <p:cNvSpPr txBox="1"/>
          <p:nvPr/>
        </p:nvSpPr>
        <p:spPr>
          <a:xfrm>
            <a:off x="6914504" y="4618866"/>
            <a:ext cx="10554993" cy="4017468"/>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0 0 5 0 6 0 1 0 2 7 8 0 6 0 0 5 0 9 10 0 11 0 12 0 13 0 14 0 2 0 1 2 0 15 0 0 0 16 17 0 16 0 10 0 0 0 1 0 0 13 11 0 0 0 0 0 1 0 3 2 7 8 4 2 0 0 15 9 0 0 0 14 0 0 0 0 1 0 0 0 4 0 0 0 3 0 12 0 4 0 0 0 0 0 17 0 3 0 0 0</a:t>
            </a:r>
          </a:p>
        </p:txBody>
      </p:sp>
      <p:sp>
        <p:nvSpPr>
          <p:cNvPr id="292" name="Efectiv e un șir de numere"/>
          <p:cNvSpPr txBox="1"/>
          <p:nvPr/>
        </p:nvSpPr>
        <p:spPr>
          <a:xfrm>
            <a:off x="381748" y="9274654"/>
            <a:ext cx="22991304" cy="11915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Efectiv e un șir de numere</a:t>
            </a:r>
          </a:p>
        </p:txBody>
      </p:sp>
      <p:sp>
        <p:nvSpPr>
          <p:cNvPr id="293" name="Ce e mai sus e doar un exemplu, dar un corpus real va conține milioane de cuvinte"/>
          <p:cNvSpPr txBox="1"/>
          <p:nvPr/>
        </p:nvSpPr>
        <p:spPr>
          <a:xfrm>
            <a:off x="381748" y="10342453"/>
            <a:ext cx="22991304" cy="119156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Ce e mai sus e doar un exemplu, dar un corpus real va conține milioane de cuvinte</a:t>
            </a:r>
          </a:p>
        </p:txBody>
      </p:sp>
      <p:sp>
        <p:nvSpPr>
          <p:cNvPr id="294" name="De obicei, se împarte ce e mai sus în sub-texte de dimensiune fixă pentru antrenare"/>
          <p:cNvSpPr txBox="1"/>
          <p:nvPr/>
        </p:nvSpPr>
        <p:spPr>
          <a:xfrm>
            <a:off x="381748" y="11467854"/>
            <a:ext cx="22991304" cy="11915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De obicei, se împarte ce e mai sus în sub-texte de dimensiune fixă pentru antrenare</a:t>
            </a:r>
          </a:p>
        </p:txBody>
      </p:sp>
      <p:pic>
        <p:nvPicPr>
          <p:cNvPr id="295" name="Linie Linie" descr="Linie Linie"/>
          <p:cNvPicPr>
            <a:picLocks noChangeAspect="0"/>
          </p:cNvPicPr>
          <p:nvPr/>
        </p:nvPicPr>
        <p:blipFill>
          <a:blip r:embed="rId2">
            <a:extLst/>
          </a:blip>
          <a:stretch>
            <a:fillRect/>
          </a:stretch>
        </p:blipFill>
        <p:spPr>
          <a:xfrm>
            <a:off x="3710999" y="12327690"/>
            <a:ext cx="18822097"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pic>
        <p:nvPicPr>
          <p:cNvPr id="299" name="Captură de ecran din 2024-12-09 la 12.45.05.png" descr="Captură de ecran din 2024-12-09 la 12.45.05.png"/>
          <p:cNvPicPr>
            <a:picLocks noChangeAspect="1"/>
          </p:cNvPicPr>
          <p:nvPr/>
        </p:nvPicPr>
        <p:blipFill>
          <a:blip r:embed="rId2">
            <a:extLst/>
          </a:blip>
          <a:stretch>
            <a:fillRect/>
          </a:stretch>
        </p:blipFill>
        <p:spPr>
          <a:xfrm>
            <a:off x="7725940" y="2072950"/>
            <a:ext cx="8932120" cy="11089197"/>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302" name="De obicei, se împarte ce e mai sus în sub-texte de dimensiune fixă pentru antrenare"/>
          <p:cNvSpPr txBox="1"/>
          <p:nvPr/>
        </p:nvSpPr>
        <p:spPr>
          <a:xfrm>
            <a:off x="477748" y="2468016"/>
            <a:ext cx="22991304" cy="119156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De obicei, se împarte ce e mai sus în sub-texte de dimensiune fixă pentru antrenare</a:t>
            </a:r>
          </a:p>
        </p:txBody>
      </p:sp>
      <p:sp>
        <p:nvSpPr>
          <p:cNvPr id="303" name="Spre exemplu, dacă dimensiunea fixă este 5 (adesea numită num_steps):"/>
          <p:cNvSpPr txBox="1"/>
          <p:nvPr/>
        </p:nvSpPr>
        <p:spPr>
          <a:xfrm>
            <a:off x="477748" y="3593416"/>
            <a:ext cx="22991304" cy="119156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Spre exemplu, dacă dimensiunea fixă este 5 (adesea numită num_steps):</a:t>
            </a:r>
          </a:p>
        </p:txBody>
      </p:sp>
      <p:sp>
        <p:nvSpPr>
          <p:cNvPr id="304" name="[0 0 5 0 6], [0 1 0 2 7], [8 0 6 0 0], [5 0 9 10 0], [11 0 12 0 13], [0 14 0 2 0], [1 2 0 15 0 0], [0 16 17 0 16], [0 10 0 0 0], [1 0 0 13 11 0], [0 0 0 0 1 0], [3 2 7 8 4], [2 0 0 15 9], [0 0 0 14 0], [0 0 0 1 0], [0 0 4 0 0], [0 3 0 12 0], [4 0 0 0 0],"/>
          <p:cNvSpPr txBox="1"/>
          <p:nvPr/>
        </p:nvSpPr>
        <p:spPr>
          <a:xfrm>
            <a:off x="6695904" y="4708097"/>
            <a:ext cx="10554993" cy="4772407"/>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[0 0 5 0 6], [0 1 0 2 7], [8 0 6 0 0], [5 0 9 10 0], [11 0 12 0 13], [0 14 0 2 0], [1 2 0 15 0 0], [0 16 17 0 16], [0 10 0 0 0], [1 0 0 13 11 0], [0 0 0 0 1 0], [3 2 7 8 4], [2 0 0 15 9], [0 0 0 14 0], [0 0 0 1 0], [0 0 4 0 0], [0 3 0 12 0], [4 0 0 0 0], [0 17 0 3 0], [0 0]</a:t>
            </a:r>
          </a:p>
        </p:txBody>
      </p:sp>
      <p:sp>
        <p:nvSpPr>
          <p:cNvPr id="305" name="O problemă apare la ultima secvență, care nu poate să aibă dimensiunea fixă 5"/>
          <p:cNvSpPr txBox="1"/>
          <p:nvPr/>
        </p:nvSpPr>
        <p:spPr>
          <a:xfrm>
            <a:off x="696348" y="9540051"/>
            <a:ext cx="22991304" cy="119156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O problemă apare la ultima secvență, care nu poate să aibă dimensiunea fixă 5</a:t>
            </a:r>
          </a:p>
        </p:txBody>
      </p:sp>
      <p:sp>
        <p:nvSpPr>
          <p:cNvPr id="306" name="În acest caz, fie o eliminăm, fie o păstrăm dar îi adăugăm un caracter special la sfârșit până o facem de dimensiunea cerută"/>
          <p:cNvSpPr txBox="1"/>
          <p:nvPr/>
        </p:nvSpPr>
        <p:spPr>
          <a:xfrm>
            <a:off x="696348" y="10529017"/>
            <a:ext cx="22991304"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În acest caz, fie o eliminăm, fie o păstrăm dar îi adăugăm un caracter special la sfârșit până o facem de dimensiunea cerută</a:t>
            </a:r>
          </a:p>
        </p:txBody>
      </p:sp>
      <p:sp>
        <p:nvSpPr>
          <p:cNvPr id="307" name="Acest caracter special poartă numele de padding"/>
          <p:cNvSpPr txBox="1"/>
          <p:nvPr/>
        </p:nvSpPr>
        <p:spPr>
          <a:xfrm>
            <a:off x="696348" y="12249616"/>
            <a:ext cx="22991304"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Acest caracter special poartă numele de padding</a:t>
            </a:r>
          </a:p>
        </p:txBody>
      </p:sp>
      <p:pic>
        <p:nvPicPr>
          <p:cNvPr id="308" name="Linie Linie" descr="Linie Linie"/>
          <p:cNvPicPr>
            <a:picLocks noChangeAspect="0"/>
          </p:cNvPicPr>
          <p:nvPr/>
        </p:nvPicPr>
        <p:blipFill>
          <a:blip r:embed="rId2">
            <a:extLst/>
          </a:blip>
          <a:stretch>
            <a:fillRect/>
          </a:stretch>
        </p:blipFill>
        <p:spPr>
          <a:xfrm>
            <a:off x="8638376" y="13062416"/>
            <a:ext cx="5403491"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1"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312" name="O problemă apare la ultima secvență, care nu poate să aibă dimensiunea fixă 5"/>
          <p:cNvSpPr txBox="1"/>
          <p:nvPr/>
        </p:nvSpPr>
        <p:spPr>
          <a:xfrm>
            <a:off x="696348" y="2704851"/>
            <a:ext cx="22991304" cy="11915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O problemă apare la ultima secvență, care nu poate să aibă dimensiunea fixă 5</a:t>
            </a:r>
          </a:p>
        </p:txBody>
      </p:sp>
      <p:sp>
        <p:nvSpPr>
          <p:cNvPr id="313" name="În acest caz, fie o eliminăm, fie o păstrăm dar îi adăugăm un caracter special la sfârșit până o facem de dimensiunea cerută"/>
          <p:cNvSpPr txBox="1"/>
          <p:nvPr/>
        </p:nvSpPr>
        <p:spPr>
          <a:xfrm>
            <a:off x="696348" y="3693816"/>
            <a:ext cx="22991304"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În acest caz, fie o eliminăm, fie o păstrăm dar îi adăugăm un caracter special la sfârșit până o facem de dimensiunea cerută</a:t>
            </a:r>
          </a:p>
        </p:txBody>
      </p:sp>
      <p:sp>
        <p:nvSpPr>
          <p:cNvPr id="314" name="Acest caracter special poartă numele de padding"/>
          <p:cNvSpPr txBox="1"/>
          <p:nvPr/>
        </p:nvSpPr>
        <p:spPr>
          <a:xfrm>
            <a:off x="696348" y="5414416"/>
            <a:ext cx="22991304" cy="11915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Acest caracter special poartă numele de padding</a:t>
            </a:r>
          </a:p>
        </p:txBody>
      </p:sp>
      <p:sp>
        <p:nvSpPr>
          <p:cNvPr id="315" name="În acest caz secvența de pe slide-ul precedent:"/>
          <p:cNvSpPr txBox="1"/>
          <p:nvPr/>
        </p:nvSpPr>
        <p:spPr>
          <a:xfrm>
            <a:off x="696348" y="6501416"/>
            <a:ext cx="22991304" cy="11915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În acest caz secvența de pe slide-ul precedent:</a:t>
            </a:r>
          </a:p>
        </p:txBody>
      </p:sp>
      <p:sp>
        <p:nvSpPr>
          <p:cNvPr id="316" name="[0 0]"/>
          <p:cNvSpPr txBox="1"/>
          <p:nvPr/>
        </p:nvSpPr>
        <p:spPr>
          <a:xfrm>
            <a:off x="11480215" y="7611241"/>
            <a:ext cx="142356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 0]</a:t>
            </a:r>
          </a:p>
        </p:txBody>
      </p:sp>
      <p:sp>
        <p:nvSpPr>
          <p:cNvPr id="317" name="Se transformă în:"/>
          <p:cNvSpPr txBox="1"/>
          <p:nvPr/>
        </p:nvSpPr>
        <p:spPr>
          <a:xfrm>
            <a:off x="696348" y="8773382"/>
            <a:ext cx="22991304" cy="11915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Se transformă în:</a:t>
            </a:r>
          </a:p>
        </p:txBody>
      </p:sp>
      <p:sp>
        <p:nvSpPr>
          <p:cNvPr id="318" name="[0 0 &lt;id_pad&gt; &lt;id_pad&gt; &lt;id_pad&gt;]"/>
          <p:cNvSpPr txBox="1"/>
          <p:nvPr/>
        </p:nvSpPr>
        <p:spPr>
          <a:xfrm>
            <a:off x="7831531" y="10192876"/>
            <a:ext cx="872093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 0 &lt;id_pad&gt; &lt;id_pad&gt; &lt;id_pad&gt;]</a:t>
            </a:r>
          </a:p>
        </p:txBody>
      </p:sp>
      <p:sp>
        <p:nvSpPr>
          <p:cNvPr id="319" name="Unde &lt;id_pad&gt; este un ID, ales de noi, care să semnifice acest caracter special"/>
          <p:cNvSpPr txBox="1"/>
          <p:nvPr/>
        </p:nvSpPr>
        <p:spPr>
          <a:xfrm>
            <a:off x="696348" y="11665182"/>
            <a:ext cx="22991304" cy="11915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Unde &lt;id_pad&gt; este un ID, ales de noi, care să semnifice acest caracter special</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1"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322" name="Totuși, nici acum datele noastre nu sunt pregătite în totalitate pentru antrenare"/>
          <p:cNvSpPr txBox="1"/>
          <p:nvPr/>
        </p:nvSpPr>
        <p:spPr>
          <a:xfrm>
            <a:off x="696348" y="8600175"/>
            <a:ext cx="22991304" cy="11915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Totuși, nici acum datele noastre nu sunt pregătite în totalitate pentru antrenare</a:t>
            </a:r>
          </a:p>
        </p:txBody>
      </p:sp>
      <p:sp>
        <p:nvSpPr>
          <p:cNvPr id="323" name="[0 0 5 0 6], [0 1 0 2 7], [8 0 6 0 0], [5 0 9 10 0], [11 0 12 0 13], [0 14 0 2 0], [1 2 0 15 0 0], [0 16 17 0 16], [0 10 0 0 0], [1 0 0 13 11 0], [0 0 0 0 1 0], [3 2 7 8 4], [2 0 0 15 9], [0 0 0 14 0], [0 0 0 1 0], [0 0 4 0 0], [0 3 0 12 0], [4 0 0 0 0],"/>
          <p:cNvSpPr txBox="1"/>
          <p:nvPr/>
        </p:nvSpPr>
        <p:spPr>
          <a:xfrm>
            <a:off x="6914504" y="2679427"/>
            <a:ext cx="10554993" cy="5527346"/>
          </a:xfrm>
          <a:prstGeom prst="rect">
            <a:avLst/>
          </a:prstGeom>
          <a:ln w="63500">
            <a:solidFill>
              <a:srgbClr val="000000"/>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[0 0 5 0 6], [0 1 0 2 7], [8 0 6 0 0], [5 0 9 10 0], [11 0 12 0 13], [0 14 0 2 0], [1 2 0 15 0 0], [0 16 17 0 16], [0 10 0 0 0], [1 0 0 13 11 0], [0 0 0 0 1 0], [3 2 7 8 4], [2 0 0 15 9], [0 0 0 14 0], [0 0 0 1 0], [0 0 4 0 0], [0 3 0 12 0], [4 0 0 0 0], [0 17 0 3 0], [0 0 &lt;id_pad&gt; &lt;id_pad&gt; &lt;id_pad&gt;]</a:t>
            </a:r>
          </a:p>
        </p:txBody>
      </p:sp>
      <p:sp>
        <p:nvSpPr>
          <p:cNvPr id="324" name="Dacă am folosi datele numerice așa cum sunt ele acum, numeric, lucrul acesta adaugă un fel de ordine artificială în date ce în mod normal nu există pentru noi, oamenii"/>
          <p:cNvSpPr txBox="1"/>
          <p:nvPr/>
        </p:nvSpPr>
        <p:spPr>
          <a:xfrm>
            <a:off x="696348" y="9456774"/>
            <a:ext cx="22991304" cy="191839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Dacă am folosi datele numerice așa cum sunt ele acum, numeric, lucrul acesta adaugă un fel de ordine artificială în date ce în mod normal nu există pentru noi, oamenii</a:t>
            </a:r>
          </a:p>
        </p:txBody>
      </p:sp>
      <p:sp>
        <p:nvSpPr>
          <p:cNvPr id="325" name="Spre exemplu, dacă „câine” are ID 1, „șobolan” are ID 2 și „os” are ID 3, modelul ar putea învăța că „câine” este contextual mai apropiat de „șobolan” și nu de „os” doar pentru că 1 e mai aproape de 2 decât de 3"/>
          <p:cNvSpPr txBox="1"/>
          <p:nvPr/>
        </p:nvSpPr>
        <p:spPr>
          <a:xfrm>
            <a:off x="696348" y="11042974"/>
            <a:ext cx="22991304" cy="272584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Spre exemplu, dacă „câine” are ID 1, „șobolan” are ID 2 și „os” are ID 3, modelul ar putea învăța că „câine” este contextual mai apropiat de „șobolan” și nu de „os” doar pentru că 1 e mai aproape de 2 decât de 3</a:t>
            </a:r>
          </a:p>
        </p:txBody>
      </p:sp>
      <p:pic>
        <p:nvPicPr>
          <p:cNvPr id="326" name="Linie Linie" descr="Linie Linie"/>
          <p:cNvPicPr>
            <a:picLocks noChangeAspect="0"/>
          </p:cNvPicPr>
          <p:nvPr/>
        </p:nvPicPr>
        <p:blipFill>
          <a:blip r:embed="rId2">
            <a:extLst/>
          </a:blip>
          <a:stretch>
            <a:fillRect/>
          </a:stretch>
        </p:blipFill>
        <p:spPr>
          <a:xfrm rot="9938698">
            <a:off x="10116431" y="4875133"/>
            <a:ext cx="8912332" cy="311993"/>
          </a:xfrm>
          <a:prstGeom prst="rect">
            <a:avLst/>
          </a:prstGeom>
        </p:spPr>
      </p:pic>
      <p:pic>
        <p:nvPicPr>
          <p:cNvPr id="328" name="Linie Linie" descr="Linie Linie"/>
          <p:cNvPicPr>
            <a:picLocks noChangeAspect="0"/>
          </p:cNvPicPr>
          <p:nvPr/>
        </p:nvPicPr>
        <p:blipFill>
          <a:blip r:embed="rId3">
            <a:extLst/>
          </a:blip>
          <a:stretch>
            <a:fillRect/>
          </a:stretch>
        </p:blipFill>
        <p:spPr>
          <a:xfrm rot="10089624">
            <a:off x="12386632" y="5145240"/>
            <a:ext cx="8307874" cy="311993"/>
          </a:xfrm>
          <a:prstGeom prst="rect">
            <a:avLst/>
          </a:prstGeom>
        </p:spPr>
      </p:pic>
      <p:sp>
        <p:nvSpPr>
          <p:cNvPr id="330" name="Se mai adaugă:"/>
          <p:cNvSpPr txBox="1"/>
          <p:nvPr/>
        </p:nvSpPr>
        <p:spPr>
          <a:xfrm>
            <a:off x="17836847" y="1936493"/>
            <a:ext cx="382696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Se mai adaugă:</a:t>
            </a:r>
          </a:p>
        </p:txBody>
      </p:sp>
      <p:sp>
        <p:nvSpPr>
          <p:cNvPr id="331" name="&lt;BOS&gt; la început"/>
          <p:cNvSpPr txBox="1"/>
          <p:nvPr/>
        </p:nvSpPr>
        <p:spPr>
          <a:xfrm>
            <a:off x="18912048" y="3177839"/>
            <a:ext cx="445338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&lt;BOS&gt; la început</a:t>
            </a:r>
          </a:p>
        </p:txBody>
      </p:sp>
      <p:sp>
        <p:nvSpPr>
          <p:cNvPr id="332" name="&lt;EOS&gt; la final"/>
          <p:cNvSpPr txBox="1"/>
          <p:nvPr/>
        </p:nvSpPr>
        <p:spPr>
          <a:xfrm>
            <a:off x="19672648" y="4419186"/>
            <a:ext cx="365653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&lt;EOS&gt; la final</a:t>
            </a:r>
          </a:p>
        </p:txBody>
      </p:sp>
      <p:sp>
        <p:nvSpPr>
          <p:cNvPr id="333" name="la o secvență dacă se dorește ca modelul să învețe când să se oprească singur din generat text"/>
          <p:cNvSpPr txBox="1"/>
          <p:nvPr/>
        </p:nvSpPr>
        <p:spPr>
          <a:xfrm>
            <a:off x="17925446" y="5003865"/>
            <a:ext cx="5927098" cy="395396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la o secvență dacă se dorește ca modelul să învețe când să se oprească singur din generat text </a:t>
            </a:r>
          </a:p>
        </p:txBody>
      </p:sp>
      <p:pic>
        <p:nvPicPr>
          <p:cNvPr id="334" name="Linie Linie" descr="Linie Linie"/>
          <p:cNvPicPr>
            <a:picLocks noChangeAspect="0"/>
          </p:cNvPicPr>
          <p:nvPr/>
        </p:nvPicPr>
        <p:blipFill>
          <a:blip r:embed="rId4">
            <a:extLst/>
          </a:blip>
          <a:stretch>
            <a:fillRect/>
          </a:stretch>
        </p:blipFill>
        <p:spPr>
          <a:xfrm>
            <a:off x="2705576" y="11027216"/>
            <a:ext cx="6467755"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330"/>
                                        </p:tgtEl>
                                        <p:attrNameLst>
                                          <p:attrName>style.visibility</p:attrName>
                                        </p:attrNameLst>
                                      </p:cBhvr>
                                      <p:to>
                                        <p:strVal val="visible"/>
                                      </p:to>
                                    </p:set>
                                    <p:anim calcmode="lin" valueType="num">
                                      <p:cBhvr>
                                        <p:cTn id="7" dur="100" fill="hold"/>
                                        <p:tgtEl>
                                          <p:spTgt spid="330"/>
                                        </p:tgtEl>
                                        <p:attrNameLst>
                                          <p:attrName>ppt_x</p:attrName>
                                        </p:attrNameLst>
                                      </p:cBhvr>
                                      <p:tavLst>
                                        <p:tav tm="0">
                                          <p:val>
                                            <p:strVal val="0-#ppt_w/2"/>
                                          </p:val>
                                        </p:tav>
                                        <p:tav tm="100000">
                                          <p:val>
                                            <p:strVal val="#ppt_x"/>
                                          </p:val>
                                        </p:tav>
                                      </p:tavLst>
                                    </p:anim>
                                    <p:anim calcmode="lin" valueType="num">
                                      <p:cBhvr>
                                        <p:cTn id="8" dur="100" fill="hold"/>
                                        <p:tgtEl>
                                          <p:spTgt spid="330"/>
                                        </p:tgtEl>
                                        <p:attrNameLst>
                                          <p:attrName>ppt_y</p:attrName>
                                        </p:attrNameLst>
                                      </p:cBhvr>
                                      <p:tavLst>
                                        <p:tav tm="0">
                                          <p:val>
                                            <p:strVal val="#ppt_y"/>
                                          </p:val>
                                        </p:tav>
                                        <p:tav tm="100000">
                                          <p:val>
                                            <p:strVal val="#ppt_y"/>
                                          </p:val>
                                        </p:tav>
                                      </p:tavLst>
                                    </p:anim>
                                  </p:childTnLst>
                                </p:cTn>
                              </p:par>
                            </p:childTnLst>
                          </p:cTn>
                        </p:par>
                        <p:par>
                          <p:cTn id="9" fill="hold">
                            <p:stCondLst>
                              <p:cond delay="100"/>
                            </p:stCondLst>
                            <p:childTnLst>
                              <p:par>
                                <p:cTn id="10" presetClass="entr" nodeType="afterEffect" presetSubtype="8" presetID="2" grpId="2" fill="hold">
                                  <p:stCondLst>
                                    <p:cond delay="0"/>
                                  </p:stCondLst>
                                  <p:iterate type="el" backwards="0">
                                    <p:tmAbs val="0"/>
                                  </p:iterate>
                                  <p:childTnLst>
                                    <p:set>
                                      <p:cBhvr>
                                        <p:cTn id="11" fill="hold"/>
                                        <p:tgtEl>
                                          <p:spTgt spid="331"/>
                                        </p:tgtEl>
                                        <p:attrNameLst>
                                          <p:attrName>style.visibility</p:attrName>
                                        </p:attrNameLst>
                                      </p:cBhvr>
                                      <p:to>
                                        <p:strVal val="visible"/>
                                      </p:to>
                                    </p:set>
                                    <p:anim calcmode="lin" valueType="num">
                                      <p:cBhvr>
                                        <p:cTn id="12" dur="100" fill="hold"/>
                                        <p:tgtEl>
                                          <p:spTgt spid="331"/>
                                        </p:tgtEl>
                                        <p:attrNameLst>
                                          <p:attrName>ppt_x</p:attrName>
                                        </p:attrNameLst>
                                      </p:cBhvr>
                                      <p:tavLst>
                                        <p:tav tm="0">
                                          <p:val>
                                            <p:strVal val="0-#ppt_w/2"/>
                                          </p:val>
                                        </p:tav>
                                        <p:tav tm="100000">
                                          <p:val>
                                            <p:strVal val="#ppt_x"/>
                                          </p:val>
                                        </p:tav>
                                      </p:tavLst>
                                    </p:anim>
                                    <p:anim calcmode="lin" valueType="num">
                                      <p:cBhvr>
                                        <p:cTn id="13" dur="100" fill="hold"/>
                                        <p:tgtEl>
                                          <p:spTgt spid="331"/>
                                        </p:tgtEl>
                                        <p:attrNameLst>
                                          <p:attrName>ppt_y</p:attrName>
                                        </p:attrNameLst>
                                      </p:cBhvr>
                                      <p:tavLst>
                                        <p:tav tm="0">
                                          <p:val>
                                            <p:strVal val="#ppt_y"/>
                                          </p:val>
                                        </p:tav>
                                        <p:tav tm="100000">
                                          <p:val>
                                            <p:strVal val="#ppt_y"/>
                                          </p:val>
                                        </p:tav>
                                      </p:tavLst>
                                    </p:anim>
                                  </p:childTnLst>
                                </p:cTn>
                              </p:par>
                            </p:childTnLst>
                          </p:cTn>
                        </p:par>
                        <p:par>
                          <p:cTn id="14" fill="hold">
                            <p:stCondLst>
                              <p:cond delay="200"/>
                            </p:stCondLst>
                            <p:childTnLst>
                              <p:par>
                                <p:cTn id="15" presetClass="entr" nodeType="afterEffect" presetSubtype="8" presetID="2" grpId="3" fill="hold">
                                  <p:stCondLst>
                                    <p:cond delay="0"/>
                                  </p:stCondLst>
                                  <p:iterate type="el" backwards="0">
                                    <p:tmAbs val="0"/>
                                  </p:iterate>
                                  <p:childTnLst>
                                    <p:set>
                                      <p:cBhvr>
                                        <p:cTn id="16" fill="hold"/>
                                        <p:tgtEl>
                                          <p:spTgt spid="332"/>
                                        </p:tgtEl>
                                        <p:attrNameLst>
                                          <p:attrName>style.visibility</p:attrName>
                                        </p:attrNameLst>
                                      </p:cBhvr>
                                      <p:to>
                                        <p:strVal val="visible"/>
                                      </p:to>
                                    </p:set>
                                    <p:anim calcmode="lin" valueType="num">
                                      <p:cBhvr>
                                        <p:cTn id="17" dur="100" fill="hold"/>
                                        <p:tgtEl>
                                          <p:spTgt spid="332"/>
                                        </p:tgtEl>
                                        <p:attrNameLst>
                                          <p:attrName>ppt_x</p:attrName>
                                        </p:attrNameLst>
                                      </p:cBhvr>
                                      <p:tavLst>
                                        <p:tav tm="0">
                                          <p:val>
                                            <p:strVal val="0-#ppt_w/2"/>
                                          </p:val>
                                        </p:tav>
                                        <p:tav tm="100000">
                                          <p:val>
                                            <p:strVal val="#ppt_x"/>
                                          </p:val>
                                        </p:tav>
                                      </p:tavLst>
                                    </p:anim>
                                    <p:anim calcmode="lin" valueType="num">
                                      <p:cBhvr>
                                        <p:cTn id="18" dur="100" fill="hold"/>
                                        <p:tgtEl>
                                          <p:spTgt spid="332"/>
                                        </p:tgtEl>
                                        <p:attrNameLst>
                                          <p:attrName>ppt_y</p:attrName>
                                        </p:attrNameLst>
                                      </p:cBhvr>
                                      <p:tavLst>
                                        <p:tav tm="0">
                                          <p:val>
                                            <p:strVal val="#ppt_y"/>
                                          </p:val>
                                        </p:tav>
                                        <p:tav tm="100000">
                                          <p:val>
                                            <p:strVal val="#ppt_y"/>
                                          </p:val>
                                        </p:tav>
                                      </p:tavLst>
                                    </p:anim>
                                  </p:childTnLst>
                                </p:cTn>
                              </p:par>
                            </p:childTnLst>
                          </p:cTn>
                        </p:par>
                        <p:par>
                          <p:cTn id="19" fill="hold">
                            <p:stCondLst>
                              <p:cond delay="300"/>
                            </p:stCondLst>
                            <p:childTnLst>
                              <p:par>
                                <p:cTn id="20" presetClass="entr" nodeType="afterEffect" presetSubtype="8" presetID="2" grpId="4" fill="hold">
                                  <p:stCondLst>
                                    <p:cond delay="0"/>
                                  </p:stCondLst>
                                  <p:iterate type="el" backwards="0">
                                    <p:tmAbs val="0"/>
                                  </p:iterate>
                                  <p:childTnLst>
                                    <p:set>
                                      <p:cBhvr>
                                        <p:cTn id="21" fill="hold"/>
                                        <p:tgtEl>
                                          <p:spTgt spid="326"/>
                                        </p:tgtEl>
                                        <p:attrNameLst>
                                          <p:attrName>style.visibility</p:attrName>
                                        </p:attrNameLst>
                                      </p:cBhvr>
                                      <p:to>
                                        <p:strVal val="visible"/>
                                      </p:to>
                                    </p:set>
                                    <p:anim calcmode="lin" valueType="num">
                                      <p:cBhvr>
                                        <p:cTn id="22" dur="100" fill="hold"/>
                                        <p:tgtEl>
                                          <p:spTgt spid="326"/>
                                        </p:tgtEl>
                                        <p:attrNameLst>
                                          <p:attrName>ppt_x</p:attrName>
                                        </p:attrNameLst>
                                      </p:cBhvr>
                                      <p:tavLst>
                                        <p:tav tm="0">
                                          <p:val>
                                            <p:strVal val="0-#ppt_w/2"/>
                                          </p:val>
                                        </p:tav>
                                        <p:tav tm="100000">
                                          <p:val>
                                            <p:strVal val="#ppt_x"/>
                                          </p:val>
                                        </p:tav>
                                      </p:tavLst>
                                    </p:anim>
                                    <p:anim calcmode="lin" valueType="num">
                                      <p:cBhvr>
                                        <p:cTn id="23" dur="100" fill="hold"/>
                                        <p:tgtEl>
                                          <p:spTgt spid="326"/>
                                        </p:tgtEl>
                                        <p:attrNameLst>
                                          <p:attrName>ppt_y</p:attrName>
                                        </p:attrNameLst>
                                      </p:cBhvr>
                                      <p:tavLst>
                                        <p:tav tm="0">
                                          <p:val>
                                            <p:strVal val="#ppt_y"/>
                                          </p:val>
                                        </p:tav>
                                        <p:tav tm="100000">
                                          <p:val>
                                            <p:strVal val="#ppt_y"/>
                                          </p:val>
                                        </p:tav>
                                      </p:tavLst>
                                    </p:anim>
                                  </p:childTnLst>
                                </p:cTn>
                              </p:par>
                            </p:childTnLst>
                          </p:cTn>
                        </p:par>
                        <p:par>
                          <p:cTn id="24" fill="hold">
                            <p:stCondLst>
                              <p:cond delay="400"/>
                            </p:stCondLst>
                            <p:childTnLst>
                              <p:par>
                                <p:cTn id="25" presetClass="entr" nodeType="afterEffect" presetSubtype="8" presetID="2" grpId="5" fill="hold">
                                  <p:stCondLst>
                                    <p:cond delay="0"/>
                                  </p:stCondLst>
                                  <p:iterate type="el" backwards="0">
                                    <p:tmAbs val="0"/>
                                  </p:iterate>
                                  <p:childTnLst>
                                    <p:set>
                                      <p:cBhvr>
                                        <p:cTn id="26" fill="hold"/>
                                        <p:tgtEl>
                                          <p:spTgt spid="328"/>
                                        </p:tgtEl>
                                        <p:attrNameLst>
                                          <p:attrName>style.visibility</p:attrName>
                                        </p:attrNameLst>
                                      </p:cBhvr>
                                      <p:to>
                                        <p:strVal val="visible"/>
                                      </p:to>
                                    </p:set>
                                    <p:anim calcmode="lin" valueType="num">
                                      <p:cBhvr>
                                        <p:cTn id="27" dur="100" fill="hold"/>
                                        <p:tgtEl>
                                          <p:spTgt spid="328"/>
                                        </p:tgtEl>
                                        <p:attrNameLst>
                                          <p:attrName>ppt_x</p:attrName>
                                        </p:attrNameLst>
                                      </p:cBhvr>
                                      <p:tavLst>
                                        <p:tav tm="0">
                                          <p:val>
                                            <p:strVal val="0-#ppt_w/2"/>
                                          </p:val>
                                        </p:tav>
                                        <p:tav tm="100000">
                                          <p:val>
                                            <p:strVal val="#ppt_x"/>
                                          </p:val>
                                        </p:tav>
                                      </p:tavLst>
                                    </p:anim>
                                    <p:anim calcmode="lin" valueType="num">
                                      <p:cBhvr>
                                        <p:cTn id="28" dur="100" fill="hold"/>
                                        <p:tgtEl>
                                          <p:spTgt spid="328"/>
                                        </p:tgtEl>
                                        <p:attrNameLst>
                                          <p:attrName>ppt_y</p:attrName>
                                        </p:attrNameLst>
                                      </p:cBhvr>
                                      <p:tavLst>
                                        <p:tav tm="0">
                                          <p:val>
                                            <p:strVal val="#ppt_y"/>
                                          </p:val>
                                        </p:tav>
                                        <p:tav tm="100000">
                                          <p:val>
                                            <p:strVal val="#ppt_y"/>
                                          </p:val>
                                        </p:tav>
                                      </p:tavLst>
                                    </p:anim>
                                  </p:childTnLst>
                                </p:cTn>
                              </p:par>
                            </p:childTnLst>
                          </p:cTn>
                        </p:par>
                        <p:par>
                          <p:cTn id="29" fill="hold">
                            <p:stCondLst>
                              <p:cond delay="500"/>
                            </p:stCondLst>
                            <p:childTnLst>
                              <p:par>
                                <p:cTn id="30" presetClass="entr" nodeType="afterEffect" presetSubtype="8" presetID="2" grpId="6" fill="hold">
                                  <p:stCondLst>
                                    <p:cond delay="0"/>
                                  </p:stCondLst>
                                  <p:iterate type="el" backwards="0">
                                    <p:tmAbs val="0"/>
                                  </p:iterate>
                                  <p:childTnLst>
                                    <p:set>
                                      <p:cBhvr>
                                        <p:cTn id="31" fill="hold"/>
                                        <p:tgtEl>
                                          <p:spTgt spid="333"/>
                                        </p:tgtEl>
                                        <p:attrNameLst>
                                          <p:attrName>style.visibility</p:attrName>
                                        </p:attrNameLst>
                                      </p:cBhvr>
                                      <p:to>
                                        <p:strVal val="visible"/>
                                      </p:to>
                                    </p:set>
                                    <p:anim calcmode="lin" valueType="num">
                                      <p:cBhvr>
                                        <p:cTn id="32" dur="100" fill="hold"/>
                                        <p:tgtEl>
                                          <p:spTgt spid="333"/>
                                        </p:tgtEl>
                                        <p:attrNameLst>
                                          <p:attrName>ppt_x</p:attrName>
                                        </p:attrNameLst>
                                      </p:cBhvr>
                                      <p:tavLst>
                                        <p:tav tm="0">
                                          <p:val>
                                            <p:strVal val="0-#ppt_w/2"/>
                                          </p:val>
                                        </p:tav>
                                        <p:tav tm="100000">
                                          <p:val>
                                            <p:strVal val="#ppt_x"/>
                                          </p:val>
                                        </p:tav>
                                      </p:tavLst>
                                    </p:anim>
                                    <p:anim calcmode="lin" valueType="num">
                                      <p:cBhvr>
                                        <p:cTn id="33" dur="100" fill="hold"/>
                                        <p:tgtEl>
                                          <p:spTgt spid="3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30" grpId="1"/>
      <p:bldP build="whole" bldLvl="1" animBg="1" rev="0" advAuto="0" spid="326" grpId="4"/>
      <p:bldP build="whole" bldLvl="1" animBg="1" rev="0" advAuto="0" spid="333" grpId="6"/>
      <p:bldP build="whole" bldLvl="1" animBg="1" rev="0" advAuto="0" spid="331" grpId="2"/>
      <p:bldP build="whole" bldLvl="1" animBg="1" rev="0" advAuto="0" spid="328" grpId="5"/>
      <p:bldP build="whole" bldLvl="1" animBg="1" rev="0" advAuto="0" spid="332" grpId="3"/>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7"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338" name="Codificarea One-Hot rezolvă această problemă"/>
          <p:cNvSpPr txBox="1"/>
          <p:nvPr/>
        </p:nvSpPr>
        <p:spPr>
          <a:xfrm>
            <a:off x="888348" y="2459651"/>
            <a:ext cx="22991304" cy="10834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Codificarea One-Hot rezolvă această problemă</a:t>
            </a:r>
          </a:p>
        </p:txBody>
      </p:sp>
      <p:sp>
        <p:nvSpPr>
          <p:cNvPr id="339" name="Pentru secvența [0, 4, 2, 9, 1] de exemplu, și un număr total de 10 cuvinte în vocabular, codificarea One-Hot realizează următoarea asociere:"/>
          <p:cNvSpPr txBox="1"/>
          <p:nvPr/>
        </p:nvSpPr>
        <p:spPr>
          <a:xfrm>
            <a:off x="331548" y="3469851"/>
            <a:ext cx="22991304" cy="20009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lvl="1" marL="1092200" indent="-546100" defTabSz="2438338">
              <a:buSzPct val="150000"/>
              <a:buChar char="•"/>
              <a:defRPr>
                <a:latin typeface="Canela Text Regular"/>
                <a:ea typeface="Canela Text Regular"/>
                <a:cs typeface="Canela Text Regular"/>
                <a:sym typeface="Canela Text Regular"/>
              </a:defRPr>
            </a:pPr>
            <a:r>
              <a:t>Pentru secvența [0, 4, 2, 9, 1] de exemplu, și un număr total de 10 cuvinte în vocabular, codificarea One-Hot realizează următoarea asociere:</a:t>
            </a:r>
          </a:p>
        </p:txBody>
      </p:sp>
      <p:pic>
        <p:nvPicPr>
          <p:cNvPr id="340" name="Captură de ecran din 2024-12-09 la 00.32.34.png" descr="Captură de ecran din 2024-12-09 la 00.32.34.png"/>
          <p:cNvPicPr>
            <a:picLocks noChangeAspect="1"/>
          </p:cNvPicPr>
          <p:nvPr/>
        </p:nvPicPr>
        <p:blipFill>
          <a:blip r:embed="rId2">
            <a:extLst/>
          </a:blip>
          <a:stretch>
            <a:fillRect/>
          </a:stretch>
        </p:blipFill>
        <p:spPr>
          <a:xfrm>
            <a:off x="6644147" y="5310095"/>
            <a:ext cx="11479706" cy="4691707"/>
          </a:xfrm>
          <a:prstGeom prst="rect">
            <a:avLst/>
          </a:prstGeom>
          <a:ln w="12700">
            <a:miter lim="400000"/>
          </a:ln>
        </p:spPr>
      </p:pic>
      <p:sp>
        <p:nvSpPr>
          <p:cNvPr id="341" name="Practic, o linie din matrice reprezintă un cuvânt, iar coloanele reprezintă ce cuvânt este. Se pune un 1 pe poziția corespunzătoare din coloana cuvântului specific  reprezentat de index-ul original"/>
          <p:cNvSpPr txBox="1"/>
          <p:nvPr/>
        </p:nvSpPr>
        <p:spPr>
          <a:xfrm>
            <a:off x="331548" y="10316851"/>
            <a:ext cx="22991304" cy="264506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lvl="1" marL="1092200" indent="-546100" defTabSz="2438338">
              <a:buSzPct val="150000"/>
              <a:buChar char="•"/>
              <a:defRPr>
                <a:latin typeface="Canela Text Regular"/>
                <a:ea typeface="Canela Text Regular"/>
                <a:cs typeface="Canela Text Regular"/>
                <a:sym typeface="Canela Text Regular"/>
              </a:defRPr>
            </a:pPr>
            <a:r>
              <a:t>Practic, o linie din matrice reprezintă un cuvânt, iar coloanele reprezintă ce cuvânt este. Se pune un 1 pe poziția corespunzătoare din coloana cuvântului specific  reprezentat de index-ul original</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3"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344" name="Oare este un perceptron multistrat de ajuns să învățăm și să prezicem text?"/>
          <p:cNvSpPr txBox="1"/>
          <p:nvPr/>
        </p:nvSpPr>
        <p:spPr>
          <a:xfrm>
            <a:off x="564911" y="2758172"/>
            <a:ext cx="21948578" cy="18821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Oare este un perceptron multistrat de ajuns să învățăm și să prezicem text?</a:t>
            </a:r>
          </a:p>
        </p:txBody>
      </p:sp>
      <p:pic>
        <p:nvPicPr>
          <p:cNvPr id="345" name="Imagine" descr="Imagine"/>
          <p:cNvPicPr>
            <a:picLocks noChangeAspect="1"/>
          </p:cNvPicPr>
          <p:nvPr/>
        </p:nvPicPr>
        <p:blipFill>
          <a:blip r:embed="rId2">
            <a:extLst/>
          </a:blip>
          <a:stretch>
            <a:fillRect/>
          </a:stretch>
        </p:blipFill>
        <p:spPr>
          <a:xfrm>
            <a:off x="7150198" y="5322283"/>
            <a:ext cx="10525031" cy="5413834"/>
          </a:xfrm>
          <a:prstGeom prst="rect">
            <a:avLst/>
          </a:prstGeom>
          <a:ln w="12700">
            <a:miter lim="400000"/>
          </a:ln>
        </p:spPr>
      </p:pic>
      <p:sp>
        <p:nvSpPr>
          <p:cNvPr id="346" name="Câinele"/>
          <p:cNvSpPr txBox="1"/>
          <p:nvPr/>
        </p:nvSpPr>
        <p:spPr>
          <a:xfrm>
            <a:off x="5403172" y="5905226"/>
            <a:ext cx="205613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Câinele</a:t>
            </a:r>
          </a:p>
        </p:txBody>
      </p:sp>
      <p:sp>
        <p:nvSpPr>
          <p:cNvPr id="347" name="a"/>
          <p:cNvSpPr txBox="1"/>
          <p:nvPr/>
        </p:nvSpPr>
        <p:spPr>
          <a:xfrm>
            <a:off x="6251989" y="6933126"/>
            <a:ext cx="40767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a:t>
            </a:r>
          </a:p>
        </p:txBody>
      </p:sp>
      <p:sp>
        <p:nvSpPr>
          <p:cNvPr id="348" name="mușcat"/>
          <p:cNvSpPr txBox="1"/>
          <p:nvPr/>
        </p:nvSpPr>
        <p:spPr>
          <a:xfrm>
            <a:off x="5480286" y="7770526"/>
            <a:ext cx="19510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mușcat</a:t>
            </a:r>
          </a:p>
        </p:txBody>
      </p:sp>
      <p:sp>
        <p:nvSpPr>
          <p:cNvPr id="349" name="omul"/>
          <p:cNvSpPr txBox="1"/>
          <p:nvPr/>
        </p:nvSpPr>
        <p:spPr>
          <a:xfrm>
            <a:off x="5724202" y="8955242"/>
            <a:ext cx="141407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omul</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346"/>
                                        </p:tgtEl>
                                        <p:attrNameLst>
                                          <p:attrName>style.visibility</p:attrName>
                                        </p:attrNameLst>
                                      </p:cBhvr>
                                      <p:to>
                                        <p:strVal val="visible"/>
                                      </p:to>
                                    </p:set>
                                    <p:anim calcmode="lin" valueType="num">
                                      <p:cBhvr>
                                        <p:cTn id="7" dur="1000" fill="hold"/>
                                        <p:tgtEl>
                                          <p:spTgt spid="346"/>
                                        </p:tgtEl>
                                        <p:attrNameLst>
                                          <p:attrName>ppt_x</p:attrName>
                                        </p:attrNameLst>
                                      </p:cBhvr>
                                      <p:tavLst>
                                        <p:tav tm="0">
                                          <p:val>
                                            <p:strVal val="0-#ppt_w/2"/>
                                          </p:val>
                                        </p:tav>
                                        <p:tav tm="100000">
                                          <p:val>
                                            <p:strVal val="#ppt_x"/>
                                          </p:val>
                                        </p:tav>
                                      </p:tavLst>
                                    </p:anim>
                                    <p:anim calcmode="lin" valueType="num">
                                      <p:cBhvr>
                                        <p:cTn id="8" dur="1000" fill="hold"/>
                                        <p:tgtEl>
                                          <p:spTgt spid="3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347"/>
                                        </p:tgtEl>
                                        <p:attrNameLst>
                                          <p:attrName>style.visibility</p:attrName>
                                        </p:attrNameLst>
                                      </p:cBhvr>
                                      <p:to>
                                        <p:strVal val="visible"/>
                                      </p:to>
                                    </p:set>
                                    <p:anim calcmode="lin" valueType="num">
                                      <p:cBhvr>
                                        <p:cTn id="13" dur="1000" fill="hold"/>
                                        <p:tgtEl>
                                          <p:spTgt spid="347"/>
                                        </p:tgtEl>
                                        <p:attrNameLst>
                                          <p:attrName>ppt_x</p:attrName>
                                        </p:attrNameLst>
                                      </p:cBhvr>
                                      <p:tavLst>
                                        <p:tav tm="0">
                                          <p:val>
                                            <p:strVal val="0-#ppt_w/2"/>
                                          </p:val>
                                        </p:tav>
                                        <p:tav tm="100000">
                                          <p:val>
                                            <p:strVal val="#ppt_x"/>
                                          </p:val>
                                        </p:tav>
                                      </p:tavLst>
                                    </p:anim>
                                    <p:anim calcmode="lin" valueType="num">
                                      <p:cBhvr>
                                        <p:cTn id="14" dur="1000" fill="hold"/>
                                        <p:tgtEl>
                                          <p:spTgt spid="34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8" presetID="2" grpId="3" fill="hold">
                                  <p:stCondLst>
                                    <p:cond delay="0"/>
                                  </p:stCondLst>
                                  <p:iterate type="el" backwards="0">
                                    <p:tmAbs val="0"/>
                                  </p:iterate>
                                  <p:childTnLst>
                                    <p:set>
                                      <p:cBhvr>
                                        <p:cTn id="18" fill="hold"/>
                                        <p:tgtEl>
                                          <p:spTgt spid="348"/>
                                        </p:tgtEl>
                                        <p:attrNameLst>
                                          <p:attrName>style.visibility</p:attrName>
                                        </p:attrNameLst>
                                      </p:cBhvr>
                                      <p:to>
                                        <p:strVal val="visible"/>
                                      </p:to>
                                    </p:set>
                                    <p:anim calcmode="lin" valueType="num">
                                      <p:cBhvr>
                                        <p:cTn id="19" dur="1000" fill="hold"/>
                                        <p:tgtEl>
                                          <p:spTgt spid="348"/>
                                        </p:tgtEl>
                                        <p:attrNameLst>
                                          <p:attrName>ppt_x</p:attrName>
                                        </p:attrNameLst>
                                      </p:cBhvr>
                                      <p:tavLst>
                                        <p:tav tm="0">
                                          <p:val>
                                            <p:strVal val="0-#ppt_w/2"/>
                                          </p:val>
                                        </p:tav>
                                        <p:tav tm="100000">
                                          <p:val>
                                            <p:strVal val="#ppt_x"/>
                                          </p:val>
                                        </p:tav>
                                      </p:tavLst>
                                    </p:anim>
                                    <p:anim calcmode="lin" valueType="num">
                                      <p:cBhvr>
                                        <p:cTn id="20" dur="1000" fill="hold"/>
                                        <p:tgtEl>
                                          <p:spTgt spid="34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8" presetID="2" grpId="4" fill="hold">
                                  <p:stCondLst>
                                    <p:cond delay="0"/>
                                  </p:stCondLst>
                                  <p:iterate type="el" backwards="0">
                                    <p:tmAbs val="0"/>
                                  </p:iterate>
                                  <p:childTnLst>
                                    <p:set>
                                      <p:cBhvr>
                                        <p:cTn id="24" fill="hold"/>
                                        <p:tgtEl>
                                          <p:spTgt spid="349"/>
                                        </p:tgtEl>
                                        <p:attrNameLst>
                                          <p:attrName>style.visibility</p:attrName>
                                        </p:attrNameLst>
                                      </p:cBhvr>
                                      <p:to>
                                        <p:strVal val="visible"/>
                                      </p:to>
                                    </p:set>
                                    <p:anim calcmode="lin" valueType="num">
                                      <p:cBhvr>
                                        <p:cTn id="25" dur="1000" fill="hold"/>
                                        <p:tgtEl>
                                          <p:spTgt spid="349"/>
                                        </p:tgtEl>
                                        <p:attrNameLst>
                                          <p:attrName>ppt_x</p:attrName>
                                        </p:attrNameLst>
                                      </p:cBhvr>
                                      <p:tavLst>
                                        <p:tav tm="0">
                                          <p:val>
                                            <p:strVal val="0-#ppt_w/2"/>
                                          </p:val>
                                        </p:tav>
                                        <p:tav tm="100000">
                                          <p:val>
                                            <p:strVal val="#ppt_x"/>
                                          </p:val>
                                        </p:tav>
                                      </p:tavLst>
                                    </p:anim>
                                    <p:anim calcmode="lin" valueType="num">
                                      <p:cBhvr>
                                        <p:cTn id="26" dur="1000" fill="hold"/>
                                        <p:tgtEl>
                                          <p:spTgt spid="3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48" grpId="3"/>
      <p:bldP build="whole" bldLvl="1" animBg="1" rev="0" advAuto="0" spid="349" grpId="4"/>
      <p:bldP build="whole" bldLvl="1" animBg="1" rev="0" advAuto="0" spid="346" grpId="1"/>
      <p:bldP build="whole" bldLvl="1" animBg="1" rev="0" advAuto="0" spid="347" grpId="2"/>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1"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352" name="Spre exemplu, de ce un perceptron multistrat nu e de ajuns?"/>
          <p:cNvSpPr txBox="1"/>
          <p:nvPr/>
        </p:nvSpPr>
        <p:spPr>
          <a:xfrm>
            <a:off x="564911" y="2758172"/>
            <a:ext cx="21948578" cy="18821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Spre exemplu, de ce un perceptron multistrat nu e de ajuns?</a:t>
            </a:r>
          </a:p>
        </p:txBody>
      </p:sp>
      <p:pic>
        <p:nvPicPr>
          <p:cNvPr id="353" name="Imagine" descr="Imagine"/>
          <p:cNvPicPr>
            <a:picLocks noChangeAspect="1"/>
          </p:cNvPicPr>
          <p:nvPr/>
        </p:nvPicPr>
        <p:blipFill>
          <a:blip r:embed="rId2">
            <a:extLst/>
          </a:blip>
          <a:stretch>
            <a:fillRect/>
          </a:stretch>
        </p:blipFill>
        <p:spPr>
          <a:xfrm>
            <a:off x="6564685" y="4535083"/>
            <a:ext cx="10525031" cy="5413834"/>
          </a:xfrm>
          <a:prstGeom prst="rect">
            <a:avLst/>
          </a:prstGeom>
          <a:ln w="12700">
            <a:miter lim="400000"/>
          </a:ln>
        </p:spPr>
      </p:pic>
      <p:sp>
        <p:nvSpPr>
          <p:cNvPr id="354" name="Câinele"/>
          <p:cNvSpPr txBox="1"/>
          <p:nvPr/>
        </p:nvSpPr>
        <p:spPr>
          <a:xfrm>
            <a:off x="3709446" y="5110863"/>
            <a:ext cx="205613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Câinele</a:t>
            </a:r>
          </a:p>
        </p:txBody>
      </p:sp>
      <p:sp>
        <p:nvSpPr>
          <p:cNvPr id="355" name="a"/>
          <p:cNvSpPr txBox="1"/>
          <p:nvPr/>
        </p:nvSpPr>
        <p:spPr>
          <a:xfrm>
            <a:off x="4668076" y="6093201"/>
            <a:ext cx="40767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a:t>
            </a:r>
          </a:p>
        </p:txBody>
      </p:sp>
      <p:sp>
        <p:nvSpPr>
          <p:cNvPr id="356" name="mușcat"/>
          <p:cNvSpPr txBox="1"/>
          <p:nvPr/>
        </p:nvSpPr>
        <p:spPr>
          <a:xfrm>
            <a:off x="3761973" y="7070675"/>
            <a:ext cx="19510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mușcat</a:t>
            </a:r>
          </a:p>
        </p:txBody>
      </p:sp>
      <p:sp>
        <p:nvSpPr>
          <p:cNvPr id="357" name="omul"/>
          <p:cNvSpPr txBox="1"/>
          <p:nvPr/>
        </p:nvSpPr>
        <p:spPr>
          <a:xfrm>
            <a:off x="4030476" y="8048150"/>
            <a:ext cx="141407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omul</a:t>
            </a:r>
          </a:p>
        </p:txBody>
      </p:sp>
      <p:sp>
        <p:nvSpPr>
          <p:cNvPr id="358" name="(121)"/>
          <p:cNvSpPr txBox="1"/>
          <p:nvPr/>
        </p:nvSpPr>
        <p:spPr>
          <a:xfrm>
            <a:off x="5679550" y="5079626"/>
            <a:ext cx="126598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(121)</a:t>
            </a:r>
          </a:p>
        </p:txBody>
      </p:sp>
      <p:sp>
        <p:nvSpPr>
          <p:cNvPr id="359" name="(58)"/>
          <p:cNvSpPr txBox="1"/>
          <p:nvPr/>
        </p:nvSpPr>
        <p:spPr>
          <a:xfrm>
            <a:off x="5679550" y="6093201"/>
            <a:ext cx="114752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(58)</a:t>
            </a:r>
          </a:p>
        </p:txBody>
      </p:sp>
      <p:sp>
        <p:nvSpPr>
          <p:cNvPr id="360" name="(93)"/>
          <p:cNvSpPr txBox="1"/>
          <p:nvPr/>
        </p:nvSpPr>
        <p:spPr>
          <a:xfrm>
            <a:off x="5738783" y="7094738"/>
            <a:ext cx="116037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(93)</a:t>
            </a:r>
          </a:p>
        </p:txBody>
      </p:sp>
      <p:sp>
        <p:nvSpPr>
          <p:cNvPr id="361" name="(8)"/>
          <p:cNvSpPr txBox="1"/>
          <p:nvPr/>
        </p:nvSpPr>
        <p:spPr>
          <a:xfrm>
            <a:off x="5732357" y="8096275"/>
            <a:ext cx="83515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3"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364" name="Spre exemplu, de ce un perceptron multistrat nu e de ajuns?"/>
          <p:cNvSpPr txBox="1"/>
          <p:nvPr/>
        </p:nvSpPr>
        <p:spPr>
          <a:xfrm>
            <a:off x="564911" y="2758172"/>
            <a:ext cx="21948578" cy="18821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Spre exemplu, de ce un perceptron multistrat nu e de ajuns?</a:t>
            </a:r>
          </a:p>
        </p:txBody>
      </p:sp>
      <p:pic>
        <p:nvPicPr>
          <p:cNvPr id="365" name="Imagine" descr="Imagine"/>
          <p:cNvPicPr>
            <a:picLocks noChangeAspect="1"/>
          </p:cNvPicPr>
          <p:nvPr/>
        </p:nvPicPr>
        <p:blipFill>
          <a:blip r:embed="rId2">
            <a:extLst/>
          </a:blip>
          <a:stretch>
            <a:fillRect/>
          </a:stretch>
        </p:blipFill>
        <p:spPr>
          <a:xfrm>
            <a:off x="6564685" y="4535083"/>
            <a:ext cx="10525031" cy="5413834"/>
          </a:xfrm>
          <a:prstGeom prst="rect">
            <a:avLst/>
          </a:prstGeom>
          <a:ln w="12700">
            <a:miter lim="400000"/>
          </a:ln>
        </p:spPr>
      </p:pic>
      <p:sp>
        <p:nvSpPr>
          <p:cNvPr id="366" name="Câinele"/>
          <p:cNvSpPr txBox="1"/>
          <p:nvPr/>
        </p:nvSpPr>
        <p:spPr>
          <a:xfrm>
            <a:off x="3709446" y="5110863"/>
            <a:ext cx="205613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Câinele</a:t>
            </a:r>
          </a:p>
        </p:txBody>
      </p:sp>
      <p:sp>
        <p:nvSpPr>
          <p:cNvPr id="367" name="a"/>
          <p:cNvSpPr txBox="1"/>
          <p:nvPr/>
        </p:nvSpPr>
        <p:spPr>
          <a:xfrm>
            <a:off x="4533676" y="6093201"/>
            <a:ext cx="40767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a:t>
            </a:r>
          </a:p>
        </p:txBody>
      </p:sp>
      <p:sp>
        <p:nvSpPr>
          <p:cNvPr id="368" name="mușcat"/>
          <p:cNvSpPr txBox="1"/>
          <p:nvPr/>
        </p:nvSpPr>
        <p:spPr>
          <a:xfrm>
            <a:off x="3761973" y="7070675"/>
            <a:ext cx="19510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mușcat</a:t>
            </a:r>
          </a:p>
        </p:txBody>
      </p:sp>
      <p:sp>
        <p:nvSpPr>
          <p:cNvPr id="369" name="omul"/>
          <p:cNvSpPr txBox="1"/>
          <p:nvPr/>
        </p:nvSpPr>
        <p:spPr>
          <a:xfrm>
            <a:off x="4030476" y="8096275"/>
            <a:ext cx="141407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omul</a:t>
            </a:r>
          </a:p>
        </p:txBody>
      </p:sp>
      <p:sp>
        <p:nvSpPr>
          <p:cNvPr id="370" name="(121)"/>
          <p:cNvSpPr txBox="1"/>
          <p:nvPr/>
        </p:nvSpPr>
        <p:spPr>
          <a:xfrm>
            <a:off x="5679550" y="5079626"/>
            <a:ext cx="126598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(121)</a:t>
            </a:r>
          </a:p>
        </p:txBody>
      </p:sp>
      <p:sp>
        <p:nvSpPr>
          <p:cNvPr id="371" name="(58)"/>
          <p:cNvSpPr txBox="1"/>
          <p:nvPr/>
        </p:nvSpPr>
        <p:spPr>
          <a:xfrm>
            <a:off x="5679550" y="6093201"/>
            <a:ext cx="114752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(58)</a:t>
            </a:r>
          </a:p>
        </p:txBody>
      </p:sp>
      <p:sp>
        <p:nvSpPr>
          <p:cNvPr id="372" name="(93)"/>
          <p:cNvSpPr txBox="1"/>
          <p:nvPr/>
        </p:nvSpPr>
        <p:spPr>
          <a:xfrm>
            <a:off x="5738783" y="7094738"/>
            <a:ext cx="116037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(93)</a:t>
            </a:r>
          </a:p>
        </p:txBody>
      </p:sp>
      <p:sp>
        <p:nvSpPr>
          <p:cNvPr id="373" name="(8)"/>
          <p:cNvSpPr txBox="1"/>
          <p:nvPr/>
        </p:nvSpPr>
        <p:spPr>
          <a:xfrm>
            <a:off x="5732357" y="8096275"/>
            <a:ext cx="83515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(8)</a:t>
            </a:r>
          </a:p>
        </p:txBody>
      </p:sp>
      <p:sp>
        <p:nvSpPr>
          <p:cNvPr id="374" name="A (58)"/>
          <p:cNvSpPr txBox="1"/>
          <p:nvPr/>
        </p:nvSpPr>
        <p:spPr>
          <a:xfrm>
            <a:off x="17133609" y="5821026"/>
            <a:ext cx="163423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 (58)</a:t>
            </a:r>
          </a:p>
        </p:txBody>
      </p:sp>
      <p:sp>
        <p:nvSpPr>
          <p:cNvPr id="375" name="Mușcat (93)"/>
          <p:cNvSpPr txBox="1"/>
          <p:nvPr/>
        </p:nvSpPr>
        <p:spPr>
          <a:xfrm>
            <a:off x="17122751" y="6915427"/>
            <a:ext cx="309549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Mușcat (93)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374"/>
                                        </p:tgtEl>
                                        <p:attrNameLst>
                                          <p:attrName>style.visibility</p:attrName>
                                        </p:attrNameLst>
                                      </p:cBhvr>
                                      <p:to>
                                        <p:strVal val="visible"/>
                                      </p:to>
                                    </p:set>
                                    <p:anim calcmode="lin" valueType="num">
                                      <p:cBhvr>
                                        <p:cTn id="7" dur="1000" fill="hold"/>
                                        <p:tgtEl>
                                          <p:spTgt spid="374"/>
                                        </p:tgtEl>
                                        <p:attrNameLst>
                                          <p:attrName>ppt_x</p:attrName>
                                        </p:attrNameLst>
                                      </p:cBhvr>
                                      <p:tavLst>
                                        <p:tav tm="0">
                                          <p:val>
                                            <p:strVal val="0-#ppt_w/2"/>
                                          </p:val>
                                        </p:tav>
                                        <p:tav tm="100000">
                                          <p:val>
                                            <p:strVal val="#ppt_x"/>
                                          </p:val>
                                        </p:tav>
                                      </p:tavLst>
                                    </p:anim>
                                    <p:anim calcmode="lin" valueType="num">
                                      <p:cBhvr>
                                        <p:cTn id="8" dur="1000" fill="hold"/>
                                        <p:tgtEl>
                                          <p:spTgt spid="3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375"/>
                                        </p:tgtEl>
                                        <p:attrNameLst>
                                          <p:attrName>style.visibility</p:attrName>
                                        </p:attrNameLst>
                                      </p:cBhvr>
                                      <p:to>
                                        <p:strVal val="visible"/>
                                      </p:to>
                                    </p:set>
                                    <p:anim calcmode="lin" valueType="num">
                                      <p:cBhvr>
                                        <p:cTn id="13" dur="1000" fill="hold"/>
                                        <p:tgtEl>
                                          <p:spTgt spid="375"/>
                                        </p:tgtEl>
                                        <p:attrNameLst>
                                          <p:attrName>ppt_x</p:attrName>
                                        </p:attrNameLst>
                                      </p:cBhvr>
                                      <p:tavLst>
                                        <p:tav tm="0">
                                          <p:val>
                                            <p:strVal val="0-#ppt_w/2"/>
                                          </p:val>
                                        </p:tav>
                                        <p:tav tm="100000">
                                          <p:val>
                                            <p:strVal val="#ppt_x"/>
                                          </p:val>
                                        </p:tav>
                                      </p:tavLst>
                                    </p:anim>
                                    <p:anim calcmode="lin" valueType="num">
                                      <p:cBhvr>
                                        <p:cTn id="14" dur="1000" fill="hold"/>
                                        <p:tgtEl>
                                          <p:spTgt spid="37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xit" nodeType="clickEffect" presetSubtype="2" presetID="2" grpId="3" fill="hold">
                                  <p:stCondLst>
                                    <p:cond delay="0"/>
                                  </p:stCondLst>
                                  <p:iterate type="el" backwards="0">
                                    <p:tmAbs val="0"/>
                                  </p:iterate>
                                  <p:childTnLst>
                                    <p:anim calcmode="lin" valueType="num">
                                      <p:cBhvr>
                                        <p:cTn id="18" dur="1000" fill="hold"/>
                                        <p:tgtEl>
                                          <p:spTgt spid="374"/>
                                        </p:tgtEl>
                                        <p:attrNameLst>
                                          <p:attrName>ppt_x</p:attrName>
                                        </p:attrNameLst>
                                      </p:cBhvr>
                                      <p:tavLst>
                                        <p:tav tm="0">
                                          <p:val>
                                            <p:strVal val="ppt_x"/>
                                          </p:val>
                                        </p:tav>
                                        <p:tav tm="100000">
                                          <p:val>
                                            <p:strVal val="1+ppt_w/2"/>
                                          </p:val>
                                        </p:tav>
                                      </p:tavLst>
                                    </p:anim>
                                    <p:anim calcmode="lin" valueType="num">
                                      <p:cBhvr>
                                        <p:cTn id="19" dur="1000" fill="hold"/>
                                        <p:tgtEl>
                                          <p:spTgt spid="374"/>
                                        </p:tgtEl>
                                        <p:attrNameLst>
                                          <p:attrName>ppt_y</p:attrName>
                                        </p:attrNameLst>
                                      </p:cBhvr>
                                      <p:tavLst>
                                        <p:tav tm="0">
                                          <p:val>
                                            <p:strVal val="ppt_y"/>
                                          </p:val>
                                        </p:tav>
                                        <p:tav tm="100000">
                                          <p:val>
                                            <p:strVal val="ppt_y"/>
                                          </p:val>
                                        </p:tav>
                                      </p:tavLst>
                                    </p:anim>
                                    <p:set>
                                      <p:cBhvr>
                                        <p:cTn id="20" fill="hold">
                                          <p:stCondLst>
                                            <p:cond delay="999"/>
                                          </p:stCondLst>
                                        </p:cTn>
                                        <p:tgtEl>
                                          <p:spTgt spid="37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75" grpId="2"/>
      <p:bldP build="whole" bldLvl="1" animBg="1" rev="0" advAuto="0" spid="374" grpId="3"/>
      <p:bldP build="whole" bldLvl="1" animBg="1" rev="0" advAuto="0" spid="374" grpId="1"/>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7"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sp>
        <p:nvSpPr>
          <p:cNvPr id="378" name="Spre exemplu, de ce un perceptron multistrat nu e de ajuns?"/>
          <p:cNvSpPr txBox="1"/>
          <p:nvPr/>
        </p:nvSpPr>
        <p:spPr>
          <a:xfrm>
            <a:off x="564911" y="2758172"/>
            <a:ext cx="21948578" cy="18821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Spre exemplu, de ce un perceptron multistrat nu e de ajuns?</a:t>
            </a:r>
          </a:p>
        </p:txBody>
      </p:sp>
      <p:pic>
        <p:nvPicPr>
          <p:cNvPr id="379" name="Imagine" descr="Imagine"/>
          <p:cNvPicPr>
            <a:picLocks noChangeAspect="1"/>
          </p:cNvPicPr>
          <p:nvPr/>
        </p:nvPicPr>
        <p:blipFill>
          <a:blip r:embed="rId2">
            <a:extLst/>
          </a:blip>
          <a:stretch>
            <a:fillRect/>
          </a:stretch>
        </p:blipFill>
        <p:spPr>
          <a:xfrm>
            <a:off x="6564685" y="4535083"/>
            <a:ext cx="10525031" cy="5413834"/>
          </a:xfrm>
          <a:prstGeom prst="rect">
            <a:avLst/>
          </a:prstGeom>
          <a:ln w="12700">
            <a:miter lim="400000"/>
          </a:ln>
        </p:spPr>
      </p:pic>
      <p:sp>
        <p:nvSpPr>
          <p:cNvPr id="380" name="Mușcat (93)"/>
          <p:cNvSpPr txBox="1"/>
          <p:nvPr/>
        </p:nvSpPr>
        <p:spPr>
          <a:xfrm>
            <a:off x="17122751" y="6915427"/>
            <a:ext cx="309549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Mușcat (93)</a:t>
            </a:r>
          </a:p>
        </p:txBody>
      </p:sp>
      <p:sp>
        <p:nvSpPr>
          <p:cNvPr id="381" name="N-a (59)"/>
          <p:cNvSpPr txBox="1"/>
          <p:nvPr/>
        </p:nvSpPr>
        <p:spPr>
          <a:xfrm>
            <a:off x="17133609" y="5821026"/>
            <a:ext cx="209804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N-a (59)</a:t>
            </a:r>
          </a:p>
        </p:txBody>
      </p:sp>
      <p:sp>
        <p:nvSpPr>
          <p:cNvPr id="382" name="Câinele"/>
          <p:cNvSpPr txBox="1"/>
          <p:nvPr/>
        </p:nvSpPr>
        <p:spPr>
          <a:xfrm>
            <a:off x="3709446" y="5110863"/>
            <a:ext cx="205613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Câinele</a:t>
            </a:r>
          </a:p>
        </p:txBody>
      </p:sp>
      <p:sp>
        <p:nvSpPr>
          <p:cNvPr id="383" name="a"/>
          <p:cNvSpPr txBox="1"/>
          <p:nvPr/>
        </p:nvSpPr>
        <p:spPr>
          <a:xfrm>
            <a:off x="4533676" y="6093201"/>
            <a:ext cx="40767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a:t>
            </a:r>
          </a:p>
        </p:txBody>
      </p:sp>
      <p:sp>
        <p:nvSpPr>
          <p:cNvPr id="384" name="mușcat"/>
          <p:cNvSpPr txBox="1"/>
          <p:nvPr/>
        </p:nvSpPr>
        <p:spPr>
          <a:xfrm>
            <a:off x="3761973" y="7070675"/>
            <a:ext cx="19510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mușcat</a:t>
            </a:r>
          </a:p>
        </p:txBody>
      </p:sp>
      <p:sp>
        <p:nvSpPr>
          <p:cNvPr id="385" name="omul"/>
          <p:cNvSpPr txBox="1"/>
          <p:nvPr/>
        </p:nvSpPr>
        <p:spPr>
          <a:xfrm>
            <a:off x="4030476" y="8096275"/>
            <a:ext cx="141407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omul</a:t>
            </a:r>
          </a:p>
        </p:txBody>
      </p:sp>
      <p:sp>
        <p:nvSpPr>
          <p:cNvPr id="386" name="(121)"/>
          <p:cNvSpPr txBox="1"/>
          <p:nvPr/>
        </p:nvSpPr>
        <p:spPr>
          <a:xfrm>
            <a:off x="5679550" y="5079626"/>
            <a:ext cx="126598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(121)</a:t>
            </a:r>
          </a:p>
        </p:txBody>
      </p:sp>
      <p:sp>
        <p:nvSpPr>
          <p:cNvPr id="387" name="(58)"/>
          <p:cNvSpPr txBox="1"/>
          <p:nvPr/>
        </p:nvSpPr>
        <p:spPr>
          <a:xfrm>
            <a:off x="5679550" y="6093201"/>
            <a:ext cx="114752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(58)</a:t>
            </a:r>
          </a:p>
        </p:txBody>
      </p:sp>
      <p:sp>
        <p:nvSpPr>
          <p:cNvPr id="388" name="(93)"/>
          <p:cNvSpPr txBox="1"/>
          <p:nvPr/>
        </p:nvSpPr>
        <p:spPr>
          <a:xfrm>
            <a:off x="5738783" y="7094738"/>
            <a:ext cx="116037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(93)</a:t>
            </a:r>
          </a:p>
        </p:txBody>
      </p:sp>
      <p:sp>
        <p:nvSpPr>
          <p:cNvPr id="389" name="(8)"/>
          <p:cNvSpPr txBox="1"/>
          <p:nvPr/>
        </p:nvSpPr>
        <p:spPr>
          <a:xfrm>
            <a:off x="5732357" y="8096275"/>
            <a:ext cx="83515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381"/>
                                        </p:tgtEl>
                                        <p:attrNameLst>
                                          <p:attrName>style.visibility</p:attrName>
                                        </p:attrNameLst>
                                      </p:cBhvr>
                                      <p:to>
                                        <p:strVal val="visible"/>
                                      </p:to>
                                    </p:set>
                                    <p:anim calcmode="lin" valueType="num">
                                      <p:cBhvr>
                                        <p:cTn id="7" dur="1000" fill="hold"/>
                                        <p:tgtEl>
                                          <p:spTgt spid="381"/>
                                        </p:tgtEl>
                                        <p:attrNameLst>
                                          <p:attrName>ppt_x</p:attrName>
                                        </p:attrNameLst>
                                      </p:cBhvr>
                                      <p:tavLst>
                                        <p:tav tm="0">
                                          <p:val>
                                            <p:strVal val="0-#ppt_w/2"/>
                                          </p:val>
                                        </p:tav>
                                        <p:tav tm="100000">
                                          <p:val>
                                            <p:strVal val="#ppt_x"/>
                                          </p:val>
                                        </p:tav>
                                      </p:tavLst>
                                    </p:anim>
                                    <p:anim calcmode="lin" valueType="num">
                                      <p:cBhvr>
                                        <p:cTn id="8" dur="1000" fill="hold"/>
                                        <p:tgtEl>
                                          <p:spTgt spid="38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380"/>
                                        </p:tgtEl>
                                        <p:attrNameLst>
                                          <p:attrName>style.visibility</p:attrName>
                                        </p:attrNameLst>
                                      </p:cBhvr>
                                      <p:to>
                                        <p:strVal val="visible"/>
                                      </p:to>
                                    </p:set>
                                    <p:anim calcmode="lin" valueType="num">
                                      <p:cBhvr>
                                        <p:cTn id="13" dur="1000" fill="hold"/>
                                        <p:tgtEl>
                                          <p:spTgt spid="380"/>
                                        </p:tgtEl>
                                        <p:attrNameLst>
                                          <p:attrName>ppt_x</p:attrName>
                                        </p:attrNameLst>
                                      </p:cBhvr>
                                      <p:tavLst>
                                        <p:tav tm="0">
                                          <p:val>
                                            <p:strVal val="0-#ppt_w/2"/>
                                          </p:val>
                                        </p:tav>
                                        <p:tav tm="100000">
                                          <p:val>
                                            <p:strVal val="#ppt_x"/>
                                          </p:val>
                                        </p:tav>
                                      </p:tavLst>
                                    </p:anim>
                                    <p:anim calcmode="lin" valueType="num">
                                      <p:cBhvr>
                                        <p:cTn id="14" dur="1000" fill="hold"/>
                                        <p:tgtEl>
                                          <p:spTgt spid="3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80" grpId="2"/>
      <p:bldP build="whole" bldLvl="1" animBg="1" rev="0" advAuto="0" spid="381" grpId="1"/>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1"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pic>
        <p:nvPicPr>
          <p:cNvPr id="392" name="Imagine" descr="Imagine"/>
          <p:cNvPicPr>
            <a:picLocks noChangeAspect="1"/>
          </p:cNvPicPr>
          <p:nvPr/>
        </p:nvPicPr>
        <p:blipFill>
          <a:blip r:embed="rId2">
            <a:extLst/>
          </a:blip>
          <a:stretch>
            <a:fillRect/>
          </a:stretch>
        </p:blipFill>
        <p:spPr>
          <a:xfrm>
            <a:off x="6766573" y="2480683"/>
            <a:ext cx="10525031" cy="5413834"/>
          </a:xfrm>
          <a:prstGeom prst="rect">
            <a:avLst/>
          </a:prstGeom>
          <a:ln w="12700">
            <a:miter lim="400000"/>
          </a:ln>
        </p:spPr>
      </p:pic>
      <p:sp>
        <p:nvSpPr>
          <p:cNvPr id="393" name="Mușcat (93)"/>
          <p:cNvSpPr txBox="1"/>
          <p:nvPr/>
        </p:nvSpPr>
        <p:spPr>
          <a:xfrm>
            <a:off x="17324640" y="4861026"/>
            <a:ext cx="309549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Mușcat (93)</a:t>
            </a:r>
          </a:p>
        </p:txBody>
      </p:sp>
      <p:sp>
        <p:nvSpPr>
          <p:cNvPr id="394" name="N-a (59)"/>
          <p:cNvSpPr txBox="1"/>
          <p:nvPr/>
        </p:nvSpPr>
        <p:spPr>
          <a:xfrm>
            <a:off x="17335498" y="3766626"/>
            <a:ext cx="209804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N-a (59)</a:t>
            </a:r>
          </a:p>
        </p:txBody>
      </p:sp>
      <p:sp>
        <p:nvSpPr>
          <p:cNvPr id="395" name="Rețeaua de mai sus poate primi 4 intrări (adică 4 cuvinte), mai exact, fix 4 cuvinte, și produce ca ieșire 2 elemente, mai exact, fix 2 elemente"/>
          <p:cNvSpPr txBox="1"/>
          <p:nvPr>
            <p:ph type="body" sz="quarter" idx="1"/>
          </p:nvPr>
        </p:nvSpPr>
        <p:spPr>
          <a:xfrm>
            <a:off x="474181" y="8089174"/>
            <a:ext cx="21948577" cy="2023167"/>
          </a:xfrm>
          <a:prstGeom prst="rect">
            <a:avLst/>
          </a:prstGeom>
        </p:spPr>
        <p:txBody>
          <a:bodyPr/>
          <a:lstStyle/>
          <a:p>
            <a:pPr/>
            <a:r>
              <a:t>Rețeaua de mai sus poate primi 4 intrări (adică 4 cuvinte), mai exact, fix 4 cuvinte, și produce ca ieșire 2 elemente, mai exact, fix 2 elemente</a:t>
            </a:r>
          </a:p>
        </p:txBody>
      </p:sp>
      <p:sp>
        <p:nvSpPr>
          <p:cNvPr id="396" name="Un singur dezavantaj se observă din start: rețeaua primește un număr fix de cuvinte ca intrare și poate produce un număr fix de cuvinte ca ieșire"/>
          <p:cNvSpPr txBox="1"/>
          <p:nvPr/>
        </p:nvSpPr>
        <p:spPr>
          <a:xfrm>
            <a:off x="474181" y="9886574"/>
            <a:ext cx="21948577" cy="202316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Un singur dezavantaj se observă din start: rețeaua primește un număr fix de cuvinte ca intrare și poate produce un număr fix de cuvinte ca ieșire</a:t>
            </a:r>
          </a:p>
        </p:txBody>
      </p:sp>
      <p:sp>
        <p:nvSpPr>
          <p:cNvPr id="397" name="Nu există flexibilitate: pentru un MLP cu n intrări și m ieșiri, trebuie mereu să dăm n intrări ca intrare și mereu vom obține fix m ieșiri"/>
          <p:cNvSpPr txBox="1"/>
          <p:nvPr/>
        </p:nvSpPr>
        <p:spPr>
          <a:xfrm>
            <a:off x="474181" y="11587974"/>
            <a:ext cx="21948577" cy="202316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Nu există flexibilitate: pentru un MLP cu n intrări și m ieșiri, trebuie mereu să dăm n intrări ca intrare și mereu vom obține fix m ieșiri</a:t>
            </a:r>
          </a:p>
        </p:txBody>
      </p:sp>
      <p:sp>
        <p:nvSpPr>
          <p:cNvPr id="398" name="Câinele"/>
          <p:cNvSpPr txBox="1"/>
          <p:nvPr/>
        </p:nvSpPr>
        <p:spPr>
          <a:xfrm>
            <a:off x="3824646" y="3094863"/>
            <a:ext cx="205613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Câinele</a:t>
            </a:r>
          </a:p>
        </p:txBody>
      </p:sp>
      <p:sp>
        <p:nvSpPr>
          <p:cNvPr id="399" name="a"/>
          <p:cNvSpPr txBox="1"/>
          <p:nvPr/>
        </p:nvSpPr>
        <p:spPr>
          <a:xfrm>
            <a:off x="4648876" y="4077201"/>
            <a:ext cx="40767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a:t>
            </a:r>
          </a:p>
        </p:txBody>
      </p:sp>
      <p:sp>
        <p:nvSpPr>
          <p:cNvPr id="400" name="mușcat"/>
          <p:cNvSpPr txBox="1"/>
          <p:nvPr/>
        </p:nvSpPr>
        <p:spPr>
          <a:xfrm>
            <a:off x="3877173" y="5054675"/>
            <a:ext cx="19510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mușcat</a:t>
            </a:r>
          </a:p>
        </p:txBody>
      </p:sp>
      <p:sp>
        <p:nvSpPr>
          <p:cNvPr id="401" name="omul"/>
          <p:cNvSpPr txBox="1"/>
          <p:nvPr/>
        </p:nvSpPr>
        <p:spPr>
          <a:xfrm>
            <a:off x="4145676" y="6080275"/>
            <a:ext cx="141407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omul</a:t>
            </a:r>
          </a:p>
        </p:txBody>
      </p:sp>
      <p:sp>
        <p:nvSpPr>
          <p:cNvPr id="402" name="(121)"/>
          <p:cNvSpPr txBox="1"/>
          <p:nvPr/>
        </p:nvSpPr>
        <p:spPr>
          <a:xfrm>
            <a:off x="5794750" y="3063626"/>
            <a:ext cx="126598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(121)</a:t>
            </a:r>
          </a:p>
        </p:txBody>
      </p:sp>
      <p:sp>
        <p:nvSpPr>
          <p:cNvPr id="403" name="(58)"/>
          <p:cNvSpPr txBox="1"/>
          <p:nvPr/>
        </p:nvSpPr>
        <p:spPr>
          <a:xfrm>
            <a:off x="5794750" y="4077201"/>
            <a:ext cx="114752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(58)</a:t>
            </a:r>
          </a:p>
        </p:txBody>
      </p:sp>
      <p:sp>
        <p:nvSpPr>
          <p:cNvPr id="404" name="(93)"/>
          <p:cNvSpPr txBox="1"/>
          <p:nvPr/>
        </p:nvSpPr>
        <p:spPr>
          <a:xfrm>
            <a:off x="5853983" y="5078738"/>
            <a:ext cx="116037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(93)</a:t>
            </a:r>
          </a:p>
        </p:txBody>
      </p:sp>
      <p:sp>
        <p:nvSpPr>
          <p:cNvPr id="405" name="(8)"/>
          <p:cNvSpPr txBox="1"/>
          <p:nvPr/>
        </p:nvSpPr>
        <p:spPr>
          <a:xfrm>
            <a:off x="5847557" y="6080275"/>
            <a:ext cx="83515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(8)</a:t>
            </a:r>
          </a:p>
        </p:txBody>
      </p:sp>
      <p:pic>
        <p:nvPicPr>
          <p:cNvPr id="406" name="Linie Linie" descr="Linie Linie"/>
          <p:cNvPicPr>
            <a:picLocks noChangeAspect="0"/>
          </p:cNvPicPr>
          <p:nvPr/>
        </p:nvPicPr>
        <p:blipFill>
          <a:blip r:embed="rId3">
            <a:extLst/>
          </a:blip>
          <a:stretch>
            <a:fillRect/>
          </a:stretch>
        </p:blipFill>
        <p:spPr>
          <a:xfrm>
            <a:off x="958376" y="12406276"/>
            <a:ext cx="5762067"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9"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pic>
        <p:nvPicPr>
          <p:cNvPr id="410" name="Imagine" descr="Imagine"/>
          <p:cNvPicPr>
            <a:picLocks noChangeAspect="1"/>
          </p:cNvPicPr>
          <p:nvPr/>
        </p:nvPicPr>
        <p:blipFill>
          <a:blip r:embed="rId2">
            <a:extLst/>
          </a:blip>
          <a:stretch>
            <a:fillRect/>
          </a:stretch>
        </p:blipFill>
        <p:spPr>
          <a:xfrm>
            <a:off x="6766573" y="2480683"/>
            <a:ext cx="10525031" cy="5413834"/>
          </a:xfrm>
          <a:prstGeom prst="rect">
            <a:avLst/>
          </a:prstGeom>
          <a:ln w="12700">
            <a:miter lim="400000"/>
          </a:ln>
        </p:spPr>
      </p:pic>
      <p:sp>
        <p:nvSpPr>
          <p:cNvPr id="411" name="Mușcat (93)"/>
          <p:cNvSpPr txBox="1"/>
          <p:nvPr/>
        </p:nvSpPr>
        <p:spPr>
          <a:xfrm>
            <a:off x="17324640" y="4861026"/>
            <a:ext cx="309549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Mușcat (93)</a:t>
            </a:r>
          </a:p>
        </p:txBody>
      </p:sp>
      <p:sp>
        <p:nvSpPr>
          <p:cNvPr id="412" name="N-a (59)"/>
          <p:cNvSpPr txBox="1"/>
          <p:nvPr/>
        </p:nvSpPr>
        <p:spPr>
          <a:xfrm>
            <a:off x="17335498" y="3766626"/>
            <a:ext cx="209804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N-a (59)</a:t>
            </a:r>
          </a:p>
        </p:txBody>
      </p:sp>
      <p:sp>
        <p:nvSpPr>
          <p:cNvPr id="413" name="O a doua problemă este legată de felul în care rețeaua procesează cuvintele"/>
          <p:cNvSpPr txBox="1"/>
          <p:nvPr>
            <p:ph type="body" sz="quarter" idx="1"/>
          </p:nvPr>
        </p:nvSpPr>
        <p:spPr>
          <a:xfrm>
            <a:off x="474181" y="8089174"/>
            <a:ext cx="21948577" cy="1204866"/>
          </a:xfrm>
          <a:prstGeom prst="rect">
            <a:avLst/>
          </a:prstGeom>
        </p:spPr>
        <p:txBody>
          <a:bodyPr/>
          <a:lstStyle/>
          <a:p>
            <a:pPr/>
            <a:r>
              <a:t>O a doua problemă este legată de felul în care rețeaua procesează cuvintele</a:t>
            </a:r>
          </a:p>
        </p:txBody>
      </p:sp>
      <p:sp>
        <p:nvSpPr>
          <p:cNvPr id="414" name="În acest caz, cuvintele de intrare sunt procesate independent, indiferent de ordinea lor în propoziția inițală"/>
          <p:cNvSpPr txBox="1"/>
          <p:nvPr/>
        </p:nvSpPr>
        <p:spPr>
          <a:xfrm>
            <a:off x="474181" y="9065687"/>
            <a:ext cx="21948577" cy="202316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În acest caz, cuvintele de intrare sunt procesate independent, indiferent de ordinea lor în propoziția inițală</a:t>
            </a:r>
          </a:p>
        </p:txBody>
      </p:sp>
      <p:sp>
        <p:nvSpPr>
          <p:cNvPr id="415" name="Pe scurt, nu există relații între cuvinte. Modelul nu va putea învăța diferența dintre „câinele a mușcat omul” sau „omul a mușcat câinele”"/>
          <p:cNvSpPr txBox="1"/>
          <p:nvPr/>
        </p:nvSpPr>
        <p:spPr>
          <a:xfrm>
            <a:off x="474181" y="10808737"/>
            <a:ext cx="21948577" cy="202316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Pe scurt, nu există relații între cuvinte. Modelul nu va putea învăța diferența dintre „câinele a mușcat omul” sau „omul a mușcat câinele”</a:t>
            </a:r>
          </a:p>
        </p:txBody>
      </p:sp>
      <p:sp>
        <p:nvSpPr>
          <p:cNvPr id="416" name="Câinele"/>
          <p:cNvSpPr txBox="1"/>
          <p:nvPr/>
        </p:nvSpPr>
        <p:spPr>
          <a:xfrm>
            <a:off x="3690246" y="3103307"/>
            <a:ext cx="205613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Câinele</a:t>
            </a:r>
          </a:p>
        </p:txBody>
      </p:sp>
      <p:sp>
        <p:nvSpPr>
          <p:cNvPr id="417" name="a"/>
          <p:cNvSpPr txBox="1"/>
          <p:nvPr/>
        </p:nvSpPr>
        <p:spPr>
          <a:xfrm>
            <a:off x="4648876" y="4077201"/>
            <a:ext cx="40767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a:t>
            </a:r>
          </a:p>
        </p:txBody>
      </p:sp>
      <p:sp>
        <p:nvSpPr>
          <p:cNvPr id="418" name="mușcat"/>
          <p:cNvSpPr txBox="1"/>
          <p:nvPr/>
        </p:nvSpPr>
        <p:spPr>
          <a:xfrm>
            <a:off x="3877173" y="5054675"/>
            <a:ext cx="19510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mușcat</a:t>
            </a:r>
          </a:p>
        </p:txBody>
      </p:sp>
      <p:sp>
        <p:nvSpPr>
          <p:cNvPr id="419" name="omul"/>
          <p:cNvSpPr txBox="1"/>
          <p:nvPr/>
        </p:nvSpPr>
        <p:spPr>
          <a:xfrm>
            <a:off x="4145676" y="6080275"/>
            <a:ext cx="141407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omul</a:t>
            </a:r>
          </a:p>
        </p:txBody>
      </p:sp>
      <p:sp>
        <p:nvSpPr>
          <p:cNvPr id="420" name="(121)"/>
          <p:cNvSpPr txBox="1"/>
          <p:nvPr/>
        </p:nvSpPr>
        <p:spPr>
          <a:xfrm>
            <a:off x="5794750" y="3063626"/>
            <a:ext cx="126598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(121)</a:t>
            </a:r>
          </a:p>
        </p:txBody>
      </p:sp>
      <p:sp>
        <p:nvSpPr>
          <p:cNvPr id="421" name="(58)"/>
          <p:cNvSpPr txBox="1"/>
          <p:nvPr/>
        </p:nvSpPr>
        <p:spPr>
          <a:xfrm>
            <a:off x="5794750" y="4077201"/>
            <a:ext cx="114752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(58)</a:t>
            </a:r>
          </a:p>
        </p:txBody>
      </p:sp>
      <p:sp>
        <p:nvSpPr>
          <p:cNvPr id="422" name="(93)"/>
          <p:cNvSpPr txBox="1"/>
          <p:nvPr/>
        </p:nvSpPr>
        <p:spPr>
          <a:xfrm>
            <a:off x="5853983" y="5078738"/>
            <a:ext cx="116037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(93)</a:t>
            </a:r>
          </a:p>
        </p:txBody>
      </p:sp>
      <p:sp>
        <p:nvSpPr>
          <p:cNvPr id="423" name="(8)"/>
          <p:cNvSpPr txBox="1"/>
          <p:nvPr/>
        </p:nvSpPr>
        <p:spPr>
          <a:xfrm>
            <a:off x="5847557" y="6080275"/>
            <a:ext cx="83515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(8)</a:t>
            </a:r>
          </a:p>
        </p:txBody>
      </p:sp>
      <p:pic>
        <p:nvPicPr>
          <p:cNvPr id="424" name="Linie Linie" descr="Linie Linie"/>
          <p:cNvPicPr>
            <a:picLocks noChangeAspect="0"/>
          </p:cNvPicPr>
          <p:nvPr/>
        </p:nvPicPr>
        <p:blipFill>
          <a:blip r:embed="rId3">
            <a:extLst/>
          </a:blip>
          <a:stretch>
            <a:fillRect/>
          </a:stretch>
        </p:blipFill>
        <p:spPr>
          <a:xfrm>
            <a:off x="3134634" y="11587974"/>
            <a:ext cx="7317778"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7" name="Procesarea limbajului natural"/>
          <p:cNvSpPr txBox="1"/>
          <p:nvPr>
            <p:ph type="title"/>
          </p:nvPr>
        </p:nvSpPr>
        <p:spPr>
          <a:xfrm>
            <a:off x="1219200" y="558825"/>
            <a:ext cx="21945600" cy="1727201"/>
          </a:xfrm>
          <a:prstGeom prst="rect">
            <a:avLst/>
          </a:prstGeom>
        </p:spPr>
        <p:txBody>
          <a:bodyPr/>
          <a:lstStyle/>
          <a:p>
            <a:pPr/>
            <a:r>
              <a:t>Procesarea limbajului natural</a:t>
            </a:r>
          </a:p>
        </p:txBody>
      </p:sp>
      <p:pic>
        <p:nvPicPr>
          <p:cNvPr id="428" name="Imagine" descr="Imagine"/>
          <p:cNvPicPr>
            <a:picLocks noChangeAspect="1"/>
          </p:cNvPicPr>
          <p:nvPr/>
        </p:nvPicPr>
        <p:blipFill>
          <a:blip r:embed="rId2">
            <a:extLst/>
          </a:blip>
          <a:stretch>
            <a:fillRect/>
          </a:stretch>
        </p:blipFill>
        <p:spPr>
          <a:xfrm>
            <a:off x="6766573" y="2480683"/>
            <a:ext cx="10525031" cy="5413834"/>
          </a:xfrm>
          <a:prstGeom prst="rect">
            <a:avLst/>
          </a:prstGeom>
          <a:ln w="12700">
            <a:miter lim="400000"/>
          </a:ln>
        </p:spPr>
      </p:pic>
      <p:sp>
        <p:nvSpPr>
          <p:cNvPr id="429" name="Mușcat (93)"/>
          <p:cNvSpPr txBox="1"/>
          <p:nvPr/>
        </p:nvSpPr>
        <p:spPr>
          <a:xfrm>
            <a:off x="17324640" y="4861026"/>
            <a:ext cx="309549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Mușcat (93)</a:t>
            </a:r>
          </a:p>
        </p:txBody>
      </p:sp>
      <p:sp>
        <p:nvSpPr>
          <p:cNvPr id="430" name="N-a (59)"/>
          <p:cNvSpPr txBox="1"/>
          <p:nvPr/>
        </p:nvSpPr>
        <p:spPr>
          <a:xfrm>
            <a:off x="17335498" y="3766626"/>
            <a:ext cx="209804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N-a (59)</a:t>
            </a:r>
          </a:p>
        </p:txBody>
      </p:sp>
      <p:sp>
        <p:nvSpPr>
          <p:cNvPr id="431" name="Avem cele două mari probleme:"/>
          <p:cNvSpPr txBox="1"/>
          <p:nvPr>
            <p:ph type="body" sz="quarter" idx="1"/>
          </p:nvPr>
        </p:nvSpPr>
        <p:spPr>
          <a:xfrm>
            <a:off x="474181" y="8089174"/>
            <a:ext cx="21948577" cy="1204866"/>
          </a:xfrm>
          <a:prstGeom prst="rect">
            <a:avLst/>
          </a:prstGeom>
        </p:spPr>
        <p:txBody>
          <a:bodyPr/>
          <a:lstStyle/>
          <a:p>
            <a:pPr/>
            <a:r>
              <a:t>Avem cele două mari probleme:</a:t>
            </a:r>
          </a:p>
        </p:txBody>
      </p:sp>
      <p:sp>
        <p:nvSpPr>
          <p:cNvPr id="432" name="Câinele"/>
          <p:cNvSpPr txBox="1"/>
          <p:nvPr/>
        </p:nvSpPr>
        <p:spPr>
          <a:xfrm>
            <a:off x="3690246" y="3103307"/>
            <a:ext cx="205613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Câinele</a:t>
            </a:r>
          </a:p>
        </p:txBody>
      </p:sp>
      <p:sp>
        <p:nvSpPr>
          <p:cNvPr id="433" name="a"/>
          <p:cNvSpPr txBox="1"/>
          <p:nvPr/>
        </p:nvSpPr>
        <p:spPr>
          <a:xfrm>
            <a:off x="4648876" y="4077201"/>
            <a:ext cx="40767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a:t>
            </a:r>
          </a:p>
        </p:txBody>
      </p:sp>
      <p:sp>
        <p:nvSpPr>
          <p:cNvPr id="434" name="mușcat"/>
          <p:cNvSpPr txBox="1"/>
          <p:nvPr/>
        </p:nvSpPr>
        <p:spPr>
          <a:xfrm>
            <a:off x="3877173" y="5054675"/>
            <a:ext cx="19510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mușcat</a:t>
            </a:r>
          </a:p>
        </p:txBody>
      </p:sp>
      <p:sp>
        <p:nvSpPr>
          <p:cNvPr id="435" name="omul"/>
          <p:cNvSpPr txBox="1"/>
          <p:nvPr/>
        </p:nvSpPr>
        <p:spPr>
          <a:xfrm>
            <a:off x="4145676" y="6080275"/>
            <a:ext cx="141407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omul</a:t>
            </a:r>
          </a:p>
        </p:txBody>
      </p:sp>
      <p:sp>
        <p:nvSpPr>
          <p:cNvPr id="436" name="(121)"/>
          <p:cNvSpPr txBox="1"/>
          <p:nvPr/>
        </p:nvSpPr>
        <p:spPr>
          <a:xfrm>
            <a:off x="5794750" y="3063626"/>
            <a:ext cx="126598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(121)</a:t>
            </a:r>
          </a:p>
        </p:txBody>
      </p:sp>
      <p:sp>
        <p:nvSpPr>
          <p:cNvPr id="437" name="(58)"/>
          <p:cNvSpPr txBox="1"/>
          <p:nvPr/>
        </p:nvSpPr>
        <p:spPr>
          <a:xfrm>
            <a:off x="5794750" y="4077201"/>
            <a:ext cx="114752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(58)</a:t>
            </a:r>
          </a:p>
        </p:txBody>
      </p:sp>
      <p:sp>
        <p:nvSpPr>
          <p:cNvPr id="438" name="(93)"/>
          <p:cNvSpPr txBox="1"/>
          <p:nvPr/>
        </p:nvSpPr>
        <p:spPr>
          <a:xfrm>
            <a:off x="5853983" y="5078738"/>
            <a:ext cx="116037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(93)</a:t>
            </a:r>
          </a:p>
        </p:txBody>
      </p:sp>
      <p:sp>
        <p:nvSpPr>
          <p:cNvPr id="439" name="(8)"/>
          <p:cNvSpPr txBox="1"/>
          <p:nvPr/>
        </p:nvSpPr>
        <p:spPr>
          <a:xfrm>
            <a:off x="5847557" y="6080275"/>
            <a:ext cx="83515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(8)</a:t>
            </a:r>
          </a:p>
        </p:txBody>
      </p:sp>
      <p:sp>
        <p:nvSpPr>
          <p:cNvPr id="440" name="Intrări fixe, ieșiri fixe"/>
          <p:cNvSpPr txBox="1"/>
          <p:nvPr/>
        </p:nvSpPr>
        <p:spPr>
          <a:xfrm>
            <a:off x="1217711" y="9096924"/>
            <a:ext cx="21948578" cy="12048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Intrări fixe, ieșiri fixe</a:t>
            </a:r>
          </a:p>
        </p:txBody>
      </p:sp>
      <p:sp>
        <p:nvSpPr>
          <p:cNvPr id="441" name="Neînțelegerea contextului în propoziții"/>
          <p:cNvSpPr txBox="1"/>
          <p:nvPr/>
        </p:nvSpPr>
        <p:spPr>
          <a:xfrm>
            <a:off x="1217711" y="10145524"/>
            <a:ext cx="21948578" cy="12048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Neînțelegerea contextului în propoziții</a:t>
            </a:r>
          </a:p>
        </p:txBody>
      </p:sp>
      <p:sp>
        <p:nvSpPr>
          <p:cNvPr id="442" name="O parte din aceste probleme sunt rezolvate de rețelele neuronale recurente"/>
          <p:cNvSpPr txBox="1"/>
          <p:nvPr/>
        </p:nvSpPr>
        <p:spPr>
          <a:xfrm>
            <a:off x="2408918" y="11587974"/>
            <a:ext cx="21562886" cy="107302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100"/>
            </a:lvl1pPr>
          </a:lstStyle>
          <a:p>
            <a:pPr/>
            <a:r>
              <a:t>O parte din aceste probleme sunt rezolvate de rețelele neuronale recurente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442"/>
                                        </p:tgtEl>
                                        <p:attrNameLst>
                                          <p:attrName>style.visibility</p:attrName>
                                        </p:attrNameLst>
                                      </p:cBhvr>
                                      <p:to>
                                        <p:strVal val="visible"/>
                                      </p:to>
                                    </p:set>
                                    <p:anim calcmode="lin" valueType="num">
                                      <p:cBhvr>
                                        <p:cTn id="7" dur="1000" fill="hold"/>
                                        <p:tgtEl>
                                          <p:spTgt spid="442"/>
                                        </p:tgtEl>
                                        <p:attrNameLst>
                                          <p:attrName>ppt_x</p:attrName>
                                        </p:attrNameLst>
                                      </p:cBhvr>
                                      <p:tavLst>
                                        <p:tav tm="0">
                                          <p:val>
                                            <p:strVal val="0-#ppt_w/2"/>
                                          </p:val>
                                        </p:tav>
                                        <p:tav tm="100000">
                                          <p:val>
                                            <p:strVal val="#ppt_x"/>
                                          </p:val>
                                        </p:tav>
                                      </p:tavLst>
                                    </p:anim>
                                    <p:anim calcmode="lin" valueType="num">
                                      <p:cBhvr>
                                        <p:cTn id="8" dur="1000" fill="hold"/>
                                        <p:tgtEl>
                                          <p:spTgt spid="4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42" grpId="1"/>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4" name="Rețelele neuronale recurente"/>
          <p:cNvSpPr txBox="1"/>
          <p:nvPr>
            <p:ph type="title"/>
          </p:nvPr>
        </p:nvSpPr>
        <p:spPr>
          <a:xfrm>
            <a:off x="1219200" y="558825"/>
            <a:ext cx="21945600" cy="1727201"/>
          </a:xfrm>
          <a:prstGeom prst="rect">
            <a:avLst/>
          </a:prstGeom>
        </p:spPr>
        <p:txBody>
          <a:bodyPr/>
          <a:lstStyle/>
          <a:p>
            <a:pPr/>
            <a:r>
              <a:t>Rețelele neuronale recurente</a:t>
            </a:r>
          </a:p>
        </p:txBody>
      </p:sp>
      <p:sp>
        <p:nvSpPr>
          <p:cNvPr id="445" name="Rețelele neuronale recurente au fost create pentru a rezolva problema modelării de relații secvențiale între caracteristicile primite ca intrare"/>
          <p:cNvSpPr txBox="1"/>
          <p:nvPr>
            <p:ph type="body" sz="quarter" idx="1"/>
          </p:nvPr>
        </p:nvSpPr>
        <p:spPr>
          <a:xfrm>
            <a:off x="570181" y="2981974"/>
            <a:ext cx="23243639" cy="2101641"/>
          </a:xfrm>
          <a:prstGeom prst="rect">
            <a:avLst/>
          </a:prstGeom>
        </p:spPr>
        <p:txBody>
          <a:bodyPr/>
          <a:lstStyle/>
          <a:p>
            <a:pPr/>
            <a:r>
              <a:t>Rețelele neuronale recurente au fost create pentru a rezolva problema modelării de relații secvențiale între caracteristicile primite ca intrare</a:t>
            </a:r>
          </a:p>
        </p:txBody>
      </p:sp>
      <p:sp>
        <p:nvSpPr>
          <p:cNvPr id="446" name="Mai exact, rezolvă problema procesării limbajului natural discutată mai devreme, dar nu numai aceasta, ci orice problemă care implică relații contextuale între caracteristici"/>
          <p:cNvSpPr txBox="1"/>
          <p:nvPr/>
        </p:nvSpPr>
        <p:spPr>
          <a:xfrm>
            <a:off x="570180" y="4644974"/>
            <a:ext cx="23243640" cy="19777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Mai exact, rezolvă problema procesării limbajului natural discutată mai devreme, dar nu numai aceasta, ci orice problemă care implică relații contextuale între caracteristici</a:t>
            </a:r>
          </a:p>
        </p:txBody>
      </p:sp>
      <p:sp>
        <p:nvSpPr>
          <p:cNvPr id="447" name="Spre exemplu, altă problemă care poate fi rezolvată folosind aceste tipuri de rețele este cea în care avem detalii despre pozițiile unei mingi în timp și vrem să prezicem poziția în viitor"/>
          <p:cNvSpPr txBox="1"/>
          <p:nvPr/>
        </p:nvSpPr>
        <p:spPr>
          <a:xfrm>
            <a:off x="570180" y="6403974"/>
            <a:ext cx="23243640" cy="19777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35177" indent="-535177" defTabSz="2389572">
              <a:spcBef>
                <a:spcPts val="2300"/>
              </a:spcBef>
              <a:buSzPct val="150000"/>
              <a:buChar char="•"/>
              <a:defRPr sz="4312">
                <a:latin typeface="Canela Text Regular"/>
                <a:ea typeface="Canela Text Regular"/>
                <a:cs typeface="Canela Text Regular"/>
                <a:sym typeface="Canela Text Regular"/>
              </a:defRPr>
            </a:lvl1pPr>
          </a:lstStyle>
          <a:p>
            <a:pPr/>
            <a:r>
              <a:t>Spre exemplu, altă problemă care poate fi rezolvată folosind aceste tipuri de rețele este cea în care avem detalii despre pozițiile unei mingi în timp și vrem să prezicem poziția în viitor</a:t>
            </a:r>
          </a:p>
        </p:txBody>
      </p:sp>
      <p:sp>
        <p:nvSpPr>
          <p:cNvPr id="448" name="Secretul din spatele acestui tip de rețea este că au implementat conceptul de memorie secvențială, care există și în creierul uman"/>
          <p:cNvSpPr txBox="1"/>
          <p:nvPr/>
        </p:nvSpPr>
        <p:spPr>
          <a:xfrm>
            <a:off x="570180" y="8162974"/>
            <a:ext cx="23243640" cy="19777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Secretul din spatele acestui tip de rețea este că au implementat conceptul de memorie secvențială, care există și în creierul uman</a:t>
            </a:r>
          </a:p>
        </p:txBody>
      </p:sp>
      <p:sp>
        <p:nvSpPr>
          <p:cNvPr id="449" name="Puteți să încercați să spuneți aflabetul în minte. După ce ați terminat, încercați să spuneți, tot în minte, alfabetul dar invers. E mai greu, nu? Asta pentru că ai memorat deja alfabetul normal ca pe o secvență"/>
          <p:cNvSpPr txBox="1"/>
          <p:nvPr/>
        </p:nvSpPr>
        <p:spPr>
          <a:xfrm>
            <a:off x="570180" y="9979574"/>
            <a:ext cx="23243640" cy="27641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Puteți să încercați să spuneți aflabetul în minte. După ce ați terminat, încercați să spuneți, tot în minte, alfabetul dar invers. E mai greu, nu? Asta pentru că ai memorat deja alfabetul normal ca pe o secvență</a:t>
            </a:r>
          </a:p>
        </p:txBody>
      </p:sp>
      <p:pic>
        <p:nvPicPr>
          <p:cNvPr id="450" name="Linie Linie" descr="Linie Linie"/>
          <p:cNvPicPr>
            <a:picLocks noChangeAspect="0"/>
          </p:cNvPicPr>
          <p:nvPr/>
        </p:nvPicPr>
        <p:blipFill>
          <a:blip r:embed="rId2">
            <a:extLst/>
          </a:blip>
          <a:stretch>
            <a:fillRect/>
          </a:stretch>
        </p:blipFill>
        <p:spPr>
          <a:xfrm>
            <a:off x="14475176" y="3785475"/>
            <a:ext cx="9455602" cy="101601"/>
          </a:xfrm>
          <a:prstGeom prst="rect">
            <a:avLst/>
          </a:prstGeom>
        </p:spPr>
      </p:pic>
      <p:pic>
        <p:nvPicPr>
          <p:cNvPr id="452" name="Linie Linie" descr="Linie Linie"/>
          <p:cNvPicPr>
            <a:picLocks noChangeAspect="0"/>
          </p:cNvPicPr>
          <p:nvPr/>
        </p:nvPicPr>
        <p:blipFill>
          <a:blip r:embed="rId3">
            <a:extLst/>
          </a:blip>
          <a:stretch>
            <a:fillRect/>
          </a:stretch>
        </p:blipFill>
        <p:spPr>
          <a:xfrm>
            <a:off x="996776" y="4512514"/>
            <a:ext cx="12809382" cy="101601"/>
          </a:xfrm>
          <a:prstGeom prst="rect">
            <a:avLst/>
          </a:prstGeom>
        </p:spPr>
      </p:pic>
      <p:pic>
        <p:nvPicPr>
          <p:cNvPr id="454" name="Linie Linie" descr="Linie Linie"/>
          <p:cNvPicPr>
            <a:picLocks noChangeAspect="0"/>
          </p:cNvPicPr>
          <p:nvPr/>
        </p:nvPicPr>
        <p:blipFill>
          <a:blip r:embed="rId4">
            <a:extLst/>
          </a:blip>
          <a:stretch>
            <a:fillRect/>
          </a:stretch>
        </p:blipFill>
        <p:spPr>
          <a:xfrm>
            <a:off x="20459346" y="8981663"/>
            <a:ext cx="2560273" cy="101601"/>
          </a:xfrm>
          <a:prstGeom prst="rect">
            <a:avLst/>
          </a:prstGeom>
        </p:spPr>
      </p:pic>
      <p:pic>
        <p:nvPicPr>
          <p:cNvPr id="456" name="Linie Linie" descr="Linie Linie"/>
          <p:cNvPicPr>
            <a:picLocks noChangeAspect="0"/>
          </p:cNvPicPr>
          <p:nvPr/>
        </p:nvPicPr>
        <p:blipFill>
          <a:blip r:embed="rId5">
            <a:extLst/>
          </a:blip>
          <a:stretch>
            <a:fillRect/>
          </a:stretch>
        </p:blipFill>
        <p:spPr>
          <a:xfrm>
            <a:off x="1054376" y="9702075"/>
            <a:ext cx="3081410"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9" name="Rețelele neuronale recurente"/>
          <p:cNvSpPr txBox="1"/>
          <p:nvPr>
            <p:ph type="title"/>
          </p:nvPr>
        </p:nvSpPr>
        <p:spPr>
          <a:xfrm>
            <a:off x="1219200" y="558825"/>
            <a:ext cx="21945600" cy="1727201"/>
          </a:xfrm>
          <a:prstGeom prst="rect">
            <a:avLst/>
          </a:prstGeom>
        </p:spPr>
        <p:txBody>
          <a:bodyPr/>
          <a:lstStyle/>
          <a:p>
            <a:pPr/>
            <a:r>
              <a:t>Rețelele neuronale recurente</a:t>
            </a:r>
          </a:p>
        </p:txBody>
      </p:sp>
      <p:sp>
        <p:nvSpPr>
          <p:cNvPr id="460" name="1"/>
          <p:cNvSpPr/>
          <p:nvPr/>
        </p:nvSpPr>
        <p:spPr>
          <a:xfrm>
            <a:off x="9554137" y="6885856"/>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1</a:t>
            </a:r>
          </a:p>
        </p:txBody>
      </p:sp>
      <p:sp>
        <p:nvSpPr>
          <p:cNvPr id="461" name="Oval"/>
          <p:cNvSpPr/>
          <p:nvPr/>
        </p:nvSpPr>
        <p:spPr>
          <a:xfrm>
            <a:off x="11360099" y="6616517"/>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462" name="Oval"/>
          <p:cNvSpPr/>
          <p:nvPr/>
        </p:nvSpPr>
        <p:spPr>
          <a:xfrm>
            <a:off x="11360099" y="7253817"/>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463" name="Oval"/>
          <p:cNvSpPr/>
          <p:nvPr/>
        </p:nvSpPr>
        <p:spPr>
          <a:xfrm>
            <a:off x="11360099" y="7910317"/>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464" name="Oval"/>
          <p:cNvSpPr/>
          <p:nvPr/>
        </p:nvSpPr>
        <p:spPr>
          <a:xfrm>
            <a:off x="11360099" y="8566817"/>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465" name="Oval"/>
          <p:cNvSpPr/>
          <p:nvPr/>
        </p:nvSpPr>
        <p:spPr>
          <a:xfrm>
            <a:off x="11360099" y="9204118"/>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466" name="Linie"/>
          <p:cNvSpPr/>
          <p:nvPr/>
        </p:nvSpPr>
        <p:spPr>
          <a:xfrm>
            <a:off x="10446794" y="8227171"/>
            <a:ext cx="801887" cy="1"/>
          </a:xfrm>
          <a:prstGeom prst="line">
            <a:avLst/>
          </a:prstGeom>
          <a:ln w="25400">
            <a:solidFill>
              <a:schemeClr val="accent5"/>
            </a:solidFill>
            <a:tailEnd type="triangle"/>
          </a:ln>
        </p:spPr>
        <p:txBody>
          <a:bodyPr lIns="45718" tIns="45718" rIns="45718" bIns="45718"/>
          <a:lstStyle/>
          <a:p>
            <a:pPr/>
          </a:p>
        </p:txBody>
      </p:sp>
      <p:sp>
        <p:nvSpPr>
          <p:cNvPr id="467" name="Linie"/>
          <p:cNvSpPr/>
          <p:nvPr/>
        </p:nvSpPr>
        <p:spPr>
          <a:xfrm flipV="1">
            <a:off x="10446794" y="7559937"/>
            <a:ext cx="808444" cy="667235"/>
          </a:xfrm>
          <a:prstGeom prst="line">
            <a:avLst/>
          </a:prstGeom>
          <a:ln w="25400">
            <a:solidFill>
              <a:schemeClr val="accent5"/>
            </a:solidFill>
            <a:tailEnd type="triangle"/>
          </a:ln>
        </p:spPr>
        <p:txBody>
          <a:bodyPr lIns="45718" tIns="45718" rIns="45718" bIns="45718"/>
          <a:lstStyle/>
          <a:p>
            <a:pPr/>
          </a:p>
        </p:txBody>
      </p:sp>
      <p:sp>
        <p:nvSpPr>
          <p:cNvPr id="468" name="Linie"/>
          <p:cNvSpPr/>
          <p:nvPr/>
        </p:nvSpPr>
        <p:spPr>
          <a:xfrm>
            <a:off x="10419443" y="8227170"/>
            <a:ext cx="863691" cy="628772"/>
          </a:xfrm>
          <a:prstGeom prst="line">
            <a:avLst/>
          </a:prstGeom>
          <a:ln w="25400">
            <a:solidFill>
              <a:schemeClr val="accent5"/>
            </a:solidFill>
            <a:tailEnd type="triangle"/>
          </a:ln>
        </p:spPr>
        <p:txBody>
          <a:bodyPr lIns="45718" tIns="45718" rIns="45718" bIns="45718"/>
          <a:lstStyle/>
          <a:p>
            <a:pPr/>
          </a:p>
        </p:txBody>
      </p:sp>
      <p:sp>
        <p:nvSpPr>
          <p:cNvPr id="469" name="Linie"/>
          <p:cNvSpPr/>
          <p:nvPr/>
        </p:nvSpPr>
        <p:spPr>
          <a:xfrm>
            <a:off x="10419443" y="8227171"/>
            <a:ext cx="866497" cy="1301886"/>
          </a:xfrm>
          <a:prstGeom prst="line">
            <a:avLst/>
          </a:prstGeom>
          <a:ln w="25400">
            <a:solidFill>
              <a:schemeClr val="accent5"/>
            </a:solidFill>
            <a:tailEnd type="triangle"/>
          </a:ln>
        </p:spPr>
        <p:txBody>
          <a:bodyPr lIns="45718" tIns="45718" rIns="45718" bIns="45718"/>
          <a:lstStyle/>
          <a:p>
            <a:pPr/>
          </a:p>
        </p:txBody>
      </p:sp>
      <p:sp>
        <p:nvSpPr>
          <p:cNvPr id="470" name="Linie"/>
          <p:cNvSpPr/>
          <p:nvPr/>
        </p:nvSpPr>
        <p:spPr>
          <a:xfrm flipV="1">
            <a:off x="10440236" y="7157253"/>
            <a:ext cx="791723" cy="1071124"/>
          </a:xfrm>
          <a:prstGeom prst="line">
            <a:avLst/>
          </a:prstGeom>
          <a:ln w="25400">
            <a:solidFill>
              <a:schemeClr val="accent5"/>
            </a:solidFill>
            <a:tailEnd type="triangle"/>
          </a:ln>
        </p:spPr>
        <p:txBody>
          <a:bodyPr lIns="45718" tIns="45718" rIns="45718" bIns="45718"/>
          <a:lstStyle/>
          <a:p>
            <a:pPr/>
          </a:p>
        </p:txBody>
      </p:sp>
      <p:sp>
        <p:nvSpPr>
          <p:cNvPr id="471" name="Dreptunghi"/>
          <p:cNvSpPr/>
          <p:nvPr/>
        </p:nvSpPr>
        <p:spPr>
          <a:xfrm>
            <a:off x="11233099" y="6309591"/>
            <a:ext cx="892276" cy="3835161"/>
          </a:xfrm>
          <a:prstGeom prst="rect">
            <a:avLst/>
          </a:prstGeom>
          <a:ln w="25400">
            <a:solidFill>
              <a:schemeClr val="accent1"/>
            </a:solidFill>
          </a:ln>
        </p:spPr>
        <p:txBody>
          <a:bodyPr lIns="50800" tIns="50800" rIns="50800" bIns="50800" anchor="ctr"/>
          <a:lstStyle/>
          <a:p>
            <a:pPr/>
          </a:p>
        </p:txBody>
      </p:sp>
      <p:sp>
        <p:nvSpPr>
          <p:cNvPr id="472" name="Pentru simplitate, să zicem că avem un vocabular cu doar 4 cuvinte, haideți să vedem cum arată o rețea neuronală recurentă care primeste ca intrare 3 cuvinte (0 2 2 - cuvinte deja codificate numeric)"/>
          <p:cNvSpPr txBox="1"/>
          <p:nvPr>
            <p:ph type="body" sz="quarter" idx="1"/>
          </p:nvPr>
        </p:nvSpPr>
        <p:spPr>
          <a:xfrm>
            <a:off x="435780" y="2460056"/>
            <a:ext cx="23243640" cy="2695238"/>
          </a:xfrm>
          <a:prstGeom prst="rect">
            <a:avLst/>
          </a:prstGeom>
        </p:spPr>
        <p:txBody>
          <a:bodyPr/>
          <a:lstStyle/>
          <a:p>
            <a:pPr/>
            <a:r>
              <a:t>Pentru simplitate, să zicem că avem un vocabular cu doar 4 cuvinte, haideți să vedem cum arată o rețea neuronală recurentă care primeste ca intrare 3 cuvinte (0 2 2 - cuvinte deja codificate numeric)</a:t>
            </a:r>
          </a:p>
        </p:txBody>
      </p:sp>
      <p:sp>
        <p:nvSpPr>
          <p:cNvPr id="473" name="0"/>
          <p:cNvSpPr/>
          <p:nvPr/>
        </p:nvSpPr>
        <p:spPr>
          <a:xfrm>
            <a:off x="9554137" y="7582500"/>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474" name="0"/>
          <p:cNvSpPr/>
          <p:nvPr/>
        </p:nvSpPr>
        <p:spPr>
          <a:xfrm>
            <a:off x="9554137" y="8289391"/>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475" name="Dreptunghi"/>
          <p:cNvSpPr/>
          <p:nvPr/>
        </p:nvSpPr>
        <p:spPr>
          <a:xfrm>
            <a:off x="9411825" y="6637001"/>
            <a:ext cx="922901" cy="3283204"/>
          </a:xfrm>
          <a:prstGeom prst="rect">
            <a:avLst/>
          </a:prstGeom>
          <a:ln w="25400">
            <a:solidFill>
              <a:schemeClr val="accent4"/>
            </a:solidFill>
          </a:ln>
        </p:spPr>
        <p:txBody>
          <a:bodyPr lIns="50800" tIns="50800" rIns="50800" bIns="50800" anchor="ctr"/>
          <a:lstStyle/>
          <a:p>
            <a:pPr/>
          </a:p>
        </p:txBody>
      </p:sp>
      <p:sp>
        <p:nvSpPr>
          <p:cNvPr id="476" name="Neuroni de intrare"/>
          <p:cNvSpPr txBox="1"/>
          <p:nvPr/>
        </p:nvSpPr>
        <p:spPr>
          <a:xfrm>
            <a:off x="8330935" y="6116230"/>
            <a:ext cx="2299908" cy="49263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100"/>
            </a:lvl1pPr>
          </a:lstStyle>
          <a:p>
            <a:pPr/>
            <a:r>
              <a:t>Neuroni de intrare</a:t>
            </a:r>
          </a:p>
        </p:txBody>
      </p:sp>
      <p:sp>
        <p:nvSpPr>
          <p:cNvPr id="477" name="Vector hidden state"/>
          <p:cNvSpPr txBox="1"/>
          <p:nvPr/>
        </p:nvSpPr>
        <p:spPr>
          <a:xfrm>
            <a:off x="10736338" y="5822361"/>
            <a:ext cx="1885799" cy="40436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600"/>
            </a:lvl1pPr>
          </a:lstStyle>
          <a:p>
            <a:pPr/>
            <a:r>
              <a:t>Vector hidden state</a:t>
            </a:r>
          </a:p>
        </p:txBody>
      </p:sp>
      <p:sp>
        <p:nvSpPr>
          <p:cNvPr id="478" name="Linie"/>
          <p:cNvSpPr/>
          <p:nvPr/>
        </p:nvSpPr>
        <p:spPr>
          <a:xfrm>
            <a:off x="12126514" y="6923842"/>
            <a:ext cx="801887" cy="1"/>
          </a:xfrm>
          <a:prstGeom prst="line">
            <a:avLst/>
          </a:prstGeom>
          <a:ln w="25400">
            <a:solidFill>
              <a:schemeClr val="accent1"/>
            </a:solidFill>
            <a:tailEnd type="triangle"/>
          </a:ln>
        </p:spPr>
        <p:txBody>
          <a:bodyPr lIns="45718" tIns="45718" rIns="45718" bIns="45718"/>
          <a:lstStyle/>
          <a:p>
            <a:pPr/>
          </a:p>
        </p:txBody>
      </p:sp>
      <p:sp>
        <p:nvSpPr>
          <p:cNvPr id="479" name="Linie"/>
          <p:cNvSpPr/>
          <p:nvPr/>
        </p:nvSpPr>
        <p:spPr>
          <a:xfrm>
            <a:off x="12126514" y="7561142"/>
            <a:ext cx="801887" cy="1"/>
          </a:xfrm>
          <a:prstGeom prst="line">
            <a:avLst/>
          </a:prstGeom>
          <a:ln w="25400">
            <a:solidFill>
              <a:schemeClr val="accent1"/>
            </a:solidFill>
            <a:tailEnd type="triangle"/>
          </a:ln>
        </p:spPr>
        <p:txBody>
          <a:bodyPr lIns="45718" tIns="45718" rIns="45718" bIns="45718"/>
          <a:lstStyle/>
          <a:p>
            <a:pPr/>
          </a:p>
        </p:txBody>
      </p:sp>
      <p:sp>
        <p:nvSpPr>
          <p:cNvPr id="480" name="Linie"/>
          <p:cNvSpPr/>
          <p:nvPr/>
        </p:nvSpPr>
        <p:spPr>
          <a:xfrm>
            <a:off x="12102358" y="8227171"/>
            <a:ext cx="801887" cy="1"/>
          </a:xfrm>
          <a:prstGeom prst="line">
            <a:avLst/>
          </a:prstGeom>
          <a:ln w="25400">
            <a:solidFill>
              <a:schemeClr val="accent1"/>
            </a:solidFill>
            <a:tailEnd type="triangle"/>
          </a:ln>
        </p:spPr>
        <p:txBody>
          <a:bodyPr lIns="45718" tIns="45718" rIns="45718" bIns="45718"/>
          <a:lstStyle/>
          <a:p>
            <a:pPr/>
          </a:p>
        </p:txBody>
      </p:sp>
      <p:sp>
        <p:nvSpPr>
          <p:cNvPr id="481" name="Linie"/>
          <p:cNvSpPr/>
          <p:nvPr/>
        </p:nvSpPr>
        <p:spPr>
          <a:xfrm>
            <a:off x="12126514" y="8893199"/>
            <a:ext cx="801887" cy="1"/>
          </a:xfrm>
          <a:prstGeom prst="line">
            <a:avLst/>
          </a:prstGeom>
          <a:ln w="25400">
            <a:solidFill>
              <a:schemeClr val="accent1"/>
            </a:solidFill>
            <a:tailEnd type="triangle"/>
          </a:ln>
        </p:spPr>
        <p:txBody>
          <a:bodyPr lIns="45718" tIns="45718" rIns="45718" bIns="45718"/>
          <a:lstStyle/>
          <a:p>
            <a:pPr/>
          </a:p>
        </p:txBody>
      </p:sp>
      <p:sp>
        <p:nvSpPr>
          <p:cNvPr id="482" name="Linie"/>
          <p:cNvSpPr/>
          <p:nvPr/>
        </p:nvSpPr>
        <p:spPr>
          <a:xfrm>
            <a:off x="12102358" y="9559228"/>
            <a:ext cx="801887" cy="1"/>
          </a:xfrm>
          <a:prstGeom prst="line">
            <a:avLst/>
          </a:prstGeom>
          <a:ln w="25400">
            <a:solidFill>
              <a:schemeClr val="accent1"/>
            </a:solidFill>
            <a:tailEnd type="triangle"/>
          </a:ln>
        </p:spPr>
        <p:txBody>
          <a:bodyPr lIns="45718" tIns="45718" rIns="45718" bIns="45718"/>
          <a:lstStyle/>
          <a:p>
            <a:pPr/>
          </a:p>
        </p:txBody>
      </p:sp>
      <p:sp>
        <p:nvSpPr>
          <p:cNvPr id="483" name="f"/>
          <p:cNvSpPr/>
          <p:nvPr/>
        </p:nvSpPr>
        <p:spPr>
          <a:xfrm>
            <a:off x="12903499" y="6690225"/>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484" name="f"/>
          <p:cNvSpPr/>
          <p:nvPr/>
        </p:nvSpPr>
        <p:spPr>
          <a:xfrm>
            <a:off x="12903499" y="7327526"/>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485" name="f"/>
          <p:cNvSpPr/>
          <p:nvPr/>
        </p:nvSpPr>
        <p:spPr>
          <a:xfrm>
            <a:off x="12903499" y="8007918"/>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486" name="f"/>
          <p:cNvSpPr/>
          <p:nvPr/>
        </p:nvSpPr>
        <p:spPr>
          <a:xfrm>
            <a:off x="12903499" y="8640526"/>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487" name="f"/>
          <p:cNvSpPr/>
          <p:nvPr/>
        </p:nvSpPr>
        <p:spPr>
          <a:xfrm>
            <a:off x="12903499" y="9277825"/>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488" name="Funcție de activare"/>
          <p:cNvSpPr txBox="1"/>
          <p:nvPr/>
        </p:nvSpPr>
        <p:spPr>
          <a:xfrm>
            <a:off x="12727631" y="6059182"/>
            <a:ext cx="1055815" cy="6067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400"/>
            </a:lvl1pPr>
          </a:lstStyle>
          <a:p>
            <a:pPr/>
            <a:r>
              <a:t>Funcție de activare</a:t>
            </a:r>
          </a:p>
        </p:txBody>
      </p:sp>
      <p:sp>
        <p:nvSpPr>
          <p:cNvPr id="489" name="Linie"/>
          <p:cNvSpPr/>
          <p:nvPr/>
        </p:nvSpPr>
        <p:spPr>
          <a:xfrm>
            <a:off x="13386314" y="6923842"/>
            <a:ext cx="801887" cy="1"/>
          </a:xfrm>
          <a:prstGeom prst="line">
            <a:avLst/>
          </a:prstGeom>
          <a:ln w="25400">
            <a:solidFill>
              <a:schemeClr val="accent1"/>
            </a:solidFill>
            <a:tailEnd type="triangle"/>
          </a:ln>
        </p:spPr>
        <p:txBody>
          <a:bodyPr lIns="45718" tIns="45718" rIns="45718" bIns="45718"/>
          <a:lstStyle/>
          <a:p>
            <a:pPr/>
          </a:p>
        </p:txBody>
      </p:sp>
      <p:sp>
        <p:nvSpPr>
          <p:cNvPr id="490" name="Linie"/>
          <p:cNvSpPr/>
          <p:nvPr/>
        </p:nvSpPr>
        <p:spPr>
          <a:xfrm>
            <a:off x="13386314" y="7561142"/>
            <a:ext cx="801887" cy="1"/>
          </a:xfrm>
          <a:prstGeom prst="line">
            <a:avLst/>
          </a:prstGeom>
          <a:ln w="25400">
            <a:solidFill>
              <a:schemeClr val="accent1"/>
            </a:solidFill>
            <a:tailEnd type="triangle"/>
          </a:ln>
        </p:spPr>
        <p:txBody>
          <a:bodyPr lIns="45718" tIns="45718" rIns="45718" bIns="45718"/>
          <a:lstStyle/>
          <a:p>
            <a:pPr/>
          </a:p>
        </p:txBody>
      </p:sp>
      <p:sp>
        <p:nvSpPr>
          <p:cNvPr id="491" name="Linie"/>
          <p:cNvSpPr/>
          <p:nvPr/>
        </p:nvSpPr>
        <p:spPr>
          <a:xfrm>
            <a:off x="13386314" y="8278602"/>
            <a:ext cx="801887" cy="1"/>
          </a:xfrm>
          <a:prstGeom prst="line">
            <a:avLst/>
          </a:prstGeom>
          <a:ln w="25400">
            <a:solidFill>
              <a:schemeClr val="accent1"/>
            </a:solidFill>
            <a:tailEnd type="triangle"/>
          </a:ln>
        </p:spPr>
        <p:txBody>
          <a:bodyPr lIns="45718" tIns="45718" rIns="45718" bIns="45718"/>
          <a:lstStyle/>
          <a:p>
            <a:pPr/>
          </a:p>
        </p:txBody>
      </p:sp>
      <p:sp>
        <p:nvSpPr>
          <p:cNvPr id="492" name="Linie"/>
          <p:cNvSpPr/>
          <p:nvPr/>
        </p:nvSpPr>
        <p:spPr>
          <a:xfrm>
            <a:off x="13386314" y="8874142"/>
            <a:ext cx="801887" cy="1"/>
          </a:xfrm>
          <a:prstGeom prst="line">
            <a:avLst/>
          </a:prstGeom>
          <a:ln w="25400">
            <a:solidFill>
              <a:schemeClr val="accent1"/>
            </a:solidFill>
            <a:tailEnd type="triangle"/>
          </a:ln>
        </p:spPr>
        <p:txBody>
          <a:bodyPr lIns="45718" tIns="45718" rIns="45718" bIns="45718"/>
          <a:lstStyle/>
          <a:p>
            <a:pPr/>
          </a:p>
        </p:txBody>
      </p:sp>
      <p:sp>
        <p:nvSpPr>
          <p:cNvPr id="493" name="Linie"/>
          <p:cNvSpPr/>
          <p:nvPr/>
        </p:nvSpPr>
        <p:spPr>
          <a:xfrm>
            <a:off x="13386314" y="9559228"/>
            <a:ext cx="801887" cy="1"/>
          </a:xfrm>
          <a:prstGeom prst="line">
            <a:avLst/>
          </a:prstGeom>
          <a:ln w="25400">
            <a:solidFill>
              <a:schemeClr val="accent1"/>
            </a:solidFill>
            <a:tailEnd type="triangle"/>
          </a:ln>
        </p:spPr>
        <p:txBody>
          <a:bodyPr lIns="45718" tIns="45718" rIns="45718" bIns="45718"/>
          <a:lstStyle/>
          <a:p>
            <a:pPr/>
          </a:p>
        </p:txBody>
      </p:sp>
      <p:sp>
        <p:nvSpPr>
          <p:cNvPr id="494" name="Oval"/>
          <p:cNvSpPr/>
          <p:nvPr/>
        </p:nvSpPr>
        <p:spPr>
          <a:xfrm>
            <a:off x="14280624" y="6667948"/>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495" name="Oval"/>
          <p:cNvSpPr/>
          <p:nvPr/>
        </p:nvSpPr>
        <p:spPr>
          <a:xfrm>
            <a:off x="14280624" y="7305248"/>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496" name="Oval"/>
          <p:cNvSpPr/>
          <p:nvPr/>
        </p:nvSpPr>
        <p:spPr>
          <a:xfrm>
            <a:off x="14280624" y="7961749"/>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497" name="Oval"/>
          <p:cNvSpPr/>
          <p:nvPr/>
        </p:nvSpPr>
        <p:spPr>
          <a:xfrm>
            <a:off x="14280624" y="8618249"/>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498" name="Oval"/>
          <p:cNvSpPr/>
          <p:nvPr/>
        </p:nvSpPr>
        <p:spPr>
          <a:xfrm>
            <a:off x="14280624" y="9255549"/>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499" name="Dreptunghi"/>
          <p:cNvSpPr/>
          <p:nvPr/>
        </p:nvSpPr>
        <p:spPr>
          <a:xfrm>
            <a:off x="14153624" y="6361022"/>
            <a:ext cx="892276" cy="3835161"/>
          </a:xfrm>
          <a:prstGeom prst="rect">
            <a:avLst/>
          </a:prstGeom>
          <a:ln w="25400">
            <a:solidFill>
              <a:schemeClr val="accent1"/>
            </a:solidFill>
          </a:ln>
        </p:spPr>
        <p:txBody>
          <a:bodyPr lIns="50800" tIns="50800" rIns="50800" bIns="50800" anchor="ctr"/>
          <a:lstStyle/>
          <a:p>
            <a:pPr/>
          </a:p>
        </p:txBody>
      </p:sp>
      <p:sp>
        <p:nvSpPr>
          <p:cNvPr id="500" name="Activated hidden state"/>
          <p:cNvSpPr txBox="1"/>
          <p:nvPr/>
        </p:nvSpPr>
        <p:spPr>
          <a:xfrm>
            <a:off x="13888941" y="5942580"/>
            <a:ext cx="1895323" cy="36652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400"/>
            </a:lvl1pPr>
          </a:lstStyle>
          <a:p>
            <a:pPr/>
            <a:r>
              <a:t>Activated hidden state</a:t>
            </a:r>
          </a:p>
        </p:txBody>
      </p:sp>
      <p:sp>
        <p:nvSpPr>
          <p:cNvPr id="501" name="0"/>
          <p:cNvSpPr/>
          <p:nvPr/>
        </p:nvSpPr>
        <p:spPr>
          <a:xfrm>
            <a:off x="9554137" y="8996281"/>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502" name="Vom observa că aceste rețele seamănă într-un fel cu MLP-urile"/>
          <p:cNvSpPr txBox="1"/>
          <p:nvPr/>
        </p:nvSpPr>
        <p:spPr>
          <a:xfrm>
            <a:off x="435780" y="4814608"/>
            <a:ext cx="23243640" cy="119448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Vom observa că aceste rețele seamănă într-un fel cu MLP-urile</a:t>
            </a:r>
          </a:p>
        </p:txBody>
      </p:sp>
      <p:sp>
        <p:nvSpPr>
          <p:cNvPr id="503" name="Cu galben va fi desenat spațiul vocabularului"/>
          <p:cNvSpPr txBox="1"/>
          <p:nvPr/>
        </p:nvSpPr>
        <p:spPr>
          <a:xfrm>
            <a:off x="979247" y="10570872"/>
            <a:ext cx="1117071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4"/>
                </a:solidFill>
              </a:defRPr>
            </a:lvl1pPr>
          </a:lstStyle>
          <a:p>
            <a:pPr/>
            <a:r>
              <a:t>Cu galben va fi desenat spațiul vocabularului</a:t>
            </a:r>
          </a:p>
        </p:txBody>
      </p:sp>
      <p:sp>
        <p:nvSpPr>
          <p:cNvPr id="504" name="Cu albastru va fi desenat spațiul „ascuns”"/>
          <p:cNvSpPr txBox="1"/>
          <p:nvPr/>
        </p:nvSpPr>
        <p:spPr>
          <a:xfrm>
            <a:off x="1017647" y="11235207"/>
            <a:ext cx="1032525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Cu albastru va fi desenat spațiul „ascuns”</a:t>
            </a:r>
          </a:p>
        </p:txBody>
      </p:sp>
      <p:sp>
        <p:nvSpPr>
          <p:cNvPr id="505" name="Cu roșu voi desena conexiuni fully-connected (adică toți neuronii dintr-un strat sunt conectați cu toți din stratul următor)"/>
          <p:cNvSpPr txBox="1"/>
          <p:nvPr/>
        </p:nvSpPr>
        <p:spPr>
          <a:xfrm>
            <a:off x="1056974" y="11947577"/>
            <a:ext cx="24165053" cy="168915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a:r>
              <a:t>Cu roșu voi desena conexiuni fully-connected (adică toți neuronii dintr-un strat sunt conectați cu toți din stratul următor)</a:t>
            </a:r>
          </a:p>
        </p:txBody>
      </p:sp>
      <p:pic>
        <p:nvPicPr>
          <p:cNvPr id="506" name="Linie Linie" descr="Linie Linie"/>
          <p:cNvPicPr>
            <a:picLocks noChangeAspect="0"/>
          </p:cNvPicPr>
          <p:nvPr/>
        </p:nvPicPr>
        <p:blipFill>
          <a:blip r:embed="rId2">
            <a:extLst/>
          </a:blip>
          <a:stretch>
            <a:fillRect/>
          </a:stretch>
        </p:blipFill>
        <p:spPr>
          <a:xfrm rot="8700623">
            <a:off x="15626107" y="6995037"/>
            <a:ext cx="1584715" cy="405592"/>
          </a:xfrm>
          <a:prstGeom prst="rect">
            <a:avLst/>
          </a:prstGeom>
        </p:spPr>
      </p:pic>
      <p:sp>
        <p:nvSpPr>
          <p:cNvPr id="508" name="f(Wx+b)"/>
          <p:cNvSpPr txBox="1"/>
          <p:nvPr/>
        </p:nvSpPr>
        <p:spPr>
          <a:xfrm>
            <a:off x="17188450" y="5823450"/>
            <a:ext cx="217347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f(Wx+b)</a:t>
            </a:r>
          </a:p>
        </p:txBody>
      </p:sp>
      <p:sp>
        <p:nvSpPr>
          <p:cNvPr id="509" name="0"/>
          <p:cNvSpPr txBox="1"/>
          <p:nvPr/>
        </p:nvSpPr>
        <p:spPr>
          <a:xfrm>
            <a:off x="7409666" y="7602210"/>
            <a:ext cx="51384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a:t>
            </a:r>
          </a:p>
        </p:txBody>
      </p:sp>
      <p:sp>
        <p:nvSpPr>
          <p:cNvPr id="510" name="Linie"/>
          <p:cNvSpPr/>
          <p:nvPr/>
        </p:nvSpPr>
        <p:spPr>
          <a:xfrm>
            <a:off x="8026910" y="8069316"/>
            <a:ext cx="1063639" cy="1"/>
          </a:xfrm>
          <a:prstGeom prst="line">
            <a:avLst/>
          </a:prstGeom>
          <a:ln w="25400">
            <a:solidFill>
              <a:schemeClr val="accent1"/>
            </a:solidFill>
            <a:tailEnd type="triangle"/>
          </a:ln>
        </p:spPr>
        <p:txBody>
          <a:bodyPr lIns="45718" tIns="45718" rIns="45718" bIns="45718"/>
          <a:lstStyle/>
          <a:p>
            <a:p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510"/>
                                        </p:tgtEl>
                                        <p:attrNameLst>
                                          <p:attrName>style.visibility</p:attrName>
                                        </p:attrNameLst>
                                      </p:cBhvr>
                                      <p:to>
                                        <p:strVal val="visible"/>
                                      </p:to>
                                    </p:set>
                                    <p:anim calcmode="lin" valueType="num">
                                      <p:cBhvr>
                                        <p:cTn id="7" dur="100" fill="hold"/>
                                        <p:tgtEl>
                                          <p:spTgt spid="510"/>
                                        </p:tgtEl>
                                        <p:attrNameLst>
                                          <p:attrName>ppt_x</p:attrName>
                                        </p:attrNameLst>
                                      </p:cBhvr>
                                      <p:tavLst>
                                        <p:tav tm="0">
                                          <p:val>
                                            <p:strVal val="0-#ppt_w/2"/>
                                          </p:val>
                                        </p:tav>
                                        <p:tav tm="100000">
                                          <p:val>
                                            <p:strVal val="#ppt_x"/>
                                          </p:val>
                                        </p:tav>
                                      </p:tavLst>
                                    </p:anim>
                                    <p:anim calcmode="lin" valueType="num">
                                      <p:cBhvr>
                                        <p:cTn id="8" dur="100" fill="hold"/>
                                        <p:tgtEl>
                                          <p:spTgt spid="510"/>
                                        </p:tgtEl>
                                        <p:attrNameLst>
                                          <p:attrName>ppt_y</p:attrName>
                                        </p:attrNameLst>
                                      </p:cBhvr>
                                      <p:tavLst>
                                        <p:tav tm="0">
                                          <p:val>
                                            <p:strVal val="#ppt_y"/>
                                          </p:val>
                                        </p:tav>
                                        <p:tav tm="100000">
                                          <p:val>
                                            <p:strVal val="#ppt_y"/>
                                          </p:val>
                                        </p:tav>
                                      </p:tavLst>
                                    </p:anim>
                                  </p:childTnLst>
                                </p:cTn>
                              </p:par>
                            </p:childTnLst>
                          </p:cTn>
                        </p:par>
                        <p:par>
                          <p:cTn id="9" fill="hold">
                            <p:stCondLst>
                              <p:cond delay="100"/>
                            </p:stCondLst>
                            <p:childTnLst>
                              <p:par>
                                <p:cTn id="10" presetClass="entr" nodeType="afterEffect" presetSubtype="8" presetID="2" grpId="2" fill="hold">
                                  <p:stCondLst>
                                    <p:cond delay="0"/>
                                  </p:stCondLst>
                                  <p:iterate type="el" backwards="0">
                                    <p:tmAbs val="0"/>
                                  </p:iterate>
                                  <p:childTnLst>
                                    <p:set>
                                      <p:cBhvr>
                                        <p:cTn id="11" fill="hold"/>
                                        <p:tgtEl>
                                          <p:spTgt spid="509"/>
                                        </p:tgtEl>
                                        <p:attrNameLst>
                                          <p:attrName>style.visibility</p:attrName>
                                        </p:attrNameLst>
                                      </p:cBhvr>
                                      <p:to>
                                        <p:strVal val="visible"/>
                                      </p:to>
                                    </p:set>
                                    <p:anim calcmode="lin" valueType="num">
                                      <p:cBhvr>
                                        <p:cTn id="12" dur="100" fill="hold"/>
                                        <p:tgtEl>
                                          <p:spTgt spid="509"/>
                                        </p:tgtEl>
                                        <p:attrNameLst>
                                          <p:attrName>ppt_x</p:attrName>
                                        </p:attrNameLst>
                                      </p:cBhvr>
                                      <p:tavLst>
                                        <p:tav tm="0">
                                          <p:val>
                                            <p:strVal val="0-#ppt_w/2"/>
                                          </p:val>
                                        </p:tav>
                                        <p:tav tm="100000">
                                          <p:val>
                                            <p:strVal val="#ppt_x"/>
                                          </p:val>
                                        </p:tav>
                                      </p:tavLst>
                                    </p:anim>
                                    <p:anim calcmode="lin" valueType="num">
                                      <p:cBhvr>
                                        <p:cTn id="13" dur="100" fill="hold"/>
                                        <p:tgtEl>
                                          <p:spTgt spid="509"/>
                                        </p:tgtEl>
                                        <p:attrNameLst>
                                          <p:attrName>ppt_y</p:attrName>
                                        </p:attrNameLst>
                                      </p:cBhvr>
                                      <p:tavLst>
                                        <p:tav tm="0">
                                          <p:val>
                                            <p:strVal val="#ppt_y"/>
                                          </p:val>
                                        </p:tav>
                                        <p:tav tm="100000">
                                          <p:val>
                                            <p:strVal val="#ppt_y"/>
                                          </p:val>
                                        </p:tav>
                                      </p:tavLst>
                                    </p:anim>
                                  </p:childTnLst>
                                </p:cTn>
                              </p:par>
                            </p:childTnLst>
                          </p:cTn>
                        </p:par>
                        <p:par>
                          <p:cTn id="14" fill="hold">
                            <p:stCondLst>
                              <p:cond delay="200"/>
                            </p:stCondLst>
                            <p:childTnLst>
                              <p:par>
                                <p:cTn id="15" presetClass="entr" nodeType="afterEffect" presetID="9" grpId="3" fill="hold">
                                  <p:stCondLst>
                                    <p:cond delay="0"/>
                                  </p:stCondLst>
                                  <p:iterate type="el" backwards="0">
                                    <p:tmAbs val="0"/>
                                  </p:iterate>
                                  <p:childTnLst>
                                    <p:set>
                                      <p:cBhvr>
                                        <p:cTn id="16" fill="hold"/>
                                        <p:tgtEl>
                                          <p:spTgt spid="460"/>
                                        </p:tgtEl>
                                        <p:attrNameLst>
                                          <p:attrName>style.visibility</p:attrName>
                                        </p:attrNameLst>
                                      </p:cBhvr>
                                      <p:to>
                                        <p:strVal val="visible"/>
                                      </p:to>
                                    </p:set>
                                    <p:animEffect filter="dissolve" transition="in">
                                      <p:cBhvr>
                                        <p:cTn id="17" dur="200"/>
                                        <p:tgtEl>
                                          <p:spTgt spid="460"/>
                                        </p:tgtEl>
                                      </p:cBhvr>
                                    </p:animEffect>
                                  </p:childTnLst>
                                </p:cTn>
                              </p:par>
                            </p:childTnLst>
                          </p:cTn>
                        </p:par>
                        <p:par>
                          <p:cTn id="18" fill="hold">
                            <p:stCondLst>
                              <p:cond delay="400"/>
                            </p:stCondLst>
                            <p:childTnLst>
                              <p:par>
                                <p:cTn id="19" presetClass="entr" nodeType="afterEffect" presetID="9" grpId="4" fill="hold">
                                  <p:stCondLst>
                                    <p:cond delay="0"/>
                                  </p:stCondLst>
                                  <p:iterate type="el" backwards="0">
                                    <p:tmAbs val="0"/>
                                  </p:iterate>
                                  <p:childTnLst>
                                    <p:set>
                                      <p:cBhvr>
                                        <p:cTn id="20" fill="hold"/>
                                        <p:tgtEl>
                                          <p:spTgt spid="473"/>
                                        </p:tgtEl>
                                        <p:attrNameLst>
                                          <p:attrName>style.visibility</p:attrName>
                                        </p:attrNameLst>
                                      </p:cBhvr>
                                      <p:to>
                                        <p:strVal val="visible"/>
                                      </p:to>
                                    </p:set>
                                    <p:animEffect filter="dissolve" transition="in">
                                      <p:cBhvr>
                                        <p:cTn id="21" dur="200"/>
                                        <p:tgtEl>
                                          <p:spTgt spid="473"/>
                                        </p:tgtEl>
                                      </p:cBhvr>
                                    </p:animEffect>
                                  </p:childTnLst>
                                </p:cTn>
                              </p:par>
                            </p:childTnLst>
                          </p:cTn>
                        </p:par>
                        <p:par>
                          <p:cTn id="22" fill="hold">
                            <p:stCondLst>
                              <p:cond delay="600"/>
                            </p:stCondLst>
                            <p:childTnLst>
                              <p:par>
                                <p:cTn id="23" presetClass="entr" nodeType="afterEffect" presetID="9" grpId="5" fill="hold">
                                  <p:stCondLst>
                                    <p:cond delay="0"/>
                                  </p:stCondLst>
                                  <p:iterate type="el" backwards="0">
                                    <p:tmAbs val="0"/>
                                  </p:iterate>
                                  <p:childTnLst>
                                    <p:set>
                                      <p:cBhvr>
                                        <p:cTn id="24" fill="hold"/>
                                        <p:tgtEl>
                                          <p:spTgt spid="474"/>
                                        </p:tgtEl>
                                        <p:attrNameLst>
                                          <p:attrName>style.visibility</p:attrName>
                                        </p:attrNameLst>
                                      </p:cBhvr>
                                      <p:to>
                                        <p:strVal val="visible"/>
                                      </p:to>
                                    </p:set>
                                    <p:animEffect filter="dissolve" transition="in">
                                      <p:cBhvr>
                                        <p:cTn id="25" dur="200"/>
                                        <p:tgtEl>
                                          <p:spTgt spid="474"/>
                                        </p:tgtEl>
                                      </p:cBhvr>
                                    </p:animEffect>
                                  </p:childTnLst>
                                </p:cTn>
                              </p:par>
                            </p:childTnLst>
                          </p:cTn>
                        </p:par>
                        <p:par>
                          <p:cTn id="26" fill="hold">
                            <p:stCondLst>
                              <p:cond delay="800"/>
                            </p:stCondLst>
                            <p:childTnLst>
                              <p:par>
                                <p:cTn id="27" presetClass="entr" nodeType="afterEffect" presetID="9" grpId="6" fill="hold">
                                  <p:stCondLst>
                                    <p:cond delay="0"/>
                                  </p:stCondLst>
                                  <p:iterate type="el" backwards="0">
                                    <p:tmAbs val="0"/>
                                  </p:iterate>
                                  <p:childTnLst>
                                    <p:set>
                                      <p:cBhvr>
                                        <p:cTn id="28" fill="hold"/>
                                        <p:tgtEl>
                                          <p:spTgt spid="501"/>
                                        </p:tgtEl>
                                        <p:attrNameLst>
                                          <p:attrName>style.visibility</p:attrName>
                                        </p:attrNameLst>
                                      </p:cBhvr>
                                      <p:to>
                                        <p:strVal val="visible"/>
                                      </p:to>
                                    </p:set>
                                    <p:animEffect filter="dissolve" transition="in">
                                      <p:cBhvr>
                                        <p:cTn id="29" dur="200"/>
                                        <p:tgtEl>
                                          <p:spTgt spid="501"/>
                                        </p:tgtEl>
                                      </p:cBhvr>
                                    </p:animEffect>
                                  </p:childTnLst>
                                </p:cTn>
                              </p:par>
                            </p:childTnLst>
                          </p:cTn>
                        </p:par>
                        <p:par>
                          <p:cTn id="30" fill="hold">
                            <p:stCondLst>
                              <p:cond delay="1000"/>
                            </p:stCondLst>
                            <p:childTnLst>
                              <p:par>
                                <p:cTn id="31" presetClass="entr" nodeType="afterEffect" presetID="9" grpId="7" fill="hold">
                                  <p:stCondLst>
                                    <p:cond delay="0"/>
                                  </p:stCondLst>
                                  <p:iterate type="el" backwards="0">
                                    <p:tmAbs val="0"/>
                                  </p:iterate>
                                  <p:childTnLst>
                                    <p:set>
                                      <p:cBhvr>
                                        <p:cTn id="32" fill="hold"/>
                                        <p:tgtEl>
                                          <p:spTgt spid="475"/>
                                        </p:tgtEl>
                                        <p:attrNameLst>
                                          <p:attrName>style.visibility</p:attrName>
                                        </p:attrNameLst>
                                      </p:cBhvr>
                                      <p:to>
                                        <p:strVal val="visible"/>
                                      </p:to>
                                    </p:set>
                                    <p:animEffect filter="dissolve" transition="in">
                                      <p:cBhvr>
                                        <p:cTn id="33" dur="200"/>
                                        <p:tgtEl>
                                          <p:spTgt spid="475"/>
                                        </p:tgtEl>
                                      </p:cBhvr>
                                    </p:animEffect>
                                  </p:childTnLst>
                                </p:cTn>
                              </p:par>
                            </p:childTnLst>
                          </p:cTn>
                        </p:par>
                        <p:par>
                          <p:cTn id="34" fill="hold">
                            <p:stCondLst>
                              <p:cond delay="1200"/>
                            </p:stCondLst>
                            <p:childTnLst>
                              <p:par>
                                <p:cTn id="35" presetClass="entr" nodeType="afterEffect" presetSubtype="8" presetID="2" grpId="8" fill="hold">
                                  <p:stCondLst>
                                    <p:cond delay="0"/>
                                  </p:stCondLst>
                                  <p:iterate type="el" backwards="0">
                                    <p:tmAbs val="0"/>
                                  </p:iterate>
                                  <p:childTnLst>
                                    <p:set>
                                      <p:cBhvr>
                                        <p:cTn id="36" fill="hold"/>
                                        <p:tgtEl>
                                          <p:spTgt spid="476"/>
                                        </p:tgtEl>
                                        <p:attrNameLst>
                                          <p:attrName>style.visibility</p:attrName>
                                        </p:attrNameLst>
                                      </p:cBhvr>
                                      <p:to>
                                        <p:strVal val="visible"/>
                                      </p:to>
                                    </p:set>
                                    <p:anim calcmode="lin" valueType="num">
                                      <p:cBhvr>
                                        <p:cTn id="37" dur="200" fill="hold"/>
                                        <p:tgtEl>
                                          <p:spTgt spid="476"/>
                                        </p:tgtEl>
                                        <p:attrNameLst>
                                          <p:attrName>ppt_x</p:attrName>
                                        </p:attrNameLst>
                                      </p:cBhvr>
                                      <p:tavLst>
                                        <p:tav tm="0">
                                          <p:val>
                                            <p:strVal val="0-#ppt_w/2"/>
                                          </p:val>
                                        </p:tav>
                                        <p:tav tm="100000">
                                          <p:val>
                                            <p:strVal val="#ppt_x"/>
                                          </p:val>
                                        </p:tav>
                                      </p:tavLst>
                                    </p:anim>
                                    <p:anim calcmode="lin" valueType="num">
                                      <p:cBhvr>
                                        <p:cTn id="38" dur="200" fill="hold"/>
                                        <p:tgtEl>
                                          <p:spTgt spid="47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Class="entr" nodeType="clickEffect" presetID="9" grpId="9" fill="hold">
                                  <p:stCondLst>
                                    <p:cond delay="0"/>
                                  </p:stCondLst>
                                  <p:iterate type="el" backwards="0">
                                    <p:tmAbs val="0"/>
                                  </p:iterate>
                                  <p:childTnLst>
                                    <p:set>
                                      <p:cBhvr>
                                        <p:cTn id="42" fill="hold"/>
                                        <p:tgtEl>
                                          <p:spTgt spid="470"/>
                                        </p:tgtEl>
                                        <p:attrNameLst>
                                          <p:attrName>style.visibility</p:attrName>
                                        </p:attrNameLst>
                                      </p:cBhvr>
                                      <p:to>
                                        <p:strVal val="visible"/>
                                      </p:to>
                                    </p:set>
                                    <p:animEffect filter="dissolve" transition="in">
                                      <p:cBhvr>
                                        <p:cTn id="43" dur="200"/>
                                        <p:tgtEl>
                                          <p:spTgt spid="470"/>
                                        </p:tgtEl>
                                      </p:cBhvr>
                                    </p:animEffect>
                                  </p:childTnLst>
                                </p:cTn>
                              </p:par>
                            </p:childTnLst>
                          </p:cTn>
                        </p:par>
                        <p:par>
                          <p:cTn id="44" fill="hold">
                            <p:stCondLst>
                              <p:cond delay="200"/>
                            </p:stCondLst>
                            <p:childTnLst>
                              <p:par>
                                <p:cTn id="45" presetClass="entr" nodeType="afterEffect" presetID="9" grpId="10" fill="hold">
                                  <p:stCondLst>
                                    <p:cond delay="0"/>
                                  </p:stCondLst>
                                  <p:iterate type="el" backwards="0">
                                    <p:tmAbs val="0"/>
                                  </p:iterate>
                                  <p:childTnLst>
                                    <p:set>
                                      <p:cBhvr>
                                        <p:cTn id="46" fill="hold"/>
                                        <p:tgtEl>
                                          <p:spTgt spid="467"/>
                                        </p:tgtEl>
                                        <p:attrNameLst>
                                          <p:attrName>style.visibility</p:attrName>
                                        </p:attrNameLst>
                                      </p:cBhvr>
                                      <p:to>
                                        <p:strVal val="visible"/>
                                      </p:to>
                                    </p:set>
                                    <p:animEffect filter="dissolve" transition="in">
                                      <p:cBhvr>
                                        <p:cTn id="47" dur="200"/>
                                        <p:tgtEl>
                                          <p:spTgt spid="467"/>
                                        </p:tgtEl>
                                      </p:cBhvr>
                                    </p:animEffect>
                                  </p:childTnLst>
                                </p:cTn>
                              </p:par>
                            </p:childTnLst>
                          </p:cTn>
                        </p:par>
                        <p:par>
                          <p:cTn id="48" fill="hold">
                            <p:stCondLst>
                              <p:cond delay="400"/>
                            </p:stCondLst>
                            <p:childTnLst>
                              <p:par>
                                <p:cTn id="49" presetClass="entr" nodeType="afterEffect" presetID="9" grpId="11" fill="hold">
                                  <p:stCondLst>
                                    <p:cond delay="0"/>
                                  </p:stCondLst>
                                  <p:iterate type="el" backwards="0">
                                    <p:tmAbs val="0"/>
                                  </p:iterate>
                                  <p:childTnLst>
                                    <p:set>
                                      <p:cBhvr>
                                        <p:cTn id="50" fill="hold"/>
                                        <p:tgtEl>
                                          <p:spTgt spid="466"/>
                                        </p:tgtEl>
                                        <p:attrNameLst>
                                          <p:attrName>style.visibility</p:attrName>
                                        </p:attrNameLst>
                                      </p:cBhvr>
                                      <p:to>
                                        <p:strVal val="visible"/>
                                      </p:to>
                                    </p:set>
                                    <p:animEffect filter="dissolve" transition="in">
                                      <p:cBhvr>
                                        <p:cTn id="51" dur="200"/>
                                        <p:tgtEl>
                                          <p:spTgt spid="466"/>
                                        </p:tgtEl>
                                      </p:cBhvr>
                                    </p:animEffect>
                                  </p:childTnLst>
                                </p:cTn>
                              </p:par>
                            </p:childTnLst>
                          </p:cTn>
                        </p:par>
                        <p:par>
                          <p:cTn id="52" fill="hold">
                            <p:stCondLst>
                              <p:cond delay="600"/>
                            </p:stCondLst>
                            <p:childTnLst>
                              <p:par>
                                <p:cTn id="53" presetClass="entr" nodeType="afterEffect" presetID="9" grpId="12" fill="hold">
                                  <p:stCondLst>
                                    <p:cond delay="0"/>
                                  </p:stCondLst>
                                  <p:iterate type="el" backwards="0">
                                    <p:tmAbs val="0"/>
                                  </p:iterate>
                                  <p:childTnLst>
                                    <p:set>
                                      <p:cBhvr>
                                        <p:cTn id="54" fill="hold"/>
                                        <p:tgtEl>
                                          <p:spTgt spid="468"/>
                                        </p:tgtEl>
                                        <p:attrNameLst>
                                          <p:attrName>style.visibility</p:attrName>
                                        </p:attrNameLst>
                                      </p:cBhvr>
                                      <p:to>
                                        <p:strVal val="visible"/>
                                      </p:to>
                                    </p:set>
                                    <p:animEffect filter="dissolve" transition="in">
                                      <p:cBhvr>
                                        <p:cTn id="55" dur="200"/>
                                        <p:tgtEl>
                                          <p:spTgt spid="468"/>
                                        </p:tgtEl>
                                      </p:cBhvr>
                                    </p:animEffect>
                                  </p:childTnLst>
                                </p:cTn>
                              </p:par>
                            </p:childTnLst>
                          </p:cTn>
                        </p:par>
                        <p:par>
                          <p:cTn id="56" fill="hold">
                            <p:stCondLst>
                              <p:cond delay="800"/>
                            </p:stCondLst>
                            <p:childTnLst>
                              <p:par>
                                <p:cTn id="57" presetClass="entr" nodeType="afterEffect" presetID="9" grpId="13" fill="hold">
                                  <p:stCondLst>
                                    <p:cond delay="0"/>
                                  </p:stCondLst>
                                  <p:iterate type="el" backwards="0">
                                    <p:tmAbs val="0"/>
                                  </p:iterate>
                                  <p:childTnLst>
                                    <p:set>
                                      <p:cBhvr>
                                        <p:cTn id="58" fill="hold"/>
                                        <p:tgtEl>
                                          <p:spTgt spid="469"/>
                                        </p:tgtEl>
                                        <p:attrNameLst>
                                          <p:attrName>style.visibility</p:attrName>
                                        </p:attrNameLst>
                                      </p:cBhvr>
                                      <p:to>
                                        <p:strVal val="visible"/>
                                      </p:to>
                                    </p:set>
                                    <p:animEffect filter="dissolve" transition="in">
                                      <p:cBhvr>
                                        <p:cTn id="59" dur="200"/>
                                        <p:tgtEl>
                                          <p:spTgt spid="469"/>
                                        </p:tgtEl>
                                      </p:cBhvr>
                                    </p:animEffect>
                                  </p:childTnLst>
                                </p:cTn>
                              </p:par>
                            </p:childTnLst>
                          </p:cTn>
                        </p:par>
                      </p:childTnLst>
                    </p:cTn>
                  </p:par>
                  <p:par>
                    <p:cTn id="60" fill="hold">
                      <p:stCondLst>
                        <p:cond delay="indefinite"/>
                      </p:stCondLst>
                      <p:childTnLst>
                        <p:par>
                          <p:cTn id="61" fill="hold">
                            <p:stCondLst>
                              <p:cond delay="0"/>
                            </p:stCondLst>
                            <p:childTnLst>
                              <p:par>
                                <p:cTn id="62" presetClass="entr" nodeType="clickEffect" presetID="9" grpId="14" fill="hold">
                                  <p:stCondLst>
                                    <p:cond delay="0"/>
                                  </p:stCondLst>
                                  <p:iterate type="el" backwards="0">
                                    <p:tmAbs val="0"/>
                                  </p:iterate>
                                  <p:childTnLst>
                                    <p:set>
                                      <p:cBhvr>
                                        <p:cTn id="63" fill="hold"/>
                                        <p:tgtEl>
                                          <p:spTgt spid="471"/>
                                        </p:tgtEl>
                                        <p:attrNameLst>
                                          <p:attrName>style.visibility</p:attrName>
                                        </p:attrNameLst>
                                      </p:cBhvr>
                                      <p:to>
                                        <p:strVal val="visible"/>
                                      </p:to>
                                    </p:set>
                                    <p:animEffect filter="dissolve" transition="in">
                                      <p:cBhvr>
                                        <p:cTn id="64" dur="200"/>
                                        <p:tgtEl>
                                          <p:spTgt spid="471"/>
                                        </p:tgtEl>
                                      </p:cBhvr>
                                    </p:animEffect>
                                  </p:childTnLst>
                                </p:cTn>
                              </p:par>
                            </p:childTnLst>
                          </p:cTn>
                        </p:par>
                        <p:par>
                          <p:cTn id="65" fill="hold">
                            <p:stCondLst>
                              <p:cond delay="200"/>
                            </p:stCondLst>
                            <p:childTnLst>
                              <p:par>
                                <p:cTn id="66" presetClass="entr" nodeType="afterEffect" presetID="9" grpId="15" fill="hold">
                                  <p:stCondLst>
                                    <p:cond delay="0"/>
                                  </p:stCondLst>
                                  <p:iterate type="el" backwards="0">
                                    <p:tmAbs val="0"/>
                                  </p:iterate>
                                  <p:childTnLst>
                                    <p:set>
                                      <p:cBhvr>
                                        <p:cTn id="67" fill="hold"/>
                                        <p:tgtEl>
                                          <p:spTgt spid="461"/>
                                        </p:tgtEl>
                                        <p:attrNameLst>
                                          <p:attrName>style.visibility</p:attrName>
                                        </p:attrNameLst>
                                      </p:cBhvr>
                                      <p:to>
                                        <p:strVal val="visible"/>
                                      </p:to>
                                    </p:set>
                                    <p:animEffect filter="dissolve" transition="in">
                                      <p:cBhvr>
                                        <p:cTn id="68" dur="200"/>
                                        <p:tgtEl>
                                          <p:spTgt spid="461"/>
                                        </p:tgtEl>
                                      </p:cBhvr>
                                    </p:animEffect>
                                  </p:childTnLst>
                                </p:cTn>
                              </p:par>
                            </p:childTnLst>
                          </p:cTn>
                        </p:par>
                        <p:par>
                          <p:cTn id="69" fill="hold">
                            <p:stCondLst>
                              <p:cond delay="400"/>
                            </p:stCondLst>
                            <p:childTnLst>
                              <p:par>
                                <p:cTn id="70" presetClass="entr" nodeType="afterEffect" presetID="9" grpId="16" fill="hold">
                                  <p:stCondLst>
                                    <p:cond delay="0"/>
                                  </p:stCondLst>
                                  <p:iterate type="el" backwards="0">
                                    <p:tmAbs val="0"/>
                                  </p:iterate>
                                  <p:childTnLst>
                                    <p:set>
                                      <p:cBhvr>
                                        <p:cTn id="71" fill="hold"/>
                                        <p:tgtEl>
                                          <p:spTgt spid="462"/>
                                        </p:tgtEl>
                                        <p:attrNameLst>
                                          <p:attrName>style.visibility</p:attrName>
                                        </p:attrNameLst>
                                      </p:cBhvr>
                                      <p:to>
                                        <p:strVal val="visible"/>
                                      </p:to>
                                    </p:set>
                                    <p:animEffect filter="dissolve" transition="in">
                                      <p:cBhvr>
                                        <p:cTn id="72" dur="200"/>
                                        <p:tgtEl>
                                          <p:spTgt spid="462"/>
                                        </p:tgtEl>
                                      </p:cBhvr>
                                    </p:animEffect>
                                  </p:childTnLst>
                                </p:cTn>
                              </p:par>
                            </p:childTnLst>
                          </p:cTn>
                        </p:par>
                        <p:par>
                          <p:cTn id="73" fill="hold">
                            <p:stCondLst>
                              <p:cond delay="600"/>
                            </p:stCondLst>
                            <p:childTnLst>
                              <p:par>
                                <p:cTn id="74" presetClass="entr" nodeType="afterEffect" presetID="9" grpId="17" fill="hold">
                                  <p:stCondLst>
                                    <p:cond delay="0"/>
                                  </p:stCondLst>
                                  <p:iterate type="el" backwards="0">
                                    <p:tmAbs val="0"/>
                                  </p:iterate>
                                  <p:childTnLst>
                                    <p:set>
                                      <p:cBhvr>
                                        <p:cTn id="75" fill="hold"/>
                                        <p:tgtEl>
                                          <p:spTgt spid="463"/>
                                        </p:tgtEl>
                                        <p:attrNameLst>
                                          <p:attrName>style.visibility</p:attrName>
                                        </p:attrNameLst>
                                      </p:cBhvr>
                                      <p:to>
                                        <p:strVal val="visible"/>
                                      </p:to>
                                    </p:set>
                                    <p:animEffect filter="dissolve" transition="in">
                                      <p:cBhvr>
                                        <p:cTn id="76" dur="200"/>
                                        <p:tgtEl>
                                          <p:spTgt spid="463"/>
                                        </p:tgtEl>
                                      </p:cBhvr>
                                    </p:animEffect>
                                  </p:childTnLst>
                                </p:cTn>
                              </p:par>
                            </p:childTnLst>
                          </p:cTn>
                        </p:par>
                        <p:par>
                          <p:cTn id="77" fill="hold">
                            <p:stCondLst>
                              <p:cond delay="800"/>
                            </p:stCondLst>
                            <p:childTnLst>
                              <p:par>
                                <p:cTn id="78" presetClass="entr" nodeType="afterEffect" presetID="9" grpId="18" fill="hold">
                                  <p:stCondLst>
                                    <p:cond delay="0"/>
                                  </p:stCondLst>
                                  <p:iterate type="el" backwards="0">
                                    <p:tmAbs val="0"/>
                                  </p:iterate>
                                  <p:childTnLst>
                                    <p:set>
                                      <p:cBhvr>
                                        <p:cTn id="79" fill="hold"/>
                                        <p:tgtEl>
                                          <p:spTgt spid="464"/>
                                        </p:tgtEl>
                                        <p:attrNameLst>
                                          <p:attrName>style.visibility</p:attrName>
                                        </p:attrNameLst>
                                      </p:cBhvr>
                                      <p:to>
                                        <p:strVal val="visible"/>
                                      </p:to>
                                    </p:set>
                                    <p:animEffect filter="dissolve" transition="in">
                                      <p:cBhvr>
                                        <p:cTn id="80" dur="200"/>
                                        <p:tgtEl>
                                          <p:spTgt spid="464"/>
                                        </p:tgtEl>
                                      </p:cBhvr>
                                    </p:animEffect>
                                  </p:childTnLst>
                                </p:cTn>
                              </p:par>
                            </p:childTnLst>
                          </p:cTn>
                        </p:par>
                        <p:par>
                          <p:cTn id="81" fill="hold">
                            <p:stCondLst>
                              <p:cond delay="1000"/>
                            </p:stCondLst>
                            <p:childTnLst>
                              <p:par>
                                <p:cTn id="82" presetClass="entr" nodeType="afterEffect" presetID="9" grpId="19" fill="hold">
                                  <p:stCondLst>
                                    <p:cond delay="0"/>
                                  </p:stCondLst>
                                  <p:iterate type="el" backwards="0">
                                    <p:tmAbs val="0"/>
                                  </p:iterate>
                                  <p:childTnLst>
                                    <p:set>
                                      <p:cBhvr>
                                        <p:cTn id="83" fill="hold"/>
                                        <p:tgtEl>
                                          <p:spTgt spid="465"/>
                                        </p:tgtEl>
                                        <p:attrNameLst>
                                          <p:attrName>style.visibility</p:attrName>
                                        </p:attrNameLst>
                                      </p:cBhvr>
                                      <p:to>
                                        <p:strVal val="visible"/>
                                      </p:to>
                                    </p:set>
                                    <p:animEffect filter="dissolve" transition="in">
                                      <p:cBhvr>
                                        <p:cTn id="84" dur="200"/>
                                        <p:tgtEl>
                                          <p:spTgt spid="465"/>
                                        </p:tgtEl>
                                      </p:cBhvr>
                                    </p:animEffect>
                                  </p:childTnLst>
                                </p:cTn>
                              </p:par>
                            </p:childTnLst>
                          </p:cTn>
                        </p:par>
                        <p:par>
                          <p:cTn id="85" fill="hold">
                            <p:stCondLst>
                              <p:cond delay="1200"/>
                            </p:stCondLst>
                            <p:childTnLst>
                              <p:par>
                                <p:cTn id="86" presetClass="entr" nodeType="afterEffect" presetSubtype="8" presetID="2" grpId="20" fill="hold">
                                  <p:stCondLst>
                                    <p:cond delay="0"/>
                                  </p:stCondLst>
                                  <p:iterate type="el" backwards="0">
                                    <p:tmAbs val="0"/>
                                  </p:iterate>
                                  <p:childTnLst>
                                    <p:set>
                                      <p:cBhvr>
                                        <p:cTn id="87" fill="hold"/>
                                        <p:tgtEl>
                                          <p:spTgt spid="477"/>
                                        </p:tgtEl>
                                        <p:attrNameLst>
                                          <p:attrName>style.visibility</p:attrName>
                                        </p:attrNameLst>
                                      </p:cBhvr>
                                      <p:to>
                                        <p:strVal val="visible"/>
                                      </p:to>
                                    </p:set>
                                    <p:anim calcmode="lin" valueType="num">
                                      <p:cBhvr>
                                        <p:cTn id="88" dur="200" fill="hold"/>
                                        <p:tgtEl>
                                          <p:spTgt spid="477"/>
                                        </p:tgtEl>
                                        <p:attrNameLst>
                                          <p:attrName>ppt_x</p:attrName>
                                        </p:attrNameLst>
                                      </p:cBhvr>
                                      <p:tavLst>
                                        <p:tav tm="0">
                                          <p:val>
                                            <p:strVal val="0-#ppt_w/2"/>
                                          </p:val>
                                        </p:tav>
                                        <p:tav tm="100000">
                                          <p:val>
                                            <p:strVal val="#ppt_x"/>
                                          </p:val>
                                        </p:tav>
                                      </p:tavLst>
                                    </p:anim>
                                    <p:anim calcmode="lin" valueType="num">
                                      <p:cBhvr>
                                        <p:cTn id="89" dur="200" fill="hold"/>
                                        <p:tgtEl>
                                          <p:spTgt spid="477"/>
                                        </p:tgtEl>
                                        <p:attrNameLst>
                                          <p:attrName>ppt_y</p:attrName>
                                        </p:attrNameLst>
                                      </p:cBhvr>
                                      <p:tavLst>
                                        <p:tav tm="0">
                                          <p:val>
                                            <p:strVal val="#ppt_y"/>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Class="entr" nodeType="clickEffect" presetID="9" grpId="21" fill="hold">
                                  <p:stCondLst>
                                    <p:cond delay="0"/>
                                  </p:stCondLst>
                                  <p:iterate type="el" backwards="0">
                                    <p:tmAbs val="0"/>
                                  </p:iterate>
                                  <p:childTnLst>
                                    <p:set>
                                      <p:cBhvr>
                                        <p:cTn id="93" fill="hold"/>
                                        <p:tgtEl>
                                          <p:spTgt spid="478"/>
                                        </p:tgtEl>
                                        <p:attrNameLst>
                                          <p:attrName>style.visibility</p:attrName>
                                        </p:attrNameLst>
                                      </p:cBhvr>
                                      <p:to>
                                        <p:strVal val="visible"/>
                                      </p:to>
                                    </p:set>
                                    <p:animEffect filter="dissolve" transition="in">
                                      <p:cBhvr>
                                        <p:cTn id="94" dur="200"/>
                                        <p:tgtEl>
                                          <p:spTgt spid="478"/>
                                        </p:tgtEl>
                                      </p:cBhvr>
                                    </p:animEffect>
                                  </p:childTnLst>
                                </p:cTn>
                              </p:par>
                            </p:childTnLst>
                          </p:cTn>
                        </p:par>
                        <p:par>
                          <p:cTn id="95" fill="hold">
                            <p:stCondLst>
                              <p:cond delay="200"/>
                            </p:stCondLst>
                            <p:childTnLst>
                              <p:par>
                                <p:cTn id="96" presetClass="entr" nodeType="afterEffect" presetID="9" grpId="22" fill="hold">
                                  <p:stCondLst>
                                    <p:cond delay="0"/>
                                  </p:stCondLst>
                                  <p:iterate type="el" backwards="0">
                                    <p:tmAbs val="0"/>
                                  </p:iterate>
                                  <p:childTnLst>
                                    <p:set>
                                      <p:cBhvr>
                                        <p:cTn id="97" fill="hold"/>
                                        <p:tgtEl>
                                          <p:spTgt spid="479"/>
                                        </p:tgtEl>
                                        <p:attrNameLst>
                                          <p:attrName>style.visibility</p:attrName>
                                        </p:attrNameLst>
                                      </p:cBhvr>
                                      <p:to>
                                        <p:strVal val="visible"/>
                                      </p:to>
                                    </p:set>
                                    <p:animEffect filter="dissolve" transition="in">
                                      <p:cBhvr>
                                        <p:cTn id="98" dur="200"/>
                                        <p:tgtEl>
                                          <p:spTgt spid="479"/>
                                        </p:tgtEl>
                                      </p:cBhvr>
                                    </p:animEffect>
                                  </p:childTnLst>
                                </p:cTn>
                              </p:par>
                            </p:childTnLst>
                          </p:cTn>
                        </p:par>
                        <p:par>
                          <p:cTn id="99" fill="hold">
                            <p:stCondLst>
                              <p:cond delay="400"/>
                            </p:stCondLst>
                            <p:childTnLst>
                              <p:par>
                                <p:cTn id="100" presetClass="entr" nodeType="afterEffect" presetID="9" grpId="23" fill="hold">
                                  <p:stCondLst>
                                    <p:cond delay="0"/>
                                  </p:stCondLst>
                                  <p:iterate type="el" backwards="0">
                                    <p:tmAbs val="0"/>
                                  </p:iterate>
                                  <p:childTnLst>
                                    <p:set>
                                      <p:cBhvr>
                                        <p:cTn id="101" fill="hold"/>
                                        <p:tgtEl>
                                          <p:spTgt spid="480"/>
                                        </p:tgtEl>
                                        <p:attrNameLst>
                                          <p:attrName>style.visibility</p:attrName>
                                        </p:attrNameLst>
                                      </p:cBhvr>
                                      <p:to>
                                        <p:strVal val="visible"/>
                                      </p:to>
                                    </p:set>
                                    <p:animEffect filter="dissolve" transition="in">
                                      <p:cBhvr>
                                        <p:cTn id="102" dur="200"/>
                                        <p:tgtEl>
                                          <p:spTgt spid="480"/>
                                        </p:tgtEl>
                                      </p:cBhvr>
                                    </p:animEffect>
                                  </p:childTnLst>
                                </p:cTn>
                              </p:par>
                            </p:childTnLst>
                          </p:cTn>
                        </p:par>
                        <p:par>
                          <p:cTn id="103" fill="hold">
                            <p:stCondLst>
                              <p:cond delay="600"/>
                            </p:stCondLst>
                            <p:childTnLst>
                              <p:par>
                                <p:cTn id="104" presetClass="entr" nodeType="afterEffect" presetID="9" grpId="24" fill="hold">
                                  <p:stCondLst>
                                    <p:cond delay="0"/>
                                  </p:stCondLst>
                                  <p:iterate type="el" backwards="0">
                                    <p:tmAbs val="0"/>
                                  </p:iterate>
                                  <p:childTnLst>
                                    <p:set>
                                      <p:cBhvr>
                                        <p:cTn id="105" fill="hold"/>
                                        <p:tgtEl>
                                          <p:spTgt spid="481"/>
                                        </p:tgtEl>
                                        <p:attrNameLst>
                                          <p:attrName>style.visibility</p:attrName>
                                        </p:attrNameLst>
                                      </p:cBhvr>
                                      <p:to>
                                        <p:strVal val="visible"/>
                                      </p:to>
                                    </p:set>
                                    <p:animEffect filter="dissolve" transition="in">
                                      <p:cBhvr>
                                        <p:cTn id="106" dur="200"/>
                                        <p:tgtEl>
                                          <p:spTgt spid="481"/>
                                        </p:tgtEl>
                                      </p:cBhvr>
                                    </p:animEffect>
                                  </p:childTnLst>
                                </p:cTn>
                              </p:par>
                            </p:childTnLst>
                          </p:cTn>
                        </p:par>
                        <p:par>
                          <p:cTn id="107" fill="hold">
                            <p:stCondLst>
                              <p:cond delay="800"/>
                            </p:stCondLst>
                            <p:childTnLst>
                              <p:par>
                                <p:cTn id="108" presetClass="entr" nodeType="afterEffect" presetID="9" grpId="25" fill="hold">
                                  <p:stCondLst>
                                    <p:cond delay="0"/>
                                  </p:stCondLst>
                                  <p:iterate type="el" backwards="0">
                                    <p:tmAbs val="0"/>
                                  </p:iterate>
                                  <p:childTnLst>
                                    <p:set>
                                      <p:cBhvr>
                                        <p:cTn id="109" fill="hold"/>
                                        <p:tgtEl>
                                          <p:spTgt spid="482"/>
                                        </p:tgtEl>
                                        <p:attrNameLst>
                                          <p:attrName>style.visibility</p:attrName>
                                        </p:attrNameLst>
                                      </p:cBhvr>
                                      <p:to>
                                        <p:strVal val="visible"/>
                                      </p:to>
                                    </p:set>
                                    <p:animEffect filter="dissolve" transition="in">
                                      <p:cBhvr>
                                        <p:cTn id="110" dur="200"/>
                                        <p:tgtEl>
                                          <p:spTgt spid="482"/>
                                        </p:tgtEl>
                                      </p:cBhvr>
                                    </p:animEffect>
                                  </p:childTnLst>
                                </p:cTn>
                              </p:par>
                            </p:childTnLst>
                          </p:cTn>
                        </p:par>
                      </p:childTnLst>
                    </p:cTn>
                  </p:par>
                  <p:par>
                    <p:cTn id="111" fill="hold">
                      <p:stCondLst>
                        <p:cond delay="indefinite"/>
                      </p:stCondLst>
                      <p:childTnLst>
                        <p:par>
                          <p:cTn id="112" fill="hold">
                            <p:stCondLst>
                              <p:cond delay="0"/>
                            </p:stCondLst>
                            <p:childTnLst>
                              <p:par>
                                <p:cTn id="113" presetClass="entr" nodeType="clickEffect" presetID="9" grpId="26" fill="hold">
                                  <p:stCondLst>
                                    <p:cond delay="0"/>
                                  </p:stCondLst>
                                  <p:iterate type="el" backwards="0">
                                    <p:tmAbs val="0"/>
                                  </p:iterate>
                                  <p:childTnLst>
                                    <p:set>
                                      <p:cBhvr>
                                        <p:cTn id="114" fill="hold"/>
                                        <p:tgtEl>
                                          <p:spTgt spid="483"/>
                                        </p:tgtEl>
                                        <p:attrNameLst>
                                          <p:attrName>style.visibility</p:attrName>
                                        </p:attrNameLst>
                                      </p:cBhvr>
                                      <p:to>
                                        <p:strVal val="visible"/>
                                      </p:to>
                                    </p:set>
                                    <p:animEffect filter="dissolve" transition="in">
                                      <p:cBhvr>
                                        <p:cTn id="115" dur="200"/>
                                        <p:tgtEl>
                                          <p:spTgt spid="483"/>
                                        </p:tgtEl>
                                      </p:cBhvr>
                                    </p:animEffect>
                                  </p:childTnLst>
                                </p:cTn>
                              </p:par>
                            </p:childTnLst>
                          </p:cTn>
                        </p:par>
                        <p:par>
                          <p:cTn id="116" fill="hold">
                            <p:stCondLst>
                              <p:cond delay="200"/>
                            </p:stCondLst>
                            <p:childTnLst>
                              <p:par>
                                <p:cTn id="117" presetClass="entr" nodeType="afterEffect" presetID="9" grpId="27" fill="hold">
                                  <p:stCondLst>
                                    <p:cond delay="0"/>
                                  </p:stCondLst>
                                  <p:iterate type="el" backwards="0">
                                    <p:tmAbs val="0"/>
                                  </p:iterate>
                                  <p:childTnLst>
                                    <p:set>
                                      <p:cBhvr>
                                        <p:cTn id="118" fill="hold"/>
                                        <p:tgtEl>
                                          <p:spTgt spid="484"/>
                                        </p:tgtEl>
                                        <p:attrNameLst>
                                          <p:attrName>style.visibility</p:attrName>
                                        </p:attrNameLst>
                                      </p:cBhvr>
                                      <p:to>
                                        <p:strVal val="visible"/>
                                      </p:to>
                                    </p:set>
                                    <p:animEffect filter="dissolve" transition="in">
                                      <p:cBhvr>
                                        <p:cTn id="119" dur="200"/>
                                        <p:tgtEl>
                                          <p:spTgt spid="484"/>
                                        </p:tgtEl>
                                      </p:cBhvr>
                                    </p:animEffect>
                                  </p:childTnLst>
                                </p:cTn>
                              </p:par>
                            </p:childTnLst>
                          </p:cTn>
                        </p:par>
                        <p:par>
                          <p:cTn id="120" fill="hold">
                            <p:stCondLst>
                              <p:cond delay="400"/>
                            </p:stCondLst>
                            <p:childTnLst>
                              <p:par>
                                <p:cTn id="121" presetClass="entr" nodeType="afterEffect" presetID="9" grpId="28" fill="hold">
                                  <p:stCondLst>
                                    <p:cond delay="0"/>
                                  </p:stCondLst>
                                  <p:iterate type="el" backwards="0">
                                    <p:tmAbs val="0"/>
                                  </p:iterate>
                                  <p:childTnLst>
                                    <p:set>
                                      <p:cBhvr>
                                        <p:cTn id="122" fill="hold"/>
                                        <p:tgtEl>
                                          <p:spTgt spid="485"/>
                                        </p:tgtEl>
                                        <p:attrNameLst>
                                          <p:attrName>style.visibility</p:attrName>
                                        </p:attrNameLst>
                                      </p:cBhvr>
                                      <p:to>
                                        <p:strVal val="visible"/>
                                      </p:to>
                                    </p:set>
                                    <p:animEffect filter="dissolve" transition="in">
                                      <p:cBhvr>
                                        <p:cTn id="123" dur="200"/>
                                        <p:tgtEl>
                                          <p:spTgt spid="485"/>
                                        </p:tgtEl>
                                      </p:cBhvr>
                                    </p:animEffect>
                                  </p:childTnLst>
                                </p:cTn>
                              </p:par>
                            </p:childTnLst>
                          </p:cTn>
                        </p:par>
                        <p:par>
                          <p:cTn id="124" fill="hold">
                            <p:stCondLst>
                              <p:cond delay="600"/>
                            </p:stCondLst>
                            <p:childTnLst>
                              <p:par>
                                <p:cTn id="125" presetClass="entr" nodeType="afterEffect" presetID="9" grpId="29" fill="hold">
                                  <p:stCondLst>
                                    <p:cond delay="0"/>
                                  </p:stCondLst>
                                  <p:iterate type="el" backwards="0">
                                    <p:tmAbs val="0"/>
                                  </p:iterate>
                                  <p:childTnLst>
                                    <p:set>
                                      <p:cBhvr>
                                        <p:cTn id="126" fill="hold"/>
                                        <p:tgtEl>
                                          <p:spTgt spid="486"/>
                                        </p:tgtEl>
                                        <p:attrNameLst>
                                          <p:attrName>style.visibility</p:attrName>
                                        </p:attrNameLst>
                                      </p:cBhvr>
                                      <p:to>
                                        <p:strVal val="visible"/>
                                      </p:to>
                                    </p:set>
                                    <p:animEffect filter="dissolve" transition="in">
                                      <p:cBhvr>
                                        <p:cTn id="127" dur="200"/>
                                        <p:tgtEl>
                                          <p:spTgt spid="486"/>
                                        </p:tgtEl>
                                      </p:cBhvr>
                                    </p:animEffect>
                                  </p:childTnLst>
                                </p:cTn>
                              </p:par>
                            </p:childTnLst>
                          </p:cTn>
                        </p:par>
                        <p:par>
                          <p:cTn id="128" fill="hold">
                            <p:stCondLst>
                              <p:cond delay="800"/>
                            </p:stCondLst>
                            <p:childTnLst>
                              <p:par>
                                <p:cTn id="129" presetClass="entr" nodeType="afterEffect" presetID="9" grpId="30" fill="hold">
                                  <p:stCondLst>
                                    <p:cond delay="0"/>
                                  </p:stCondLst>
                                  <p:iterate type="el" backwards="0">
                                    <p:tmAbs val="0"/>
                                  </p:iterate>
                                  <p:childTnLst>
                                    <p:set>
                                      <p:cBhvr>
                                        <p:cTn id="130" fill="hold"/>
                                        <p:tgtEl>
                                          <p:spTgt spid="487"/>
                                        </p:tgtEl>
                                        <p:attrNameLst>
                                          <p:attrName>style.visibility</p:attrName>
                                        </p:attrNameLst>
                                      </p:cBhvr>
                                      <p:to>
                                        <p:strVal val="visible"/>
                                      </p:to>
                                    </p:set>
                                    <p:animEffect filter="dissolve" transition="in">
                                      <p:cBhvr>
                                        <p:cTn id="131" dur="200"/>
                                        <p:tgtEl>
                                          <p:spTgt spid="487"/>
                                        </p:tgtEl>
                                      </p:cBhvr>
                                    </p:animEffect>
                                  </p:childTnLst>
                                </p:cTn>
                              </p:par>
                            </p:childTnLst>
                          </p:cTn>
                        </p:par>
                        <p:par>
                          <p:cTn id="132" fill="hold">
                            <p:stCondLst>
                              <p:cond delay="1000"/>
                            </p:stCondLst>
                            <p:childTnLst>
                              <p:par>
                                <p:cTn id="133" presetClass="entr" nodeType="afterEffect" presetSubtype="8" presetID="2" grpId="31" fill="hold">
                                  <p:stCondLst>
                                    <p:cond delay="0"/>
                                  </p:stCondLst>
                                  <p:iterate type="el" backwards="0">
                                    <p:tmAbs val="0"/>
                                  </p:iterate>
                                  <p:childTnLst>
                                    <p:set>
                                      <p:cBhvr>
                                        <p:cTn id="134" fill="hold"/>
                                        <p:tgtEl>
                                          <p:spTgt spid="488"/>
                                        </p:tgtEl>
                                        <p:attrNameLst>
                                          <p:attrName>style.visibility</p:attrName>
                                        </p:attrNameLst>
                                      </p:cBhvr>
                                      <p:to>
                                        <p:strVal val="visible"/>
                                      </p:to>
                                    </p:set>
                                    <p:anim calcmode="lin" valueType="num">
                                      <p:cBhvr>
                                        <p:cTn id="135" dur="200" fill="hold"/>
                                        <p:tgtEl>
                                          <p:spTgt spid="488"/>
                                        </p:tgtEl>
                                        <p:attrNameLst>
                                          <p:attrName>ppt_x</p:attrName>
                                        </p:attrNameLst>
                                      </p:cBhvr>
                                      <p:tavLst>
                                        <p:tav tm="0">
                                          <p:val>
                                            <p:strVal val="0-#ppt_w/2"/>
                                          </p:val>
                                        </p:tav>
                                        <p:tav tm="100000">
                                          <p:val>
                                            <p:strVal val="#ppt_x"/>
                                          </p:val>
                                        </p:tav>
                                      </p:tavLst>
                                    </p:anim>
                                    <p:anim calcmode="lin" valueType="num">
                                      <p:cBhvr>
                                        <p:cTn id="136" dur="200" fill="hold"/>
                                        <p:tgtEl>
                                          <p:spTgt spid="488"/>
                                        </p:tgtEl>
                                        <p:attrNameLst>
                                          <p:attrName>ppt_y</p:attrName>
                                        </p:attrNameLst>
                                      </p:cBhvr>
                                      <p:tavLst>
                                        <p:tav tm="0">
                                          <p:val>
                                            <p:strVal val="#ppt_y"/>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Class="entr" nodeType="clickEffect" presetID="9" grpId="32" fill="hold">
                                  <p:stCondLst>
                                    <p:cond delay="0"/>
                                  </p:stCondLst>
                                  <p:iterate type="el" backwards="0">
                                    <p:tmAbs val="0"/>
                                  </p:iterate>
                                  <p:childTnLst>
                                    <p:set>
                                      <p:cBhvr>
                                        <p:cTn id="140" fill="hold"/>
                                        <p:tgtEl>
                                          <p:spTgt spid="489"/>
                                        </p:tgtEl>
                                        <p:attrNameLst>
                                          <p:attrName>style.visibility</p:attrName>
                                        </p:attrNameLst>
                                      </p:cBhvr>
                                      <p:to>
                                        <p:strVal val="visible"/>
                                      </p:to>
                                    </p:set>
                                    <p:animEffect filter="dissolve" transition="in">
                                      <p:cBhvr>
                                        <p:cTn id="141" dur="200"/>
                                        <p:tgtEl>
                                          <p:spTgt spid="489"/>
                                        </p:tgtEl>
                                      </p:cBhvr>
                                    </p:animEffect>
                                  </p:childTnLst>
                                </p:cTn>
                              </p:par>
                            </p:childTnLst>
                          </p:cTn>
                        </p:par>
                        <p:par>
                          <p:cTn id="142" fill="hold">
                            <p:stCondLst>
                              <p:cond delay="200"/>
                            </p:stCondLst>
                            <p:childTnLst>
                              <p:par>
                                <p:cTn id="143" presetClass="entr" nodeType="afterEffect" presetID="9" grpId="33" fill="hold">
                                  <p:stCondLst>
                                    <p:cond delay="0"/>
                                  </p:stCondLst>
                                  <p:iterate type="el" backwards="0">
                                    <p:tmAbs val="0"/>
                                  </p:iterate>
                                  <p:childTnLst>
                                    <p:set>
                                      <p:cBhvr>
                                        <p:cTn id="144" fill="hold"/>
                                        <p:tgtEl>
                                          <p:spTgt spid="490"/>
                                        </p:tgtEl>
                                        <p:attrNameLst>
                                          <p:attrName>style.visibility</p:attrName>
                                        </p:attrNameLst>
                                      </p:cBhvr>
                                      <p:to>
                                        <p:strVal val="visible"/>
                                      </p:to>
                                    </p:set>
                                    <p:animEffect filter="dissolve" transition="in">
                                      <p:cBhvr>
                                        <p:cTn id="145" dur="200"/>
                                        <p:tgtEl>
                                          <p:spTgt spid="490"/>
                                        </p:tgtEl>
                                      </p:cBhvr>
                                    </p:animEffect>
                                  </p:childTnLst>
                                </p:cTn>
                              </p:par>
                            </p:childTnLst>
                          </p:cTn>
                        </p:par>
                        <p:par>
                          <p:cTn id="146" fill="hold">
                            <p:stCondLst>
                              <p:cond delay="400"/>
                            </p:stCondLst>
                            <p:childTnLst>
                              <p:par>
                                <p:cTn id="147" presetClass="entr" nodeType="afterEffect" presetID="9" grpId="34" fill="hold">
                                  <p:stCondLst>
                                    <p:cond delay="0"/>
                                  </p:stCondLst>
                                  <p:iterate type="el" backwards="0">
                                    <p:tmAbs val="0"/>
                                  </p:iterate>
                                  <p:childTnLst>
                                    <p:set>
                                      <p:cBhvr>
                                        <p:cTn id="148" fill="hold"/>
                                        <p:tgtEl>
                                          <p:spTgt spid="491"/>
                                        </p:tgtEl>
                                        <p:attrNameLst>
                                          <p:attrName>style.visibility</p:attrName>
                                        </p:attrNameLst>
                                      </p:cBhvr>
                                      <p:to>
                                        <p:strVal val="visible"/>
                                      </p:to>
                                    </p:set>
                                    <p:animEffect filter="dissolve" transition="in">
                                      <p:cBhvr>
                                        <p:cTn id="149" dur="200"/>
                                        <p:tgtEl>
                                          <p:spTgt spid="491"/>
                                        </p:tgtEl>
                                      </p:cBhvr>
                                    </p:animEffect>
                                  </p:childTnLst>
                                </p:cTn>
                              </p:par>
                            </p:childTnLst>
                          </p:cTn>
                        </p:par>
                        <p:par>
                          <p:cTn id="150" fill="hold">
                            <p:stCondLst>
                              <p:cond delay="600"/>
                            </p:stCondLst>
                            <p:childTnLst>
                              <p:par>
                                <p:cTn id="151" presetClass="entr" nodeType="afterEffect" presetID="9" grpId="35" fill="hold">
                                  <p:stCondLst>
                                    <p:cond delay="0"/>
                                  </p:stCondLst>
                                  <p:iterate type="el" backwards="0">
                                    <p:tmAbs val="0"/>
                                  </p:iterate>
                                  <p:childTnLst>
                                    <p:set>
                                      <p:cBhvr>
                                        <p:cTn id="152" fill="hold"/>
                                        <p:tgtEl>
                                          <p:spTgt spid="492"/>
                                        </p:tgtEl>
                                        <p:attrNameLst>
                                          <p:attrName>style.visibility</p:attrName>
                                        </p:attrNameLst>
                                      </p:cBhvr>
                                      <p:to>
                                        <p:strVal val="visible"/>
                                      </p:to>
                                    </p:set>
                                    <p:animEffect filter="dissolve" transition="in">
                                      <p:cBhvr>
                                        <p:cTn id="153" dur="200"/>
                                        <p:tgtEl>
                                          <p:spTgt spid="492"/>
                                        </p:tgtEl>
                                      </p:cBhvr>
                                    </p:animEffect>
                                  </p:childTnLst>
                                </p:cTn>
                              </p:par>
                            </p:childTnLst>
                          </p:cTn>
                        </p:par>
                        <p:par>
                          <p:cTn id="154" fill="hold">
                            <p:stCondLst>
                              <p:cond delay="800"/>
                            </p:stCondLst>
                            <p:childTnLst>
                              <p:par>
                                <p:cTn id="155" presetClass="entr" nodeType="afterEffect" presetID="9" grpId="36" fill="hold">
                                  <p:stCondLst>
                                    <p:cond delay="0"/>
                                  </p:stCondLst>
                                  <p:iterate type="el" backwards="0">
                                    <p:tmAbs val="0"/>
                                  </p:iterate>
                                  <p:childTnLst>
                                    <p:set>
                                      <p:cBhvr>
                                        <p:cTn id="156" fill="hold"/>
                                        <p:tgtEl>
                                          <p:spTgt spid="493"/>
                                        </p:tgtEl>
                                        <p:attrNameLst>
                                          <p:attrName>style.visibility</p:attrName>
                                        </p:attrNameLst>
                                      </p:cBhvr>
                                      <p:to>
                                        <p:strVal val="visible"/>
                                      </p:to>
                                    </p:set>
                                    <p:animEffect filter="dissolve" transition="in">
                                      <p:cBhvr>
                                        <p:cTn id="157" dur="200"/>
                                        <p:tgtEl>
                                          <p:spTgt spid="493"/>
                                        </p:tgtEl>
                                      </p:cBhvr>
                                    </p:animEffect>
                                  </p:childTnLst>
                                </p:cTn>
                              </p:par>
                            </p:childTnLst>
                          </p:cTn>
                        </p:par>
                      </p:childTnLst>
                    </p:cTn>
                  </p:par>
                  <p:par>
                    <p:cTn id="158" fill="hold">
                      <p:stCondLst>
                        <p:cond delay="indefinite"/>
                      </p:stCondLst>
                      <p:childTnLst>
                        <p:par>
                          <p:cTn id="159" fill="hold">
                            <p:stCondLst>
                              <p:cond delay="0"/>
                            </p:stCondLst>
                            <p:childTnLst>
                              <p:par>
                                <p:cTn id="160" presetClass="entr" nodeType="clickEffect" presetID="9" grpId="37" fill="hold">
                                  <p:stCondLst>
                                    <p:cond delay="0"/>
                                  </p:stCondLst>
                                  <p:iterate type="el" backwards="0">
                                    <p:tmAbs val="0"/>
                                  </p:iterate>
                                  <p:childTnLst>
                                    <p:set>
                                      <p:cBhvr>
                                        <p:cTn id="161" fill="hold"/>
                                        <p:tgtEl>
                                          <p:spTgt spid="499"/>
                                        </p:tgtEl>
                                        <p:attrNameLst>
                                          <p:attrName>style.visibility</p:attrName>
                                        </p:attrNameLst>
                                      </p:cBhvr>
                                      <p:to>
                                        <p:strVal val="visible"/>
                                      </p:to>
                                    </p:set>
                                    <p:animEffect filter="dissolve" transition="in">
                                      <p:cBhvr>
                                        <p:cTn id="162" dur="200"/>
                                        <p:tgtEl>
                                          <p:spTgt spid="499"/>
                                        </p:tgtEl>
                                      </p:cBhvr>
                                    </p:animEffect>
                                  </p:childTnLst>
                                </p:cTn>
                              </p:par>
                            </p:childTnLst>
                          </p:cTn>
                        </p:par>
                        <p:par>
                          <p:cTn id="163" fill="hold">
                            <p:stCondLst>
                              <p:cond delay="200"/>
                            </p:stCondLst>
                            <p:childTnLst>
                              <p:par>
                                <p:cTn id="164" presetClass="entr" nodeType="afterEffect" presetID="9" grpId="38" fill="hold">
                                  <p:stCondLst>
                                    <p:cond delay="0"/>
                                  </p:stCondLst>
                                  <p:iterate type="el" backwards="0">
                                    <p:tmAbs val="0"/>
                                  </p:iterate>
                                  <p:childTnLst>
                                    <p:set>
                                      <p:cBhvr>
                                        <p:cTn id="165" fill="hold"/>
                                        <p:tgtEl>
                                          <p:spTgt spid="494"/>
                                        </p:tgtEl>
                                        <p:attrNameLst>
                                          <p:attrName>style.visibility</p:attrName>
                                        </p:attrNameLst>
                                      </p:cBhvr>
                                      <p:to>
                                        <p:strVal val="visible"/>
                                      </p:to>
                                    </p:set>
                                    <p:animEffect filter="dissolve" transition="in">
                                      <p:cBhvr>
                                        <p:cTn id="166" dur="200"/>
                                        <p:tgtEl>
                                          <p:spTgt spid="494"/>
                                        </p:tgtEl>
                                      </p:cBhvr>
                                    </p:animEffect>
                                  </p:childTnLst>
                                </p:cTn>
                              </p:par>
                            </p:childTnLst>
                          </p:cTn>
                        </p:par>
                        <p:par>
                          <p:cTn id="167" fill="hold">
                            <p:stCondLst>
                              <p:cond delay="400"/>
                            </p:stCondLst>
                            <p:childTnLst>
                              <p:par>
                                <p:cTn id="168" presetClass="entr" nodeType="afterEffect" presetID="9" grpId="39" fill="hold">
                                  <p:stCondLst>
                                    <p:cond delay="0"/>
                                  </p:stCondLst>
                                  <p:iterate type="el" backwards="0">
                                    <p:tmAbs val="0"/>
                                  </p:iterate>
                                  <p:childTnLst>
                                    <p:set>
                                      <p:cBhvr>
                                        <p:cTn id="169" fill="hold"/>
                                        <p:tgtEl>
                                          <p:spTgt spid="495"/>
                                        </p:tgtEl>
                                        <p:attrNameLst>
                                          <p:attrName>style.visibility</p:attrName>
                                        </p:attrNameLst>
                                      </p:cBhvr>
                                      <p:to>
                                        <p:strVal val="visible"/>
                                      </p:to>
                                    </p:set>
                                    <p:animEffect filter="dissolve" transition="in">
                                      <p:cBhvr>
                                        <p:cTn id="170" dur="200"/>
                                        <p:tgtEl>
                                          <p:spTgt spid="495"/>
                                        </p:tgtEl>
                                      </p:cBhvr>
                                    </p:animEffect>
                                  </p:childTnLst>
                                </p:cTn>
                              </p:par>
                            </p:childTnLst>
                          </p:cTn>
                        </p:par>
                        <p:par>
                          <p:cTn id="171" fill="hold">
                            <p:stCondLst>
                              <p:cond delay="600"/>
                            </p:stCondLst>
                            <p:childTnLst>
                              <p:par>
                                <p:cTn id="172" presetClass="entr" nodeType="afterEffect" presetID="9" grpId="40" fill="hold">
                                  <p:stCondLst>
                                    <p:cond delay="0"/>
                                  </p:stCondLst>
                                  <p:iterate type="el" backwards="0">
                                    <p:tmAbs val="0"/>
                                  </p:iterate>
                                  <p:childTnLst>
                                    <p:set>
                                      <p:cBhvr>
                                        <p:cTn id="173" fill="hold"/>
                                        <p:tgtEl>
                                          <p:spTgt spid="496"/>
                                        </p:tgtEl>
                                        <p:attrNameLst>
                                          <p:attrName>style.visibility</p:attrName>
                                        </p:attrNameLst>
                                      </p:cBhvr>
                                      <p:to>
                                        <p:strVal val="visible"/>
                                      </p:to>
                                    </p:set>
                                    <p:animEffect filter="dissolve" transition="in">
                                      <p:cBhvr>
                                        <p:cTn id="174" dur="200"/>
                                        <p:tgtEl>
                                          <p:spTgt spid="496"/>
                                        </p:tgtEl>
                                      </p:cBhvr>
                                    </p:animEffect>
                                  </p:childTnLst>
                                </p:cTn>
                              </p:par>
                            </p:childTnLst>
                          </p:cTn>
                        </p:par>
                        <p:par>
                          <p:cTn id="175" fill="hold">
                            <p:stCondLst>
                              <p:cond delay="800"/>
                            </p:stCondLst>
                            <p:childTnLst>
                              <p:par>
                                <p:cTn id="176" presetClass="entr" nodeType="afterEffect" presetID="9" grpId="41" fill="hold">
                                  <p:stCondLst>
                                    <p:cond delay="0"/>
                                  </p:stCondLst>
                                  <p:iterate type="el" backwards="0">
                                    <p:tmAbs val="0"/>
                                  </p:iterate>
                                  <p:childTnLst>
                                    <p:set>
                                      <p:cBhvr>
                                        <p:cTn id="177" fill="hold"/>
                                        <p:tgtEl>
                                          <p:spTgt spid="497"/>
                                        </p:tgtEl>
                                        <p:attrNameLst>
                                          <p:attrName>style.visibility</p:attrName>
                                        </p:attrNameLst>
                                      </p:cBhvr>
                                      <p:to>
                                        <p:strVal val="visible"/>
                                      </p:to>
                                    </p:set>
                                    <p:animEffect filter="dissolve" transition="in">
                                      <p:cBhvr>
                                        <p:cTn id="178" dur="200"/>
                                        <p:tgtEl>
                                          <p:spTgt spid="497"/>
                                        </p:tgtEl>
                                      </p:cBhvr>
                                    </p:animEffect>
                                  </p:childTnLst>
                                </p:cTn>
                              </p:par>
                            </p:childTnLst>
                          </p:cTn>
                        </p:par>
                        <p:par>
                          <p:cTn id="179" fill="hold">
                            <p:stCondLst>
                              <p:cond delay="1000"/>
                            </p:stCondLst>
                            <p:childTnLst>
                              <p:par>
                                <p:cTn id="180" presetClass="entr" nodeType="afterEffect" presetID="9" grpId="42" fill="hold">
                                  <p:stCondLst>
                                    <p:cond delay="0"/>
                                  </p:stCondLst>
                                  <p:iterate type="el" backwards="0">
                                    <p:tmAbs val="0"/>
                                  </p:iterate>
                                  <p:childTnLst>
                                    <p:set>
                                      <p:cBhvr>
                                        <p:cTn id="181" fill="hold"/>
                                        <p:tgtEl>
                                          <p:spTgt spid="498"/>
                                        </p:tgtEl>
                                        <p:attrNameLst>
                                          <p:attrName>style.visibility</p:attrName>
                                        </p:attrNameLst>
                                      </p:cBhvr>
                                      <p:to>
                                        <p:strVal val="visible"/>
                                      </p:to>
                                    </p:set>
                                    <p:animEffect filter="dissolve" transition="in">
                                      <p:cBhvr>
                                        <p:cTn id="182" dur="200"/>
                                        <p:tgtEl>
                                          <p:spTgt spid="498"/>
                                        </p:tgtEl>
                                      </p:cBhvr>
                                    </p:animEffect>
                                  </p:childTnLst>
                                </p:cTn>
                              </p:par>
                            </p:childTnLst>
                          </p:cTn>
                        </p:par>
                        <p:par>
                          <p:cTn id="183" fill="hold">
                            <p:stCondLst>
                              <p:cond delay="1200"/>
                            </p:stCondLst>
                            <p:childTnLst>
                              <p:par>
                                <p:cTn id="184" presetClass="entr" nodeType="afterEffect" presetSubtype="8" presetID="2" grpId="43" fill="hold">
                                  <p:stCondLst>
                                    <p:cond delay="0"/>
                                  </p:stCondLst>
                                  <p:iterate type="el" backwards="0">
                                    <p:tmAbs val="0"/>
                                  </p:iterate>
                                  <p:childTnLst>
                                    <p:set>
                                      <p:cBhvr>
                                        <p:cTn id="185" fill="hold"/>
                                        <p:tgtEl>
                                          <p:spTgt spid="500"/>
                                        </p:tgtEl>
                                        <p:attrNameLst>
                                          <p:attrName>style.visibility</p:attrName>
                                        </p:attrNameLst>
                                      </p:cBhvr>
                                      <p:to>
                                        <p:strVal val="visible"/>
                                      </p:to>
                                    </p:set>
                                    <p:anim calcmode="lin" valueType="num">
                                      <p:cBhvr>
                                        <p:cTn id="186" dur="200" fill="hold"/>
                                        <p:tgtEl>
                                          <p:spTgt spid="500"/>
                                        </p:tgtEl>
                                        <p:attrNameLst>
                                          <p:attrName>ppt_x</p:attrName>
                                        </p:attrNameLst>
                                      </p:cBhvr>
                                      <p:tavLst>
                                        <p:tav tm="0">
                                          <p:val>
                                            <p:strVal val="0-#ppt_w/2"/>
                                          </p:val>
                                        </p:tav>
                                        <p:tav tm="100000">
                                          <p:val>
                                            <p:strVal val="#ppt_x"/>
                                          </p:val>
                                        </p:tav>
                                      </p:tavLst>
                                    </p:anim>
                                    <p:anim calcmode="lin" valueType="num">
                                      <p:cBhvr>
                                        <p:cTn id="187" dur="200" fill="hold"/>
                                        <p:tgtEl>
                                          <p:spTgt spid="500"/>
                                        </p:tgtEl>
                                        <p:attrNameLst>
                                          <p:attrName>ppt_y</p:attrName>
                                        </p:attrNameLst>
                                      </p:cBhvr>
                                      <p:tavLst>
                                        <p:tav tm="0">
                                          <p:val>
                                            <p:strVal val="#ppt_y"/>
                                          </p:val>
                                        </p:tav>
                                        <p:tav tm="100000">
                                          <p:val>
                                            <p:strVal val="#ppt_y"/>
                                          </p:val>
                                        </p:tav>
                                      </p:tavLst>
                                    </p:anim>
                                  </p:childTnLst>
                                </p:cTn>
                              </p:par>
                            </p:childTnLst>
                          </p:cTn>
                        </p:par>
                      </p:childTnLst>
                    </p:cTn>
                  </p:par>
                  <p:par>
                    <p:cTn id="188" fill="hold">
                      <p:stCondLst>
                        <p:cond delay="indefinite"/>
                      </p:stCondLst>
                      <p:childTnLst>
                        <p:par>
                          <p:cTn id="189" fill="hold">
                            <p:stCondLst>
                              <p:cond delay="0"/>
                            </p:stCondLst>
                            <p:childTnLst>
                              <p:par>
                                <p:cTn id="190" presetClass="entr" nodeType="clickEffect" presetSubtype="8" presetID="2" grpId="44" fill="hold">
                                  <p:stCondLst>
                                    <p:cond delay="0"/>
                                  </p:stCondLst>
                                  <p:iterate type="el" backwards="0">
                                    <p:tmAbs val="0"/>
                                  </p:iterate>
                                  <p:childTnLst>
                                    <p:set>
                                      <p:cBhvr>
                                        <p:cTn id="191" fill="hold"/>
                                        <p:tgtEl>
                                          <p:spTgt spid="506"/>
                                        </p:tgtEl>
                                        <p:attrNameLst>
                                          <p:attrName>style.visibility</p:attrName>
                                        </p:attrNameLst>
                                      </p:cBhvr>
                                      <p:to>
                                        <p:strVal val="visible"/>
                                      </p:to>
                                    </p:set>
                                    <p:anim calcmode="lin" valueType="num">
                                      <p:cBhvr>
                                        <p:cTn id="192" dur="200" fill="hold"/>
                                        <p:tgtEl>
                                          <p:spTgt spid="506"/>
                                        </p:tgtEl>
                                        <p:attrNameLst>
                                          <p:attrName>ppt_x</p:attrName>
                                        </p:attrNameLst>
                                      </p:cBhvr>
                                      <p:tavLst>
                                        <p:tav tm="0">
                                          <p:val>
                                            <p:strVal val="0-#ppt_w/2"/>
                                          </p:val>
                                        </p:tav>
                                        <p:tav tm="100000">
                                          <p:val>
                                            <p:strVal val="#ppt_x"/>
                                          </p:val>
                                        </p:tav>
                                      </p:tavLst>
                                    </p:anim>
                                    <p:anim calcmode="lin" valueType="num">
                                      <p:cBhvr>
                                        <p:cTn id="193" dur="200" fill="hold"/>
                                        <p:tgtEl>
                                          <p:spTgt spid="506"/>
                                        </p:tgtEl>
                                        <p:attrNameLst>
                                          <p:attrName>ppt_y</p:attrName>
                                        </p:attrNameLst>
                                      </p:cBhvr>
                                      <p:tavLst>
                                        <p:tav tm="0">
                                          <p:val>
                                            <p:strVal val="#ppt_y"/>
                                          </p:val>
                                        </p:tav>
                                        <p:tav tm="100000">
                                          <p:val>
                                            <p:strVal val="#ppt_y"/>
                                          </p:val>
                                        </p:tav>
                                      </p:tavLst>
                                    </p:anim>
                                  </p:childTnLst>
                                </p:cTn>
                              </p:par>
                            </p:childTnLst>
                          </p:cTn>
                        </p:par>
                        <p:par>
                          <p:cTn id="194" fill="hold">
                            <p:stCondLst>
                              <p:cond delay="200"/>
                            </p:stCondLst>
                            <p:childTnLst>
                              <p:par>
                                <p:cTn id="195" presetClass="entr" nodeType="afterEffect" presetSubtype="8" presetID="2" grpId="45" fill="hold">
                                  <p:stCondLst>
                                    <p:cond delay="0"/>
                                  </p:stCondLst>
                                  <p:iterate type="el" backwards="0">
                                    <p:tmAbs val="0"/>
                                  </p:iterate>
                                  <p:childTnLst>
                                    <p:set>
                                      <p:cBhvr>
                                        <p:cTn id="196" fill="hold"/>
                                        <p:tgtEl>
                                          <p:spTgt spid="508"/>
                                        </p:tgtEl>
                                        <p:attrNameLst>
                                          <p:attrName>style.visibility</p:attrName>
                                        </p:attrNameLst>
                                      </p:cBhvr>
                                      <p:to>
                                        <p:strVal val="visible"/>
                                      </p:to>
                                    </p:set>
                                    <p:anim calcmode="lin" valueType="num">
                                      <p:cBhvr>
                                        <p:cTn id="197" dur="200" fill="hold"/>
                                        <p:tgtEl>
                                          <p:spTgt spid="508"/>
                                        </p:tgtEl>
                                        <p:attrNameLst>
                                          <p:attrName>ppt_x</p:attrName>
                                        </p:attrNameLst>
                                      </p:cBhvr>
                                      <p:tavLst>
                                        <p:tav tm="0">
                                          <p:val>
                                            <p:strVal val="0-#ppt_w/2"/>
                                          </p:val>
                                        </p:tav>
                                        <p:tav tm="100000">
                                          <p:val>
                                            <p:strVal val="#ppt_x"/>
                                          </p:val>
                                        </p:tav>
                                      </p:tavLst>
                                    </p:anim>
                                    <p:anim calcmode="lin" valueType="num">
                                      <p:cBhvr>
                                        <p:cTn id="198" dur="200" fill="hold"/>
                                        <p:tgtEl>
                                          <p:spTgt spid="508"/>
                                        </p:tgtEl>
                                        <p:attrNameLst>
                                          <p:attrName>ppt_y</p:attrName>
                                        </p:attrNameLst>
                                      </p:cBhvr>
                                      <p:tavLst>
                                        <p:tav tm="0">
                                          <p:val>
                                            <p:strVal val="#ppt_y"/>
                                          </p:val>
                                        </p:tav>
                                        <p:tav tm="100000">
                                          <p:val>
                                            <p:strVal val="#ppt_y"/>
                                          </p:val>
                                        </p:tav>
                                      </p:tavLst>
                                    </p:anim>
                                  </p:childTnLst>
                                </p:cTn>
                              </p:par>
                            </p:childTnLst>
                          </p:cTn>
                        </p:par>
                      </p:childTnLst>
                    </p:cTn>
                  </p:par>
                  <p:par>
                    <p:cTn id="199" fill="hold">
                      <p:stCondLst>
                        <p:cond delay="indefinite"/>
                      </p:stCondLst>
                      <p:childTnLst>
                        <p:par>
                          <p:cTn id="200" fill="hold">
                            <p:stCondLst>
                              <p:cond delay="0"/>
                            </p:stCondLst>
                            <p:childTnLst>
                              <p:par>
                                <p:cTn id="201" presetClass="entr" nodeType="clickEffect" presetSubtype="8" presetID="2" grpId="46" fill="hold">
                                  <p:stCondLst>
                                    <p:cond delay="0"/>
                                  </p:stCondLst>
                                  <p:iterate type="el" backwards="0">
                                    <p:tmAbs val="0"/>
                                  </p:iterate>
                                  <p:childTnLst>
                                    <p:set>
                                      <p:cBhvr>
                                        <p:cTn id="202" fill="hold"/>
                                        <p:tgtEl>
                                          <p:spTgt spid="503"/>
                                        </p:tgtEl>
                                        <p:attrNameLst>
                                          <p:attrName>style.visibility</p:attrName>
                                        </p:attrNameLst>
                                      </p:cBhvr>
                                      <p:to>
                                        <p:strVal val="visible"/>
                                      </p:to>
                                    </p:set>
                                    <p:anim calcmode="lin" valueType="num">
                                      <p:cBhvr>
                                        <p:cTn id="203" dur="100" fill="hold"/>
                                        <p:tgtEl>
                                          <p:spTgt spid="503"/>
                                        </p:tgtEl>
                                        <p:attrNameLst>
                                          <p:attrName>ppt_x</p:attrName>
                                        </p:attrNameLst>
                                      </p:cBhvr>
                                      <p:tavLst>
                                        <p:tav tm="0">
                                          <p:val>
                                            <p:strVal val="0-#ppt_w/2"/>
                                          </p:val>
                                        </p:tav>
                                        <p:tav tm="100000">
                                          <p:val>
                                            <p:strVal val="#ppt_x"/>
                                          </p:val>
                                        </p:tav>
                                      </p:tavLst>
                                    </p:anim>
                                    <p:anim calcmode="lin" valueType="num">
                                      <p:cBhvr>
                                        <p:cTn id="204" dur="100" fill="hold"/>
                                        <p:tgtEl>
                                          <p:spTgt spid="503"/>
                                        </p:tgtEl>
                                        <p:attrNameLst>
                                          <p:attrName>ppt_y</p:attrName>
                                        </p:attrNameLst>
                                      </p:cBhvr>
                                      <p:tavLst>
                                        <p:tav tm="0">
                                          <p:val>
                                            <p:strVal val="#ppt_y"/>
                                          </p:val>
                                        </p:tav>
                                        <p:tav tm="100000">
                                          <p:val>
                                            <p:strVal val="#ppt_y"/>
                                          </p:val>
                                        </p:tav>
                                      </p:tavLst>
                                    </p:anim>
                                  </p:childTnLst>
                                </p:cTn>
                              </p:par>
                            </p:childTnLst>
                          </p:cTn>
                        </p:par>
                        <p:par>
                          <p:cTn id="205" fill="hold">
                            <p:stCondLst>
                              <p:cond delay="100"/>
                            </p:stCondLst>
                            <p:childTnLst>
                              <p:par>
                                <p:cTn id="206" presetClass="entr" nodeType="afterEffect" presetSubtype="8" presetID="2" grpId="47" fill="hold">
                                  <p:stCondLst>
                                    <p:cond delay="0"/>
                                  </p:stCondLst>
                                  <p:iterate type="el" backwards="0">
                                    <p:tmAbs val="0"/>
                                  </p:iterate>
                                  <p:childTnLst>
                                    <p:set>
                                      <p:cBhvr>
                                        <p:cTn id="207" fill="hold"/>
                                        <p:tgtEl>
                                          <p:spTgt spid="504"/>
                                        </p:tgtEl>
                                        <p:attrNameLst>
                                          <p:attrName>style.visibility</p:attrName>
                                        </p:attrNameLst>
                                      </p:cBhvr>
                                      <p:to>
                                        <p:strVal val="visible"/>
                                      </p:to>
                                    </p:set>
                                    <p:anim calcmode="lin" valueType="num">
                                      <p:cBhvr>
                                        <p:cTn id="208" dur="100" fill="hold"/>
                                        <p:tgtEl>
                                          <p:spTgt spid="504"/>
                                        </p:tgtEl>
                                        <p:attrNameLst>
                                          <p:attrName>ppt_x</p:attrName>
                                        </p:attrNameLst>
                                      </p:cBhvr>
                                      <p:tavLst>
                                        <p:tav tm="0">
                                          <p:val>
                                            <p:strVal val="0-#ppt_w/2"/>
                                          </p:val>
                                        </p:tav>
                                        <p:tav tm="100000">
                                          <p:val>
                                            <p:strVal val="#ppt_x"/>
                                          </p:val>
                                        </p:tav>
                                      </p:tavLst>
                                    </p:anim>
                                    <p:anim calcmode="lin" valueType="num">
                                      <p:cBhvr>
                                        <p:cTn id="209" dur="100" fill="hold"/>
                                        <p:tgtEl>
                                          <p:spTgt spid="504"/>
                                        </p:tgtEl>
                                        <p:attrNameLst>
                                          <p:attrName>ppt_y</p:attrName>
                                        </p:attrNameLst>
                                      </p:cBhvr>
                                      <p:tavLst>
                                        <p:tav tm="0">
                                          <p:val>
                                            <p:strVal val="#ppt_y"/>
                                          </p:val>
                                        </p:tav>
                                        <p:tav tm="100000">
                                          <p:val>
                                            <p:strVal val="#ppt_y"/>
                                          </p:val>
                                        </p:tav>
                                      </p:tavLst>
                                    </p:anim>
                                  </p:childTnLst>
                                </p:cTn>
                              </p:par>
                            </p:childTnLst>
                          </p:cTn>
                        </p:par>
                        <p:par>
                          <p:cTn id="210" fill="hold">
                            <p:stCondLst>
                              <p:cond delay="200"/>
                            </p:stCondLst>
                            <p:childTnLst>
                              <p:par>
                                <p:cTn id="211" presetClass="entr" nodeType="afterEffect" presetSubtype="8" presetID="2" grpId="48" fill="hold">
                                  <p:stCondLst>
                                    <p:cond delay="0"/>
                                  </p:stCondLst>
                                  <p:iterate type="el" backwards="0">
                                    <p:tmAbs val="0"/>
                                  </p:iterate>
                                  <p:childTnLst>
                                    <p:set>
                                      <p:cBhvr>
                                        <p:cTn id="212" fill="hold"/>
                                        <p:tgtEl>
                                          <p:spTgt spid="505"/>
                                        </p:tgtEl>
                                        <p:attrNameLst>
                                          <p:attrName>style.visibility</p:attrName>
                                        </p:attrNameLst>
                                      </p:cBhvr>
                                      <p:to>
                                        <p:strVal val="visible"/>
                                      </p:to>
                                    </p:set>
                                    <p:anim calcmode="lin" valueType="num">
                                      <p:cBhvr>
                                        <p:cTn id="213" dur="100" fill="hold"/>
                                        <p:tgtEl>
                                          <p:spTgt spid="505"/>
                                        </p:tgtEl>
                                        <p:attrNameLst>
                                          <p:attrName>ppt_x</p:attrName>
                                        </p:attrNameLst>
                                      </p:cBhvr>
                                      <p:tavLst>
                                        <p:tav tm="0">
                                          <p:val>
                                            <p:strVal val="0-#ppt_w/2"/>
                                          </p:val>
                                        </p:tav>
                                        <p:tav tm="100000">
                                          <p:val>
                                            <p:strVal val="#ppt_x"/>
                                          </p:val>
                                        </p:tav>
                                      </p:tavLst>
                                    </p:anim>
                                    <p:anim calcmode="lin" valueType="num">
                                      <p:cBhvr>
                                        <p:cTn id="214" dur="100" fill="hold"/>
                                        <p:tgtEl>
                                          <p:spTgt spid="5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69" grpId="13"/>
      <p:bldP build="whole" bldLvl="1" animBg="1" rev="0" advAuto="0" spid="494" grpId="38"/>
      <p:bldP build="whole" bldLvl="1" animBg="1" rev="0" advAuto="0" spid="476" grpId="8"/>
      <p:bldP build="whole" bldLvl="1" animBg="1" rev="0" advAuto="0" spid="508" grpId="45"/>
      <p:bldP build="whole" bldLvl="1" animBg="1" rev="0" advAuto="0" spid="470" grpId="9"/>
      <p:bldP build="whole" bldLvl="1" animBg="1" rev="0" advAuto="0" spid="503" grpId="46"/>
      <p:bldP build="whole" bldLvl="1" animBg="1" rev="0" advAuto="0" spid="478" grpId="21"/>
      <p:bldP build="whole" bldLvl="1" animBg="1" rev="0" advAuto="0" spid="475" grpId="7"/>
      <p:bldP build="whole" bldLvl="1" animBg="1" rev="0" advAuto="0" spid="471" grpId="14"/>
      <p:bldP build="whole" bldLvl="1" animBg="1" rev="0" advAuto="0" spid="481" grpId="24"/>
      <p:bldP build="whole" bldLvl="1" animBg="1" rev="0" advAuto="0" spid="510" grpId="1"/>
      <p:bldP build="whole" bldLvl="1" animBg="1" rev="0" advAuto="0" spid="486" grpId="29"/>
      <p:bldP build="whole" bldLvl="1" animBg="1" rev="0" advAuto="0" spid="493" grpId="36"/>
      <p:bldP build="whole" bldLvl="1" animBg="1" rev="0" advAuto="0" spid="466" grpId="11"/>
      <p:bldP build="whole" bldLvl="1" animBg="1" rev="0" advAuto="0" spid="506" grpId="44"/>
      <p:bldP build="whole" bldLvl="1" animBg="1" rev="0" advAuto="0" spid="488" grpId="31"/>
      <p:bldP build="whole" bldLvl="1" animBg="1" rev="0" advAuto="0" spid="504" grpId="47"/>
      <p:bldP build="whole" bldLvl="1" animBg="1" rev="0" advAuto="0" spid="463" grpId="17"/>
      <p:bldP build="whole" bldLvl="1" animBg="1" rev="0" advAuto="0" spid="467" grpId="10"/>
      <p:bldP build="whole" bldLvl="1" animBg="1" rev="0" advAuto="0" spid="484" grpId="27"/>
      <p:bldP build="whole" bldLvl="1" animBg="1" rev="0" advAuto="0" spid="474" grpId="5"/>
      <p:bldP build="whole" bldLvl="1" animBg="1" rev="0" advAuto="0" spid="500" grpId="43"/>
      <p:bldP build="whole" bldLvl="1" animBg="1" rev="0" advAuto="0" spid="509" grpId="2"/>
      <p:bldP build="whole" bldLvl="1" animBg="1" rev="0" advAuto="0" spid="498" grpId="42"/>
      <p:bldP build="whole" bldLvl="1" animBg="1" rev="0" advAuto="0" spid="489" grpId="32"/>
      <p:bldP build="whole" bldLvl="1" animBg="1" rev="0" advAuto="0" spid="492" grpId="35"/>
      <p:bldP build="whole" bldLvl="1" animBg="1" rev="0" advAuto="0" spid="485" grpId="28"/>
      <p:bldP build="whole" bldLvl="1" animBg="1" rev="0" advAuto="0" spid="477" grpId="20"/>
      <p:bldP build="whole" bldLvl="1" animBg="1" rev="0" advAuto="0" spid="501" grpId="6"/>
      <p:bldP build="whole" bldLvl="1" animBg="1" rev="0" advAuto="0" spid="490" grpId="33"/>
      <p:bldP build="whole" bldLvl="1" animBg="1" rev="0" advAuto="0" spid="495" grpId="39"/>
      <p:bldP build="whole" bldLvl="1" animBg="1" rev="0" advAuto="0" spid="505" grpId="48"/>
      <p:bldP build="whole" bldLvl="1" animBg="1" rev="0" advAuto="0" spid="462" grpId="16"/>
      <p:bldP build="whole" bldLvl="1" animBg="1" rev="0" advAuto="0" spid="465" grpId="19"/>
      <p:bldP build="whole" bldLvl="1" animBg="1" rev="0" advAuto="0" spid="483" grpId="26"/>
      <p:bldP build="whole" bldLvl="1" animBg="1" rev="0" advAuto="0" spid="473" grpId="4"/>
      <p:bldP build="whole" bldLvl="1" animBg="1" rev="0" advAuto="0" spid="460" grpId="3"/>
      <p:bldP build="whole" bldLvl="1" animBg="1" rev="0" advAuto="0" spid="479" grpId="22"/>
      <p:bldP build="whole" bldLvl="1" animBg="1" rev="0" advAuto="0" spid="487" grpId="30"/>
      <p:bldP build="whole" bldLvl="1" animBg="1" rev="0" advAuto="0" spid="468" grpId="12"/>
      <p:bldP build="whole" bldLvl="1" animBg="1" rev="0" advAuto="0" spid="480" grpId="23"/>
      <p:bldP build="whole" bldLvl="1" animBg="1" rev="0" advAuto="0" spid="464" grpId="18"/>
      <p:bldP build="whole" bldLvl="1" animBg="1" rev="0" advAuto="0" spid="497" grpId="41"/>
      <p:bldP build="whole" bldLvl="1" animBg="1" rev="0" advAuto="0" spid="496" grpId="40"/>
      <p:bldP build="whole" bldLvl="1" animBg="1" rev="0" advAuto="0" spid="491" grpId="34"/>
      <p:bldP build="whole" bldLvl="1" animBg="1" rev="0" advAuto="0" spid="461" grpId="15"/>
      <p:bldP build="whole" bldLvl="1" animBg="1" rev="0" advAuto="0" spid="482" grpId="25"/>
      <p:bldP build="whole" bldLvl="1" animBg="1" rev="0" advAuto="0" spid="499" grpId="37"/>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2" name="0"/>
          <p:cNvSpPr/>
          <p:nvPr/>
        </p:nvSpPr>
        <p:spPr>
          <a:xfrm>
            <a:off x="2567985" y="6030715"/>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513" name="0"/>
          <p:cNvSpPr/>
          <p:nvPr/>
        </p:nvSpPr>
        <p:spPr>
          <a:xfrm>
            <a:off x="2567985" y="6737606"/>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514" name="1"/>
          <p:cNvSpPr/>
          <p:nvPr/>
        </p:nvSpPr>
        <p:spPr>
          <a:xfrm>
            <a:off x="2567985" y="7444496"/>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1</a:t>
            </a:r>
          </a:p>
        </p:txBody>
      </p:sp>
      <p:sp>
        <p:nvSpPr>
          <p:cNvPr id="515" name="Dreptunghi"/>
          <p:cNvSpPr/>
          <p:nvPr/>
        </p:nvSpPr>
        <p:spPr>
          <a:xfrm>
            <a:off x="2425673" y="5792106"/>
            <a:ext cx="922901" cy="3124152"/>
          </a:xfrm>
          <a:prstGeom prst="rect">
            <a:avLst/>
          </a:prstGeom>
          <a:ln w="25400">
            <a:solidFill>
              <a:schemeClr val="accent4"/>
            </a:solidFill>
          </a:ln>
        </p:spPr>
        <p:txBody>
          <a:bodyPr lIns="50800" tIns="50800" rIns="50800" bIns="50800" anchor="ctr"/>
          <a:lstStyle/>
          <a:p>
            <a:pPr/>
          </a:p>
        </p:txBody>
      </p:sp>
      <p:sp>
        <p:nvSpPr>
          <p:cNvPr id="516" name="Oval"/>
          <p:cNvSpPr/>
          <p:nvPr/>
        </p:nvSpPr>
        <p:spPr>
          <a:xfrm>
            <a:off x="4250185" y="5427867"/>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517" name="Oval"/>
          <p:cNvSpPr/>
          <p:nvPr/>
        </p:nvSpPr>
        <p:spPr>
          <a:xfrm>
            <a:off x="4250185" y="6065168"/>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518" name="Oval"/>
          <p:cNvSpPr/>
          <p:nvPr/>
        </p:nvSpPr>
        <p:spPr>
          <a:xfrm>
            <a:off x="4250185" y="6721668"/>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519" name="Oval"/>
          <p:cNvSpPr/>
          <p:nvPr/>
        </p:nvSpPr>
        <p:spPr>
          <a:xfrm>
            <a:off x="4250185" y="7378169"/>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520" name="Oval"/>
          <p:cNvSpPr/>
          <p:nvPr/>
        </p:nvSpPr>
        <p:spPr>
          <a:xfrm>
            <a:off x="4250185" y="8015468"/>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521" name="Linie"/>
          <p:cNvSpPr/>
          <p:nvPr/>
        </p:nvSpPr>
        <p:spPr>
          <a:xfrm>
            <a:off x="3336880" y="7038522"/>
            <a:ext cx="801887" cy="1"/>
          </a:xfrm>
          <a:prstGeom prst="line">
            <a:avLst/>
          </a:prstGeom>
          <a:ln w="25400">
            <a:solidFill>
              <a:schemeClr val="accent5"/>
            </a:solidFill>
            <a:tailEnd type="triangle"/>
          </a:ln>
        </p:spPr>
        <p:txBody>
          <a:bodyPr lIns="45718" tIns="45718" rIns="45718" bIns="45718"/>
          <a:lstStyle/>
          <a:p>
            <a:pPr/>
          </a:p>
        </p:txBody>
      </p:sp>
      <p:sp>
        <p:nvSpPr>
          <p:cNvPr id="522" name="Linie"/>
          <p:cNvSpPr/>
          <p:nvPr/>
        </p:nvSpPr>
        <p:spPr>
          <a:xfrm flipV="1">
            <a:off x="3336880" y="6371288"/>
            <a:ext cx="808445" cy="667235"/>
          </a:xfrm>
          <a:prstGeom prst="line">
            <a:avLst/>
          </a:prstGeom>
          <a:ln w="25400">
            <a:solidFill>
              <a:schemeClr val="accent5"/>
            </a:solidFill>
            <a:tailEnd type="triangle"/>
          </a:ln>
        </p:spPr>
        <p:txBody>
          <a:bodyPr lIns="45718" tIns="45718" rIns="45718" bIns="45718"/>
          <a:lstStyle/>
          <a:p>
            <a:pPr/>
          </a:p>
        </p:txBody>
      </p:sp>
      <p:sp>
        <p:nvSpPr>
          <p:cNvPr id="523" name="Linie"/>
          <p:cNvSpPr/>
          <p:nvPr/>
        </p:nvSpPr>
        <p:spPr>
          <a:xfrm>
            <a:off x="3309530" y="7038521"/>
            <a:ext cx="863690" cy="628772"/>
          </a:xfrm>
          <a:prstGeom prst="line">
            <a:avLst/>
          </a:prstGeom>
          <a:ln w="25400">
            <a:solidFill>
              <a:schemeClr val="accent5"/>
            </a:solidFill>
            <a:tailEnd type="triangle"/>
          </a:ln>
        </p:spPr>
        <p:txBody>
          <a:bodyPr lIns="45718" tIns="45718" rIns="45718" bIns="45718"/>
          <a:lstStyle/>
          <a:p>
            <a:pPr/>
          </a:p>
        </p:txBody>
      </p:sp>
      <p:sp>
        <p:nvSpPr>
          <p:cNvPr id="524" name="Linie"/>
          <p:cNvSpPr/>
          <p:nvPr/>
        </p:nvSpPr>
        <p:spPr>
          <a:xfrm>
            <a:off x="3309530" y="7038522"/>
            <a:ext cx="866497" cy="1301886"/>
          </a:xfrm>
          <a:prstGeom prst="line">
            <a:avLst/>
          </a:prstGeom>
          <a:ln w="25400">
            <a:solidFill>
              <a:schemeClr val="accent5"/>
            </a:solidFill>
            <a:tailEnd type="triangle"/>
          </a:ln>
        </p:spPr>
        <p:txBody>
          <a:bodyPr lIns="45718" tIns="45718" rIns="45718" bIns="45718"/>
          <a:lstStyle/>
          <a:p>
            <a:pPr/>
          </a:p>
        </p:txBody>
      </p:sp>
      <p:sp>
        <p:nvSpPr>
          <p:cNvPr id="525" name="Linie"/>
          <p:cNvSpPr/>
          <p:nvPr/>
        </p:nvSpPr>
        <p:spPr>
          <a:xfrm flipV="1">
            <a:off x="3330322" y="5968603"/>
            <a:ext cx="791724" cy="1071124"/>
          </a:xfrm>
          <a:prstGeom prst="line">
            <a:avLst/>
          </a:prstGeom>
          <a:ln w="25400">
            <a:solidFill>
              <a:schemeClr val="accent5"/>
            </a:solidFill>
            <a:tailEnd type="triangle"/>
          </a:ln>
        </p:spPr>
        <p:txBody>
          <a:bodyPr lIns="45718" tIns="45718" rIns="45718" bIns="45718"/>
          <a:lstStyle/>
          <a:p>
            <a:pPr/>
          </a:p>
        </p:txBody>
      </p:sp>
      <p:sp>
        <p:nvSpPr>
          <p:cNvPr id="526" name="Dreptunghi"/>
          <p:cNvSpPr/>
          <p:nvPr/>
        </p:nvSpPr>
        <p:spPr>
          <a:xfrm>
            <a:off x="4123185" y="5120941"/>
            <a:ext cx="892276" cy="3835161"/>
          </a:xfrm>
          <a:prstGeom prst="rect">
            <a:avLst/>
          </a:prstGeom>
          <a:ln w="25400">
            <a:solidFill>
              <a:schemeClr val="accent1"/>
            </a:solidFill>
          </a:ln>
        </p:spPr>
        <p:txBody>
          <a:bodyPr lIns="50800" tIns="50800" rIns="50800" bIns="50800" anchor="ctr"/>
          <a:lstStyle/>
          <a:p>
            <a:pPr/>
          </a:p>
        </p:txBody>
      </p:sp>
      <p:sp>
        <p:nvSpPr>
          <p:cNvPr id="527" name="Linie"/>
          <p:cNvSpPr/>
          <p:nvPr/>
        </p:nvSpPr>
        <p:spPr>
          <a:xfrm>
            <a:off x="9517367" y="5774862"/>
            <a:ext cx="801887" cy="1"/>
          </a:xfrm>
          <a:prstGeom prst="line">
            <a:avLst/>
          </a:prstGeom>
          <a:ln w="25400">
            <a:solidFill>
              <a:schemeClr val="accent1"/>
            </a:solidFill>
            <a:tailEnd type="triangle"/>
          </a:ln>
        </p:spPr>
        <p:txBody>
          <a:bodyPr lIns="45718" tIns="45718" rIns="45718" bIns="45718"/>
          <a:lstStyle/>
          <a:p>
            <a:pPr/>
          </a:p>
        </p:txBody>
      </p:sp>
      <p:sp>
        <p:nvSpPr>
          <p:cNvPr id="528" name="Linie"/>
          <p:cNvSpPr/>
          <p:nvPr/>
        </p:nvSpPr>
        <p:spPr>
          <a:xfrm>
            <a:off x="9517367" y="6412162"/>
            <a:ext cx="801887" cy="1"/>
          </a:xfrm>
          <a:prstGeom prst="line">
            <a:avLst/>
          </a:prstGeom>
          <a:ln w="25400">
            <a:solidFill>
              <a:schemeClr val="accent1"/>
            </a:solidFill>
            <a:tailEnd type="triangle"/>
          </a:ln>
        </p:spPr>
        <p:txBody>
          <a:bodyPr lIns="45718" tIns="45718" rIns="45718" bIns="45718"/>
          <a:lstStyle/>
          <a:p>
            <a:pPr/>
          </a:p>
        </p:txBody>
      </p:sp>
      <p:sp>
        <p:nvSpPr>
          <p:cNvPr id="529" name="Linie"/>
          <p:cNvSpPr/>
          <p:nvPr/>
        </p:nvSpPr>
        <p:spPr>
          <a:xfrm>
            <a:off x="9493212" y="7078191"/>
            <a:ext cx="801887" cy="1"/>
          </a:xfrm>
          <a:prstGeom prst="line">
            <a:avLst/>
          </a:prstGeom>
          <a:ln w="25400">
            <a:solidFill>
              <a:schemeClr val="accent1"/>
            </a:solidFill>
            <a:tailEnd type="triangle"/>
          </a:ln>
        </p:spPr>
        <p:txBody>
          <a:bodyPr lIns="45718" tIns="45718" rIns="45718" bIns="45718"/>
          <a:lstStyle/>
          <a:p>
            <a:pPr/>
          </a:p>
        </p:txBody>
      </p:sp>
      <p:sp>
        <p:nvSpPr>
          <p:cNvPr id="530" name="Linie"/>
          <p:cNvSpPr/>
          <p:nvPr/>
        </p:nvSpPr>
        <p:spPr>
          <a:xfrm>
            <a:off x="9517367" y="7744220"/>
            <a:ext cx="801887" cy="1"/>
          </a:xfrm>
          <a:prstGeom prst="line">
            <a:avLst/>
          </a:prstGeom>
          <a:ln w="25400">
            <a:solidFill>
              <a:schemeClr val="accent1"/>
            </a:solidFill>
            <a:tailEnd type="triangle"/>
          </a:ln>
        </p:spPr>
        <p:txBody>
          <a:bodyPr lIns="45718" tIns="45718" rIns="45718" bIns="45718"/>
          <a:lstStyle/>
          <a:p>
            <a:pPr/>
          </a:p>
        </p:txBody>
      </p:sp>
      <p:sp>
        <p:nvSpPr>
          <p:cNvPr id="531" name="Linie"/>
          <p:cNvSpPr/>
          <p:nvPr/>
        </p:nvSpPr>
        <p:spPr>
          <a:xfrm>
            <a:off x="9493212" y="8410249"/>
            <a:ext cx="801887" cy="1"/>
          </a:xfrm>
          <a:prstGeom prst="line">
            <a:avLst/>
          </a:prstGeom>
          <a:ln w="25400">
            <a:solidFill>
              <a:schemeClr val="accent1"/>
            </a:solidFill>
            <a:tailEnd type="triangle"/>
          </a:ln>
        </p:spPr>
        <p:txBody>
          <a:bodyPr lIns="45718" tIns="45718" rIns="45718" bIns="45718"/>
          <a:lstStyle/>
          <a:p>
            <a:pPr/>
          </a:p>
        </p:txBody>
      </p:sp>
      <p:sp>
        <p:nvSpPr>
          <p:cNvPr id="532" name="f"/>
          <p:cNvSpPr/>
          <p:nvPr/>
        </p:nvSpPr>
        <p:spPr>
          <a:xfrm>
            <a:off x="10294352" y="5541246"/>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533" name="f"/>
          <p:cNvSpPr/>
          <p:nvPr/>
        </p:nvSpPr>
        <p:spPr>
          <a:xfrm>
            <a:off x="10294352" y="6178546"/>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534" name="f"/>
          <p:cNvSpPr/>
          <p:nvPr/>
        </p:nvSpPr>
        <p:spPr>
          <a:xfrm>
            <a:off x="10294352" y="6858939"/>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535" name="f"/>
          <p:cNvSpPr/>
          <p:nvPr/>
        </p:nvSpPr>
        <p:spPr>
          <a:xfrm>
            <a:off x="10294352" y="7491546"/>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536" name="f"/>
          <p:cNvSpPr/>
          <p:nvPr/>
        </p:nvSpPr>
        <p:spPr>
          <a:xfrm>
            <a:off x="10294352" y="8128847"/>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537" name="Linie"/>
          <p:cNvSpPr/>
          <p:nvPr/>
        </p:nvSpPr>
        <p:spPr>
          <a:xfrm>
            <a:off x="10777168" y="5774862"/>
            <a:ext cx="801887" cy="1"/>
          </a:xfrm>
          <a:prstGeom prst="line">
            <a:avLst/>
          </a:prstGeom>
          <a:ln w="25400">
            <a:solidFill>
              <a:schemeClr val="accent1"/>
            </a:solidFill>
            <a:tailEnd type="triangle"/>
          </a:ln>
        </p:spPr>
        <p:txBody>
          <a:bodyPr lIns="45718" tIns="45718" rIns="45718" bIns="45718"/>
          <a:lstStyle/>
          <a:p>
            <a:pPr/>
          </a:p>
        </p:txBody>
      </p:sp>
      <p:sp>
        <p:nvSpPr>
          <p:cNvPr id="538" name="Linie"/>
          <p:cNvSpPr/>
          <p:nvPr/>
        </p:nvSpPr>
        <p:spPr>
          <a:xfrm>
            <a:off x="10777168" y="6412162"/>
            <a:ext cx="801887" cy="1"/>
          </a:xfrm>
          <a:prstGeom prst="line">
            <a:avLst/>
          </a:prstGeom>
          <a:ln w="25400">
            <a:solidFill>
              <a:schemeClr val="accent1"/>
            </a:solidFill>
            <a:tailEnd type="triangle"/>
          </a:ln>
        </p:spPr>
        <p:txBody>
          <a:bodyPr lIns="45718" tIns="45718" rIns="45718" bIns="45718"/>
          <a:lstStyle/>
          <a:p>
            <a:pPr/>
          </a:p>
        </p:txBody>
      </p:sp>
      <p:sp>
        <p:nvSpPr>
          <p:cNvPr id="539" name="Linie"/>
          <p:cNvSpPr/>
          <p:nvPr/>
        </p:nvSpPr>
        <p:spPr>
          <a:xfrm>
            <a:off x="10777168" y="7129622"/>
            <a:ext cx="801887" cy="1"/>
          </a:xfrm>
          <a:prstGeom prst="line">
            <a:avLst/>
          </a:prstGeom>
          <a:ln w="25400">
            <a:solidFill>
              <a:schemeClr val="accent1"/>
            </a:solidFill>
            <a:tailEnd type="triangle"/>
          </a:ln>
        </p:spPr>
        <p:txBody>
          <a:bodyPr lIns="45718" tIns="45718" rIns="45718" bIns="45718"/>
          <a:lstStyle/>
          <a:p>
            <a:pPr/>
          </a:p>
        </p:txBody>
      </p:sp>
      <p:sp>
        <p:nvSpPr>
          <p:cNvPr id="540" name="Linie"/>
          <p:cNvSpPr/>
          <p:nvPr/>
        </p:nvSpPr>
        <p:spPr>
          <a:xfrm>
            <a:off x="10777168" y="7725163"/>
            <a:ext cx="801887" cy="1"/>
          </a:xfrm>
          <a:prstGeom prst="line">
            <a:avLst/>
          </a:prstGeom>
          <a:ln w="25400">
            <a:solidFill>
              <a:schemeClr val="accent1"/>
            </a:solidFill>
            <a:tailEnd type="triangle"/>
          </a:ln>
        </p:spPr>
        <p:txBody>
          <a:bodyPr lIns="45718" tIns="45718" rIns="45718" bIns="45718"/>
          <a:lstStyle/>
          <a:p>
            <a:pPr/>
          </a:p>
        </p:txBody>
      </p:sp>
      <p:sp>
        <p:nvSpPr>
          <p:cNvPr id="541" name="Linie"/>
          <p:cNvSpPr/>
          <p:nvPr/>
        </p:nvSpPr>
        <p:spPr>
          <a:xfrm>
            <a:off x="10777168" y="8410249"/>
            <a:ext cx="801887" cy="1"/>
          </a:xfrm>
          <a:prstGeom prst="line">
            <a:avLst/>
          </a:prstGeom>
          <a:ln w="25400">
            <a:solidFill>
              <a:schemeClr val="accent1"/>
            </a:solidFill>
            <a:tailEnd type="triangle"/>
          </a:ln>
        </p:spPr>
        <p:txBody>
          <a:bodyPr lIns="45718" tIns="45718" rIns="45718" bIns="45718"/>
          <a:lstStyle/>
          <a:p>
            <a:pPr/>
          </a:p>
        </p:txBody>
      </p:sp>
      <p:sp>
        <p:nvSpPr>
          <p:cNvPr id="542" name="Oval"/>
          <p:cNvSpPr/>
          <p:nvPr/>
        </p:nvSpPr>
        <p:spPr>
          <a:xfrm>
            <a:off x="7479736" y="4627451"/>
            <a:ext cx="350341" cy="341123"/>
          </a:xfrm>
          <a:prstGeom prst="ellipse">
            <a:avLst/>
          </a:prstGeom>
          <a:solidFill>
            <a:srgbClr val="FFFFFF"/>
          </a:solidFill>
          <a:ln w="25400">
            <a:solidFill>
              <a:schemeClr val="accent1"/>
            </a:solidFill>
          </a:ln>
        </p:spPr>
        <p:txBody>
          <a:bodyPr lIns="50800" tIns="50800" rIns="50800" bIns="50800" anchor="ctr"/>
          <a:lstStyle/>
          <a:p>
            <a:pPr/>
          </a:p>
        </p:txBody>
      </p:sp>
      <p:sp>
        <p:nvSpPr>
          <p:cNvPr id="543" name="Dreptunghi"/>
          <p:cNvSpPr/>
          <p:nvPr/>
        </p:nvSpPr>
        <p:spPr>
          <a:xfrm>
            <a:off x="7335768" y="4163771"/>
            <a:ext cx="638276" cy="2065650"/>
          </a:xfrm>
          <a:prstGeom prst="rect">
            <a:avLst/>
          </a:prstGeom>
          <a:ln w="25400">
            <a:solidFill>
              <a:schemeClr val="accent1"/>
            </a:solidFill>
          </a:ln>
        </p:spPr>
        <p:txBody>
          <a:bodyPr lIns="50800" tIns="50800" rIns="50800" bIns="50800" anchor="ctr"/>
          <a:lstStyle/>
          <a:p>
            <a:pPr/>
          </a:p>
        </p:txBody>
      </p:sp>
      <p:sp>
        <p:nvSpPr>
          <p:cNvPr id="544" name="Oval"/>
          <p:cNvSpPr/>
          <p:nvPr/>
        </p:nvSpPr>
        <p:spPr>
          <a:xfrm>
            <a:off x="11666307" y="5437396"/>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545" name="Oval"/>
          <p:cNvSpPr/>
          <p:nvPr/>
        </p:nvSpPr>
        <p:spPr>
          <a:xfrm>
            <a:off x="11666307" y="6074696"/>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546" name="Oval"/>
          <p:cNvSpPr/>
          <p:nvPr/>
        </p:nvSpPr>
        <p:spPr>
          <a:xfrm>
            <a:off x="11666307" y="6731196"/>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547" name="Oval"/>
          <p:cNvSpPr/>
          <p:nvPr/>
        </p:nvSpPr>
        <p:spPr>
          <a:xfrm>
            <a:off x="11666307" y="7387696"/>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548" name="Oval"/>
          <p:cNvSpPr/>
          <p:nvPr/>
        </p:nvSpPr>
        <p:spPr>
          <a:xfrm>
            <a:off x="11666307" y="8024996"/>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549" name="Dreptunghi"/>
          <p:cNvSpPr/>
          <p:nvPr/>
        </p:nvSpPr>
        <p:spPr>
          <a:xfrm>
            <a:off x="11539307" y="5130470"/>
            <a:ext cx="892276" cy="3835161"/>
          </a:xfrm>
          <a:prstGeom prst="rect">
            <a:avLst/>
          </a:prstGeom>
          <a:ln w="25400">
            <a:solidFill>
              <a:schemeClr val="accent1"/>
            </a:solidFill>
          </a:ln>
        </p:spPr>
        <p:txBody>
          <a:bodyPr lIns="50800" tIns="50800" rIns="50800" bIns="50800" anchor="ctr"/>
          <a:lstStyle/>
          <a:p>
            <a:pPr/>
          </a:p>
        </p:txBody>
      </p:sp>
      <p:sp>
        <p:nvSpPr>
          <p:cNvPr id="550" name="Hidden State actualizat"/>
          <p:cNvSpPr txBox="1"/>
          <p:nvPr/>
        </p:nvSpPr>
        <p:spPr>
          <a:xfrm>
            <a:off x="10991999" y="4585071"/>
            <a:ext cx="1986891" cy="36652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400"/>
            </a:lvl1pPr>
          </a:lstStyle>
          <a:p>
            <a:pPr/>
            <a:r>
              <a:t>Hidden State actualizat</a:t>
            </a:r>
          </a:p>
        </p:txBody>
      </p:sp>
      <p:sp>
        <p:nvSpPr>
          <p:cNvPr id="551" name="0"/>
          <p:cNvSpPr/>
          <p:nvPr/>
        </p:nvSpPr>
        <p:spPr>
          <a:xfrm>
            <a:off x="2567985" y="8161828"/>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552" name="Oval"/>
          <p:cNvSpPr/>
          <p:nvPr/>
        </p:nvSpPr>
        <p:spPr>
          <a:xfrm>
            <a:off x="9389933" y="1695459"/>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553" name="Oval"/>
          <p:cNvSpPr/>
          <p:nvPr/>
        </p:nvSpPr>
        <p:spPr>
          <a:xfrm>
            <a:off x="9389933" y="2402350"/>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554" name="Oval"/>
          <p:cNvSpPr/>
          <p:nvPr/>
        </p:nvSpPr>
        <p:spPr>
          <a:xfrm>
            <a:off x="9389933" y="3109240"/>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555" name="Dreptunghi"/>
          <p:cNvSpPr/>
          <p:nvPr/>
        </p:nvSpPr>
        <p:spPr>
          <a:xfrm>
            <a:off x="9247620" y="1456850"/>
            <a:ext cx="922901" cy="3124152"/>
          </a:xfrm>
          <a:prstGeom prst="rect">
            <a:avLst/>
          </a:prstGeom>
          <a:ln w="25400">
            <a:solidFill>
              <a:schemeClr val="accent4"/>
            </a:solidFill>
          </a:ln>
        </p:spPr>
        <p:txBody>
          <a:bodyPr lIns="50800" tIns="50800" rIns="50800" bIns="50800" anchor="ctr"/>
          <a:lstStyle/>
          <a:p>
            <a:pPr/>
          </a:p>
        </p:txBody>
      </p:sp>
      <p:sp>
        <p:nvSpPr>
          <p:cNvPr id="556" name="Oval"/>
          <p:cNvSpPr/>
          <p:nvPr/>
        </p:nvSpPr>
        <p:spPr>
          <a:xfrm>
            <a:off x="9396521" y="3859885"/>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557" name="Linie"/>
          <p:cNvSpPr/>
          <p:nvPr/>
        </p:nvSpPr>
        <p:spPr>
          <a:xfrm flipV="1">
            <a:off x="12425673" y="5986130"/>
            <a:ext cx="2349817" cy="1034163"/>
          </a:xfrm>
          <a:prstGeom prst="line">
            <a:avLst/>
          </a:prstGeom>
          <a:ln w="25400">
            <a:solidFill>
              <a:schemeClr val="accent5"/>
            </a:solidFill>
            <a:tailEnd type="triangle"/>
          </a:ln>
        </p:spPr>
        <p:txBody>
          <a:bodyPr lIns="45718" tIns="45718" rIns="45718" bIns="45718"/>
          <a:lstStyle/>
          <a:p>
            <a:pPr/>
          </a:p>
        </p:txBody>
      </p:sp>
      <p:sp>
        <p:nvSpPr>
          <p:cNvPr id="558" name="Oval"/>
          <p:cNvSpPr/>
          <p:nvPr/>
        </p:nvSpPr>
        <p:spPr>
          <a:xfrm>
            <a:off x="14908896" y="5560368"/>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559" name="Oval"/>
          <p:cNvSpPr/>
          <p:nvPr/>
        </p:nvSpPr>
        <p:spPr>
          <a:xfrm>
            <a:off x="14908896" y="6267259"/>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560" name="Oval"/>
          <p:cNvSpPr/>
          <p:nvPr/>
        </p:nvSpPr>
        <p:spPr>
          <a:xfrm>
            <a:off x="14908896" y="6974149"/>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561" name="Dreptunghi"/>
          <p:cNvSpPr/>
          <p:nvPr/>
        </p:nvSpPr>
        <p:spPr>
          <a:xfrm>
            <a:off x="14766583" y="5321759"/>
            <a:ext cx="922901" cy="3124152"/>
          </a:xfrm>
          <a:prstGeom prst="rect">
            <a:avLst/>
          </a:prstGeom>
          <a:ln w="25400">
            <a:solidFill>
              <a:schemeClr val="accent4"/>
            </a:solidFill>
          </a:ln>
        </p:spPr>
        <p:txBody>
          <a:bodyPr lIns="50800" tIns="50800" rIns="50800" bIns="50800" anchor="ctr"/>
          <a:lstStyle/>
          <a:p>
            <a:pPr/>
          </a:p>
        </p:txBody>
      </p:sp>
      <p:sp>
        <p:nvSpPr>
          <p:cNvPr id="562" name="Oval"/>
          <p:cNvSpPr/>
          <p:nvPr/>
        </p:nvSpPr>
        <p:spPr>
          <a:xfrm>
            <a:off x="14915484" y="7724794"/>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563" name="Linie"/>
          <p:cNvSpPr/>
          <p:nvPr/>
        </p:nvSpPr>
        <p:spPr>
          <a:xfrm flipV="1">
            <a:off x="12433521" y="6705637"/>
            <a:ext cx="2331133" cy="383559"/>
          </a:xfrm>
          <a:prstGeom prst="line">
            <a:avLst/>
          </a:prstGeom>
          <a:ln w="25400">
            <a:solidFill>
              <a:schemeClr val="accent5"/>
            </a:solidFill>
            <a:tailEnd type="triangle"/>
          </a:ln>
        </p:spPr>
        <p:txBody>
          <a:bodyPr lIns="45718" tIns="45718" rIns="45718" bIns="45718"/>
          <a:lstStyle/>
          <a:p>
            <a:pPr/>
          </a:p>
        </p:txBody>
      </p:sp>
      <p:sp>
        <p:nvSpPr>
          <p:cNvPr id="564" name="Linie"/>
          <p:cNvSpPr/>
          <p:nvPr/>
        </p:nvSpPr>
        <p:spPr>
          <a:xfrm>
            <a:off x="12454813" y="7106256"/>
            <a:ext cx="2287593" cy="207314"/>
          </a:xfrm>
          <a:prstGeom prst="line">
            <a:avLst/>
          </a:prstGeom>
          <a:ln w="25400">
            <a:solidFill>
              <a:schemeClr val="accent5"/>
            </a:solidFill>
            <a:tailEnd type="triangle"/>
          </a:ln>
        </p:spPr>
        <p:txBody>
          <a:bodyPr lIns="45718" tIns="45718" rIns="45718" bIns="45718"/>
          <a:lstStyle/>
          <a:p>
            <a:pPr/>
          </a:p>
        </p:txBody>
      </p:sp>
      <p:sp>
        <p:nvSpPr>
          <p:cNvPr id="565" name="Linie"/>
          <p:cNvSpPr/>
          <p:nvPr/>
        </p:nvSpPr>
        <p:spPr>
          <a:xfrm>
            <a:off x="12599057" y="7049313"/>
            <a:ext cx="2342601" cy="1079718"/>
          </a:xfrm>
          <a:prstGeom prst="line">
            <a:avLst/>
          </a:prstGeom>
          <a:ln w="25400">
            <a:solidFill>
              <a:schemeClr val="accent5"/>
            </a:solidFill>
            <a:tailEnd type="triangle"/>
          </a:ln>
        </p:spPr>
        <p:txBody>
          <a:bodyPr lIns="45718" tIns="45718" rIns="45718" bIns="45718"/>
          <a:lstStyle/>
          <a:p>
            <a:pPr/>
          </a:p>
        </p:txBody>
      </p:sp>
      <p:sp>
        <p:nvSpPr>
          <p:cNvPr id="566" name="Linie"/>
          <p:cNvSpPr/>
          <p:nvPr/>
        </p:nvSpPr>
        <p:spPr>
          <a:xfrm flipV="1">
            <a:off x="17759702" y="10378413"/>
            <a:ext cx="1617697" cy="843620"/>
          </a:xfrm>
          <a:prstGeom prst="line">
            <a:avLst/>
          </a:prstGeom>
          <a:ln w="25400">
            <a:solidFill>
              <a:schemeClr val="accent5"/>
            </a:solidFill>
            <a:tailEnd type="triangle"/>
          </a:ln>
        </p:spPr>
        <p:txBody>
          <a:bodyPr lIns="45718" tIns="45718" rIns="45718" bIns="45718"/>
          <a:lstStyle/>
          <a:p>
            <a:pPr/>
          </a:p>
        </p:txBody>
      </p:sp>
      <p:sp>
        <p:nvSpPr>
          <p:cNvPr id="567" name="Oval"/>
          <p:cNvSpPr/>
          <p:nvPr/>
        </p:nvSpPr>
        <p:spPr>
          <a:xfrm>
            <a:off x="19542456" y="9932857"/>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568" name="Oval"/>
          <p:cNvSpPr/>
          <p:nvPr/>
        </p:nvSpPr>
        <p:spPr>
          <a:xfrm>
            <a:off x="19542456" y="10639748"/>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569" name="Oval"/>
          <p:cNvSpPr/>
          <p:nvPr/>
        </p:nvSpPr>
        <p:spPr>
          <a:xfrm>
            <a:off x="19542456" y="11346638"/>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570" name="Dreptunghi"/>
          <p:cNvSpPr/>
          <p:nvPr/>
        </p:nvSpPr>
        <p:spPr>
          <a:xfrm>
            <a:off x="19400144" y="9694248"/>
            <a:ext cx="922901" cy="3124152"/>
          </a:xfrm>
          <a:prstGeom prst="rect">
            <a:avLst/>
          </a:prstGeom>
          <a:ln w="25400">
            <a:solidFill>
              <a:schemeClr val="accent4"/>
            </a:solidFill>
          </a:ln>
        </p:spPr>
        <p:txBody>
          <a:bodyPr lIns="50800" tIns="50800" rIns="50800" bIns="50800" anchor="ctr"/>
          <a:lstStyle/>
          <a:p>
            <a:pPr/>
          </a:p>
        </p:txBody>
      </p:sp>
      <p:sp>
        <p:nvSpPr>
          <p:cNvPr id="571" name="Oval"/>
          <p:cNvSpPr/>
          <p:nvPr/>
        </p:nvSpPr>
        <p:spPr>
          <a:xfrm>
            <a:off x="19549045" y="12097283"/>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572" name="Linie"/>
          <p:cNvSpPr/>
          <p:nvPr/>
        </p:nvSpPr>
        <p:spPr>
          <a:xfrm flipV="1">
            <a:off x="17767551" y="10976456"/>
            <a:ext cx="1736785" cy="314479"/>
          </a:xfrm>
          <a:prstGeom prst="line">
            <a:avLst/>
          </a:prstGeom>
          <a:ln w="25400">
            <a:solidFill>
              <a:schemeClr val="accent5"/>
            </a:solidFill>
            <a:tailEnd type="triangle"/>
          </a:ln>
        </p:spPr>
        <p:txBody>
          <a:bodyPr lIns="45718" tIns="45718" rIns="45718" bIns="45718"/>
          <a:lstStyle/>
          <a:p>
            <a:pPr/>
          </a:p>
        </p:txBody>
      </p:sp>
      <p:sp>
        <p:nvSpPr>
          <p:cNvPr id="573" name="Linie"/>
          <p:cNvSpPr/>
          <p:nvPr/>
        </p:nvSpPr>
        <p:spPr>
          <a:xfrm>
            <a:off x="17788844" y="11307995"/>
            <a:ext cx="1593704" cy="190418"/>
          </a:xfrm>
          <a:prstGeom prst="line">
            <a:avLst/>
          </a:prstGeom>
          <a:ln w="25400">
            <a:solidFill>
              <a:schemeClr val="accent5"/>
            </a:solidFill>
            <a:tailEnd type="triangle"/>
          </a:ln>
        </p:spPr>
        <p:txBody>
          <a:bodyPr lIns="45718" tIns="45718" rIns="45718" bIns="45718"/>
          <a:lstStyle/>
          <a:p>
            <a:pPr/>
          </a:p>
        </p:txBody>
      </p:sp>
      <p:sp>
        <p:nvSpPr>
          <p:cNvPr id="574" name="Linie"/>
          <p:cNvSpPr/>
          <p:nvPr/>
        </p:nvSpPr>
        <p:spPr>
          <a:xfrm>
            <a:off x="17933089" y="11251053"/>
            <a:ext cx="1409829" cy="843872"/>
          </a:xfrm>
          <a:prstGeom prst="line">
            <a:avLst/>
          </a:prstGeom>
          <a:ln w="25400">
            <a:solidFill>
              <a:schemeClr val="accent5"/>
            </a:solidFill>
            <a:tailEnd type="triangle"/>
          </a:ln>
        </p:spPr>
        <p:txBody>
          <a:bodyPr lIns="45718" tIns="45718" rIns="45718" bIns="45718"/>
          <a:lstStyle/>
          <a:p>
            <a:pPr/>
          </a:p>
        </p:txBody>
      </p:sp>
      <p:sp>
        <p:nvSpPr>
          <p:cNvPr id="575" name="Linie"/>
          <p:cNvSpPr/>
          <p:nvPr/>
        </p:nvSpPr>
        <p:spPr>
          <a:xfrm>
            <a:off x="10183827" y="3133966"/>
            <a:ext cx="1055815" cy="1"/>
          </a:xfrm>
          <a:prstGeom prst="line">
            <a:avLst/>
          </a:prstGeom>
          <a:ln w="25400">
            <a:solidFill>
              <a:schemeClr val="accent1"/>
            </a:solidFill>
            <a:tailEnd type="triangle"/>
          </a:ln>
        </p:spPr>
        <p:txBody>
          <a:bodyPr lIns="45718" tIns="45718" rIns="45718" bIns="45718"/>
          <a:lstStyle/>
          <a:p>
            <a:pPr/>
          </a:p>
        </p:txBody>
      </p:sp>
      <p:sp>
        <p:nvSpPr>
          <p:cNvPr id="576" name="Linie"/>
          <p:cNvSpPr/>
          <p:nvPr/>
        </p:nvSpPr>
        <p:spPr>
          <a:xfrm>
            <a:off x="15675795" y="6833451"/>
            <a:ext cx="1055815" cy="1"/>
          </a:xfrm>
          <a:prstGeom prst="line">
            <a:avLst/>
          </a:prstGeom>
          <a:ln w="25400">
            <a:solidFill>
              <a:schemeClr val="accent1"/>
            </a:solidFill>
            <a:tailEnd type="triangle"/>
          </a:ln>
        </p:spPr>
        <p:txBody>
          <a:bodyPr lIns="45718" tIns="45718" rIns="45718" bIns="45718"/>
          <a:lstStyle/>
          <a:p>
            <a:pPr/>
          </a:p>
        </p:txBody>
      </p:sp>
      <p:sp>
        <p:nvSpPr>
          <p:cNvPr id="577" name="Linie"/>
          <p:cNvSpPr/>
          <p:nvPr/>
        </p:nvSpPr>
        <p:spPr>
          <a:xfrm>
            <a:off x="20382186" y="11120813"/>
            <a:ext cx="497401" cy="1"/>
          </a:xfrm>
          <a:prstGeom prst="line">
            <a:avLst/>
          </a:prstGeom>
          <a:ln w="25400">
            <a:solidFill>
              <a:schemeClr val="accent1"/>
            </a:solidFill>
            <a:tailEnd type="triangle"/>
          </a:ln>
        </p:spPr>
        <p:txBody>
          <a:bodyPr lIns="45718" tIns="45718" rIns="45718" bIns="45718"/>
          <a:lstStyle/>
          <a:p>
            <a:pPr/>
          </a:p>
        </p:txBody>
      </p:sp>
      <p:sp>
        <p:nvSpPr>
          <p:cNvPr id="578" name="Softmax"/>
          <p:cNvSpPr/>
          <p:nvPr/>
        </p:nvSpPr>
        <p:spPr>
          <a:xfrm>
            <a:off x="11230599" y="2448987"/>
            <a:ext cx="1270001" cy="1270001"/>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defRPr sz="2300"/>
            </a:lvl1pPr>
          </a:lstStyle>
          <a:p>
            <a:pPr/>
            <a:r>
              <a:t>Softmax</a:t>
            </a:r>
          </a:p>
        </p:txBody>
      </p:sp>
      <p:sp>
        <p:nvSpPr>
          <p:cNvPr id="579" name="Softmax"/>
          <p:cNvSpPr/>
          <p:nvPr/>
        </p:nvSpPr>
        <p:spPr>
          <a:xfrm>
            <a:off x="16609855" y="6078994"/>
            <a:ext cx="1270001" cy="1270001"/>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defRPr sz="2300"/>
            </a:lvl1pPr>
          </a:lstStyle>
          <a:p>
            <a:pPr/>
            <a:r>
              <a:t>Softmax</a:t>
            </a:r>
          </a:p>
        </p:txBody>
      </p:sp>
      <p:sp>
        <p:nvSpPr>
          <p:cNvPr id="580" name="Softmax"/>
          <p:cNvSpPr/>
          <p:nvPr/>
        </p:nvSpPr>
        <p:spPr>
          <a:xfrm>
            <a:off x="20934779" y="10391504"/>
            <a:ext cx="1270001" cy="1270001"/>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defRPr sz="2300"/>
            </a:lvl1pPr>
          </a:lstStyle>
          <a:p>
            <a:pPr/>
            <a:r>
              <a:t>Softmax</a:t>
            </a:r>
          </a:p>
        </p:txBody>
      </p:sp>
      <p:sp>
        <p:nvSpPr>
          <p:cNvPr id="581" name="0.2"/>
          <p:cNvSpPr/>
          <p:nvPr/>
        </p:nvSpPr>
        <p:spPr>
          <a:xfrm>
            <a:off x="13370842" y="1403269"/>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0.2</a:t>
            </a:r>
          </a:p>
        </p:txBody>
      </p:sp>
      <p:sp>
        <p:nvSpPr>
          <p:cNvPr id="582" name="0.1"/>
          <p:cNvSpPr/>
          <p:nvPr/>
        </p:nvSpPr>
        <p:spPr>
          <a:xfrm>
            <a:off x="13370842" y="2110160"/>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0.1</a:t>
            </a:r>
          </a:p>
        </p:txBody>
      </p:sp>
      <p:sp>
        <p:nvSpPr>
          <p:cNvPr id="583" name="0.6"/>
          <p:cNvSpPr/>
          <p:nvPr/>
        </p:nvSpPr>
        <p:spPr>
          <a:xfrm>
            <a:off x="13370842" y="2817050"/>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0.6</a:t>
            </a:r>
          </a:p>
        </p:txBody>
      </p:sp>
      <p:sp>
        <p:nvSpPr>
          <p:cNvPr id="584" name="Dreptunghi"/>
          <p:cNvSpPr/>
          <p:nvPr/>
        </p:nvSpPr>
        <p:spPr>
          <a:xfrm>
            <a:off x="13228530" y="1164660"/>
            <a:ext cx="922901" cy="3124152"/>
          </a:xfrm>
          <a:prstGeom prst="rect">
            <a:avLst/>
          </a:prstGeom>
          <a:ln w="25400">
            <a:solidFill>
              <a:schemeClr val="accent4"/>
            </a:solidFill>
          </a:ln>
        </p:spPr>
        <p:txBody>
          <a:bodyPr lIns="50800" tIns="50800" rIns="50800" bIns="50800" anchor="ctr"/>
          <a:lstStyle/>
          <a:p>
            <a:pPr/>
          </a:p>
        </p:txBody>
      </p:sp>
      <p:sp>
        <p:nvSpPr>
          <p:cNvPr id="585" name="0.1"/>
          <p:cNvSpPr/>
          <p:nvPr/>
        </p:nvSpPr>
        <p:spPr>
          <a:xfrm>
            <a:off x="13377431" y="3567696"/>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0.1</a:t>
            </a:r>
          </a:p>
        </p:txBody>
      </p:sp>
      <p:sp>
        <p:nvSpPr>
          <p:cNvPr id="586" name="0.5"/>
          <p:cNvSpPr/>
          <p:nvPr/>
        </p:nvSpPr>
        <p:spPr>
          <a:xfrm>
            <a:off x="18575387" y="5390527"/>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0.5</a:t>
            </a:r>
          </a:p>
        </p:txBody>
      </p:sp>
      <p:sp>
        <p:nvSpPr>
          <p:cNvPr id="587" name="0.3"/>
          <p:cNvSpPr/>
          <p:nvPr/>
        </p:nvSpPr>
        <p:spPr>
          <a:xfrm>
            <a:off x="18575387" y="6097418"/>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0.3</a:t>
            </a:r>
          </a:p>
        </p:txBody>
      </p:sp>
      <p:sp>
        <p:nvSpPr>
          <p:cNvPr id="588" name="0.2"/>
          <p:cNvSpPr/>
          <p:nvPr/>
        </p:nvSpPr>
        <p:spPr>
          <a:xfrm>
            <a:off x="18575387" y="6804308"/>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0.2</a:t>
            </a:r>
          </a:p>
        </p:txBody>
      </p:sp>
      <p:sp>
        <p:nvSpPr>
          <p:cNvPr id="589" name="Dreptunghi"/>
          <p:cNvSpPr/>
          <p:nvPr/>
        </p:nvSpPr>
        <p:spPr>
          <a:xfrm>
            <a:off x="18433074" y="5151918"/>
            <a:ext cx="922901" cy="3124152"/>
          </a:xfrm>
          <a:prstGeom prst="rect">
            <a:avLst/>
          </a:prstGeom>
          <a:ln w="25400">
            <a:solidFill>
              <a:schemeClr val="accent4"/>
            </a:solidFill>
          </a:ln>
        </p:spPr>
        <p:txBody>
          <a:bodyPr lIns="50800" tIns="50800" rIns="50800" bIns="50800" anchor="ctr"/>
          <a:lstStyle/>
          <a:p>
            <a:pPr/>
          </a:p>
        </p:txBody>
      </p:sp>
      <p:sp>
        <p:nvSpPr>
          <p:cNvPr id="590" name="0.1"/>
          <p:cNvSpPr/>
          <p:nvPr/>
        </p:nvSpPr>
        <p:spPr>
          <a:xfrm>
            <a:off x="18581975" y="7554954"/>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0.1</a:t>
            </a:r>
          </a:p>
        </p:txBody>
      </p:sp>
      <p:sp>
        <p:nvSpPr>
          <p:cNvPr id="591" name="0.1"/>
          <p:cNvSpPr/>
          <p:nvPr/>
        </p:nvSpPr>
        <p:spPr>
          <a:xfrm>
            <a:off x="22792140" y="9797346"/>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0.1</a:t>
            </a:r>
          </a:p>
        </p:txBody>
      </p:sp>
      <p:sp>
        <p:nvSpPr>
          <p:cNvPr id="592" name="0.1"/>
          <p:cNvSpPr/>
          <p:nvPr/>
        </p:nvSpPr>
        <p:spPr>
          <a:xfrm>
            <a:off x="22792140" y="10504237"/>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0.1</a:t>
            </a:r>
          </a:p>
        </p:txBody>
      </p:sp>
      <p:sp>
        <p:nvSpPr>
          <p:cNvPr id="593" name="0.7"/>
          <p:cNvSpPr/>
          <p:nvPr/>
        </p:nvSpPr>
        <p:spPr>
          <a:xfrm>
            <a:off x="22792140" y="11211127"/>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0.7</a:t>
            </a:r>
          </a:p>
        </p:txBody>
      </p:sp>
      <p:sp>
        <p:nvSpPr>
          <p:cNvPr id="594" name="Dreptunghi"/>
          <p:cNvSpPr/>
          <p:nvPr/>
        </p:nvSpPr>
        <p:spPr>
          <a:xfrm>
            <a:off x="22649828" y="9558737"/>
            <a:ext cx="922901" cy="3124152"/>
          </a:xfrm>
          <a:prstGeom prst="rect">
            <a:avLst/>
          </a:prstGeom>
          <a:ln w="25400">
            <a:solidFill>
              <a:schemeClr val="accent4"/>
            </a:solidFill>
          </a:ln>
        </p:spPr>
        <p:txBody>
          <a:bodyPr lIns="50800" tIns="50800" rIns="50800" bIns="50800" anchor="ctr"/>
          <a:lstStyle/>
          <a:p>
            <a:pPr/>
          </a:p>
        </p:txBody>
      </p:sp>
      <p:sp>
        <p:nvSpPr>
          <p:cNvPr id="595" name="0.1"/>
          <p:cNvSpPr/>
          <p:nvPr/>
        </p:nvSpPr>
        <p:spPr>
          <a:xfrm>
            <a:off x="22798729" y="11961772"/>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0.1</a:t>
            </a:r>
          </a:p>
        </p:txBody>
      </p:sp>
      <p:sp>
        <p:nvSpPr>
          <p:cNvPr id="596" name="Linie"/>
          <p:cNvSpPr/>
          <p:nvPr/>
        </p:nvSpPr>
        <p:spPr>
          <a:xfrm>
            <a:off x="12535901" y="3133966"/>
            <a:ext cx="663676" cy="1"/>
          </a:xfrm>
          <a:prstGeom prst="line">
            <a:avLst/>
          </a:prstGeom>
          <a:ln w="25400">
            <a:solidFill>
              <a:schemeClr val="accent1"/>
            </a:solidFill>
            <a:tailEnd type="triangle"/>
          </a:ln>
        </p:spPr>
        <p:txBody>
          <a:bodyPr lIns="45718" tIns="45718" rIns="45718" bIns="45718"/>
          <a:lstStyle/>
          <a:p>
            <a:pPr/>
          </a:p>
        </p:txBody>
      </p:sp>
      <p:sp>
        <p:nvSpPr>
          <p:cNvPr id="597" name="Linie"/>
          <p:cNvSpPr/>
          <p:nvPr/>
        </p:nvSpPr>
        <p:spPr>
          <a:xfrm>
            <a:off x="17845316" y="6833451"/>
            <a:ext cx="663676" cy="1"/>
          </a:xfrm>
          <a:prstGeom prst="line">
            <a:avLst/>
          </a:prstGeom>
          <a:ln w="25400">
            <a:solidFill>
              <a:schemeClr val="accent1"/>
            </a:solidFill>
            <a:tailEnd type="triangle"/>
          </a:ln>
        </p:spPr>
        <p:txBody>
          <a:bodyPr lIns="45718" tIns="45718" rIns="45718" bIns="45718"/>
          <a:lstStyle/>
          <a:p>
            <a:pPr/>
          </a:p>
        </p:txBody>
      </p:sp>
      <p:sp>
        <p:nvSpPr>
          <p:cNvPr id="598" name="Linie"/>
          <p:cNvSpPr/>
          <p:nvPr/>
        </p:nvSpPr>
        <p:spPr>
          <a:xfrm>
            <a:off x="22213247" y="11164565"/>
            <a:ext cx="375741" cy="1"/>
          </a:xfrm>
          <a:prstGeom prst="line">
            <a:avLst/>
          </a:prstGeom>
          <a:ln w="25400">
            <a:solidFill>
              <a:schemeClr val="accent1"/>
            </a:solidFill>
            <a:tailEnd type="triangle"/>
          </a:ln>
        </p:spPr>
        <p:txBody>
          <a:bodyPr lIns="45718" tIns="45718" rIns="45718" bIns="45718"/>
          <a:lstStyle/>
          <a:p>
            <a:pPr/>
          </a:p>
        </p:txBody>
      </p:sp>
      <p:sp>
        <p:nvSpPr>
          <p:cNvPr id="599" name="Întoarcere la spațiul vocabularului"/>
          <p:cNvSpPr txBox="1"/>
          <p:nvPr/>
        </p:nvSpPr>
        <p:spPr>
          <a:xfrm>
            <a:off x="8272371" y="973673"/>
            <a:ext cx="2823617" cy="36652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400"/>
            </a:lvl1pPr>
          </a:lstStyle>
          <a:p>
            <a:pPr/>
            <a:r>
              <a:t>Întoarcere la spațiul vocabularului</a:t>
            </a:r>
          </a:p>
        </p:txBody>
      </p:sp>
      <p:sp>
        <p:nvSpPr>
          <p:cNvPr id="600" name="Distribuție de probabilități"/>
          <p:cNvSpPr txBox="1"/>
          <p:nvPr/>
        </p:nvSpPr>
        <p:spPr>
          <a:xfrm>
            <a:off x="12604696" y="669568"/>
            <a:ext cx="2253057" cy="36652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400"/>
            </a:lvl1pPr>
          </a:lstStyle>
          <a:p>
            <a:pPr/>
            <a:r>
              <a:t>Distribuție de probabilități</a:t>
            </a:r>
          </a:p>
        </p:txBody>
      </p:sp>
      <p:sp>
        <p:nvSpPr>
          <p:cNvPr id="601" name="Linie"/>
          <p:cNvSpPr/>
          <p:nvPr/>
        </p:nvSpPr>
        <p:spPr>
          <a:xfrm flipV="1">
            <a:off x="6748828" y="2013715"/>
            <a:ext cx="2349817" cy="1034162"/>
          </a:xfrm>
          <a:prstGeom prst="line">
            <a:avLst/>
          </a:prstGeom>
          <a:ln w="25400">
            <a:solidFill>
              <a:schemeClr val="accent5"/>
            </a:solidFill>
            <a:tailEnd type="triangle"/>
          </a:ln>
        </p:spPr>
        <p:txBody>
          <a:bodyPr lIns="45718" tIns="45718" rIns="45718" bIns="45718"/>
          <a:lstStyle/>
          <a:p>
            <a:pPr/>
          </a:p>
        </p:txBody>
      </p:sp>
      <p:sp>
        <p:nvSpPr>
          <p:cNvPr id="602" name="Linie"/>
          <p:cNvSpPr/>
          <p:nvPr/>
        </p:nvSpPr>
        <p:spPr>
          <a:xfrm flipV="1">
            <a:off x="6756676" y="2733221"/>
            <a:ext cx="2331133" cy="383559"/>
          </a:xfrm>
          <a:prstGeom prst="line">
            <a:avLst/>
          </a:prstGeom>
          <a:ln w="25400">
            <a:solidFill>
              <a:schemeClr val="accent5"/>
            </a:solidFill>
            <a:tailEnd type="triangle"/>
          </a:ln>
        </p:spPr>
        <p:txBody>
          <a:bodyPr lIns="45718" tIns="45718" rIns="45718" bIns="45718"/>
          <a:lstStyle/>
          <a:p>
            <a:pPr/>
          </a:p>
        </p:txBody>
      </p:sp>
      <p:sp>
        <p:nvSpPr>
          <p:cNvPr id="603" name="Linie"/>
          <p:cNvSpPr/>
          <p:nvPr/>
        </p:nvSpPr>
        <p:spPr>
          <a:xfrm>
            <a:off x="6777968" y="3133840"/>
            <a:ext cx="2287593" cy="207314"/>
          </a:xfrm>
          <a:prstGeom prst="line">
            <a:avLst/>
          </a:prstGeom>
          <a:ln w="25400">
            <a:solidFill>
              <a:schemeClr val="accent5"/>
            </a:solidFill>
            <a:tailEnd type="triangle"/>
          </a:ln>
        </p:spPr>
        <p:txBody>
          <a:bodyPr lIns="45718" tIns="45718" rIns="45718" bIns="45718"/>
          <a:lstStyle/>
          <a:p>
            <a:pPr/>
          </a:p>
        </p:txBody>
      </p:sp>
      <p:sp>
        <p:nvSpPr>
          <p:cNvPr id="604" name="Linie"/>
          <p:cNvSpPr/>
          <p:nvPr/>
        </p:nvSpPr>
        <p:spPr>
          <a:xfrm>
            <a:off x="6922212" y="3076898"/>
            <a:ext cx="2342601" cy="1079718"/>
          </a:xfrm>
          <a:prstGeom prst="line">
            <a:avLst/>
          </a:prstGeom>
          <a:ln w="25400">
            <a:solidFill>
              <a:schemeClr val="accent5"/>
            </a:solidFill>
            <a:tailEnd type="triangle"/>
          </a:ln>
        </p:spPr>
        <p:txBody>
          <a:bodyPr lIns="45718" tIns="45718" rIns="45718" bIns="45718"/>
          <a:lstStyle/>
          <a:p>
            <a:pPr/>
          </a:p>
        </p:txBody>
      </p:sp>
      <p:sp>
        <p:nvSpPr>
          <p:cNvPr id="605" name="1"/>
          <p:cNvSpPr/>
          <p:nvPr/>
        </p:nvSpPr>
        <p:spPr>
          <a:xfrm>
            <a:off x="1282669" y="1668173"/>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1</a:t>
            </a:r>
          </a:p>
        </p:txBody>
      </p:sp>
      <p:sp>
        <p:nvSpPr>
          <p:cNvPr id="606" name="Oval"/>
          <p:cNvSpPr/>
          <p:nvPr/>
        </p:nvSpPr>
        <p:spPr>
          <a:xfrm>
            <a:off x="3088631" y="1398834"/>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07" name="Oval"/>
          <p:cNvSpPr/>
          <p:nvPr/>
        </p:nvSpPr>
        <p:spPr>
          <a:xfrm>
            <a:off x="3088631" y="2036134"/>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08" name="Oval"/>
          <p:cNvSpPr/>
          <p:nvPr/>
        </p:nvSpPr>
        <p:spPr>
          <a:xfrm>
            <a:off x="3088631" y="2692634"/>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09" name="Oval"/>
          <p:cNvSpPr/>
          <p:nvPr/>
        </p:nvSpPr>
        <p:spPr>
          <a:xfrm>
            <a:off x="3088631" y="3349135"/>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10" name="Oval"/>
          <p:cNvSpPr/>
          <p:nvPr/>
        </p:nvSpPr>
        <p:spPr>
          <a:xfrm>
            <a:off x="3088631" y="3986435"/>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11" name="Linie"/>
          <p:cNvSpPr/>
          <p:nvPr/>
        </p:nvSpPr>
        <p:spPr>
          <a:xfrm>
            <a:off x="2175326" y="3009488"/>
            <a:ext cx="801887" cy="1"/>
          </a:xfrm>
          <a:prstGeom prst="line">
            <a:avLst/>
          </a:prstGeom>
          <a:ln w="25400">
            <a:solidFill>
              <a:schemeClr val="accent5"/>
            </a:solidFill>
            <a:tailEnd type="triangle"/>
          </a:ln>
        </p:spPr>
        <p:txBody>
          <a:bodyPr lIns="45718" tIns="45718" rIns="45718" bIns="45718"/>
          <a:lstStyle/>
          <a:p>
            <a:pPr/>
          </a:p>
        </p:txBody>
      </p:sp>
      <p:sp>
        <p:nvSpPr>
          <p:cNvPr id="612" name="Linie"/>
          <p:cNvSpPr/>
          <p:nvPr/>
        </p:nvSpPr>
        <p:spPr>
          <a:xfrm flipV="1">
            <a:off x="2175325" y="2342254"/>
            <a:ext cx="808445" cy="667235"/>
          </a:xfrm>
          <a:prstGeom prst="line">
            <a:avLst/>
          </a:prstGeom>
          <a:ln w="25400">
            <a:solidFill>
              <a:schemeClr val="accent5"/>
            </a:solidFill>
            <a:tailEnd type="triangle"/>
          </a:ln>
        </p:spPr>
        <p:txBody>
          <a:bodyPr lIns="45718" tIns="45718" rIns="45718" bIns="45718"/>
          <a:lstStyle/>
          <a:p>
            <a:pPr/>
          </a:p>
        </p:txBody>
      </p:sp>
      <p:sp>
        <p:nvSpPr>
          <p:cNvPr id="613" name="Linie"/>
          <p:cNvSpPr/>
          <p:nvPr/>
        </p:nvSpPr>
        <p:spPr>
          <a:xfrm>
            <a:off x="2147975" y="3009489"/>
            <a:ext cx="863691" cy="628771"/>
          </a:xfrm>
          <a:prstGeom prst="line">
            <a:avLst/>
          </a:prstGeom>
          <a:ln w="25400">
            <a:solidFill>
              <a:schemeClr val="accent5"/>
            </a:solidFill>
            <a:tailEnd type="triangle"/>
          </a:ln>
        </p:spPr>
        <p:txBody>
          <a:bodyPr lIns="45718" tIns="45718" rIns="45718" bIns="45718"/>
          <a:lstStyle/>
          <a:p>
            <a:pPr/>
          </a:p>
        </p:txBody>
      </p:sp>
      <p:sp>
        <p:nvSpPr>
          <p:cNvPr id="614" name="Linie"/>
          <p:cNvSpPr/>
          <p:nvPr/>
        </p:nvSpPr>
        <p:spPr>
          <a:xfrm>
            <a:off x="2147975" y="3009488"/>
            <a:ext cx="866497" cy="1301886"/>
          </a:xfrm>
          <a:prstGeom prst="line">
            <a:avLst/>
          </a:prstGeom>
          <a:ln w="25400">
            <a:solidFill>
              <a:schemeClr val="accent5"/>
            </a:solidFill>
            <a:tailEnd type="triangle"/>
          </a:ln>
        </p:spPr>
        <p:txBody>
          <a:bodyPr lIns="45718" tIns="45718" rIns="45718" bIns="45718"/>
          <a:lstStyle/>
          <a:p>
            <a:pPr/>
          </a:p>
        </p:txBody>
      </p:sp>
      <p:sp>
        <p:nvSpPr>
          <p:cNvPr id="615" name="Linie"/>
          <p:cNvSpPr/>
          <p:nvPr/>
        </p:nvSpPr>
        <p:spPr>
          <a:xfrm flipV="1">
            <a:off x="2168768" y="1939570"/>
            <a:ext cx="791723" cy="1071124"/>
          </a:xfrm>
          <a:prstGeom prst="line">
            <a:avLst/>
          </a:prstGeom>
          <a:ln w="25400">
            <a:solidFill>
              <a:schemeClr val="accent5"/>
            </a:solidFill>
            <a:tailEnd type="triangle"/>
          </a:ln>
        </p:spPr>
        <p:txBody>
          <a:bodyPr lIns="45718" tIns="45718" rIns="45718" bIns="45718"/>
          <a:lstStyle/>
          <a:p>
            <a:pPr/>
          </a:p>
        </p:txBody>
      </p:sp>
      <p:sp>
        <p:nvSpPr>
          <p:cNvPr id="616" name="Dreptunghi"/>
          <p:cNvSpPr/>
          <p:nvPr/>
        </p:nvSpPr>
        <p:spPr>
          <a:xfrm>
            <a:off x="2961631" y="1091908"/>
            <a:ext cx="892276" cy="3835161"/>
          </a:xfrm>
          <a:prstGeom prst="rect">
            <a:avLst/>
          </a:prstGeom>
          <a:ln w="25400">
            <a:solidFill>
              <a:schemeClr val="accent1"/>
            </a:solidFill>
          </a:ln>
        </p:spPr>
        <p:txBody>
          <a:bodyPr lIns="50800" tIns="50800" rIns="50800" bIns="50800" anchor="ctr"/>
          <a:lstStyle/>
          <a:p>
            <a:pPr/>
          </a:p>
        </p:txBody>
      </p:sp>
      <p:sp>
        <p:nvSpPr>
          <p:cNvPr id="617" name="0"/>
          <p:cNvSpPr/>
          <p:nvPr/>
        </p:nvSpPr>
        <p:spPr>
          <a:xfrm>
            <a:off x="1282669" y="2364817"/>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618" name="0"/>
          <p:cNvSpPr/>
          <p:nvPr/>
        </p:nvSpPr>
        <p:spPr>
          <a:xfrm>
            <a:off x="1282669" y="3064091"/>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619" name="Dreptunghi"/>
          <p:cNvSpPr/>
          <p:nvPr/>
        </p:nvSpPr>
        <p:spPr>
          <a:xfrm>
            <a:off x="1140356" y="1419318"/>
            <a:ext cx="922901" cy="3283204"/>
          </a:xfrm>
          <a:prstGeom prst="rect">
            <a:avLst/>
          </a:prstGeom>
          <a:ln w="25400">
            <a:solidFill>
              <a:schemeClr val="accent4"/>
            </a:solidFill>
          </a:ln>
        </p:spPr>
        <p:txBody>
          <a:bodyPr lIns="50800" tIns="50800" rIns="50800" bIns="50800" anchor="ctr"/>
          <a:lstStyle/>
          <a:p>
            <a:pPr/>
          </a:p>
        </p:txBody>
      </p:sp>
      <p:sp>
        <p:nvSpPr>
          <p:cNvPr id="620" name="Neuroni de intrare"/>
          <p:cNvSpPr txBox="1"/>
          <p:nvPr/>
        </p:nvSpPr>
        <p:spPr>
          <a:xfrm>
            <a:off x="59467" y="898547"/>
            <a:ext cx="2299908" cy="49263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100"/>
            </a:lvl1pPr>
          </a:lstStyle>
          <a:p>
            <a:pPr/>
            <a:r>
              <a:t>Neuroni de intrare</a:t>
            </a:r>
          </a:p>
        </p:txBody>
      </p:sp>
      <p:sp>
        <p:nvSpPr>
          <p:cNvPr id="621" name="Vector hidden state"/>
          <p:cNvSpPr txBox="1"/>
          <p:nvPr/>
        </p:nvSpPr>
        <p:spPr>
          <a:xfrm>
            <a:off x="2464869" y="604678"/>
            <a:ext cx="1885799" cy="40436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600"/>
            </a:lvl1pPr>
          </a:lstStyle>
          <a:p>
            <a:pPr/>
            <a:r>
              <a:t>Vector hidden state</a:t>
            </a:r>
          </a:p>
        </p:txBody>
      </p:sp>
      <p:sp>
        <p:nvSpPr>
          <p:cNvPr id="622" name="Linie"/>
          <p:cNvSpPr/>
          <p:nvPr/>
        </p:nvSpPr>
        <p:spPr>
          <a:xfrm>
            <a:off x="3855047" y="1706159"/>
            <a:ext cx="801887" cy="1"/>
          </a:xfrm>
          <a:prstGeom prst="line">
            <a:avLst/>
          </a:prstGeom>
          <a:ln w="25400">
            <a:solidFill>
              <a:schemeClr val="accent1"/>
            </a:solidFill>
            <a:tailEnd type="triangle"/>
          </a:ln>
        </p:spPr>
        <p:txBody>
          <a:bodyPr lIns="45718" tIns="45718" rIns="45718" bIns="45718"/>
          <a:lstStyle/>
          <a:p>
            <a:pPr/>
          </a:p>
        </p:txBody>
      </p:sp>
      <p:sp>
        <p:nvSpPr>
          <p:cNvPr id="623" name="Linie"/>
          <p:cNvSpPr/>
          <p:nvPr/>
        </p:nvSpPr>
        <p:spPr>
          <a:xfrm>
            <a:off x="3855047" y="2343460"/>
            <a:ext cx="801887" cy="1"/>
          </a:xfrm>
          <a:prstGeom prst="line">
            <a:avLst/>
          </a:prstGeom>
          <a:ln w="25400">
            <a:solidFill>
              <a:schemeClr val="accent1"/>
            </a:solidFill>
            <a:tailEnd type="triangle"/>
          </a:ln>
        </p:spPr>
        <p:txBody>
          <a:bodyPr lIns="45718" tIns="45718" rIns="45718" bIns="45718"/>
          <a:lstStyle/>
          <a:p>
            <a:pPr/>
          </a:p>
        </p:txBody>
      </p:sp>
      <p:sp>
        <p:nvSpPr>
          <p:cNvPr id="624" name="Linie"/>
          <p:cNvSpPr/>
          <p:nvPr/>
        </p:nvSpPr>
        <p:spPr>
          <a:xfrm>
            <a:off x="3830891" y="3009488"/>
            <a:ext cx="801887" cy="1"/>
          </a:xfrm>
          <a:prstGeom prst="line">
            <a:avLst/>
          </a:prstGeom>
          <a:ln w="25400">
            <a:solidFill>
              <a:schemeClr val="accent1"/>
            </a:solidFill>
            <a:tailEnd type="triangle"/>
          </a:ln>
        </p:spPr>
        <p:txBody>
          <a:bodyPr lIns="45718" tIns="45718" rIns="45718" bIns="45718"/>
          <a:lstStyle/>
          <a:p>
            <a:pPr/>
          </a:p>
        </p:txBody>
      </p:sp>
      <p:sp>
        <p:nvSpPr>
          <p:cNvPr id="625" name="Linie"/>
          <p:cNvSpPr/>
          <p:nvPr/>
        </p:nvSpPr>
        <p:spPr>
          <a:xfrm>
            <a:off x="3855047" y="3675517"/>
            <a:ext cx="801887" cy="1"/>
          </a:xfrm>
          <a:prstGeom prst="line">
            <a:avLst/>
          </a:prstGeom>
          <a:ln w="25400">
            <a:solidFill>
              <a:schemeClr val="accent1"/>
            </a:solidFill>
            <a:tailEnd type="triangle"/>
          </a:ln>
        </p:spPr>
        <p:txBody>
          <a:bodyPr lIns="45718" tIns="45718" rIns="45718" bIns="45718"/>
          <a:lstStyle/>
          <a:p>
            <a:pPr/>
          </a:p>
        </p:txBody>
      </p:sp>
      <p:sp>
        <p:nvSpPr>
          <p:cNvPr id="626" name="Linie"/>
          <p:cNvSpPr/>
          <p:nvPr/>
        </p:nvSpPr>
        <p:spPr>
          <a:xfrm>
            <a:off x="3830891" y="4341546"/>
            <a:ext cx="801887" cy="1"/>
          </a:xfrm>
          <a:prstGeom prst="line">
            <a:avLst/>
          </a:prstGeom>
          <a:ln w="25400">
            <a:solidFill>
              <a:schemeClr val="accent1"/>
            </a:solidFill>
            <a:tailEnd type="triangle"/>
          </a:ln>
        </p:spPr>
        <p:txBody>
          <a:bodyPr lIns="45718" tIns="45718" rIns="45718" bIns="45718"/>
          <a:lstStyle/>
          <a:p>
            <a:pPr/>
          </a:p>
        </p:txBody>
      </p:sp>
      <p:sp>
        <p:nvSpPr>
          <p:cNvPr id="627" name="f"/>
          <p:cNvSpPr/>
          <p:nvPr/>
        </p:nvSpPr>
        <p:spPr>
          <a:xfrm>
            <a:off x="4632031" y="1472543"/>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628" name="f"/>
          <p:cNvSpPr/>
          <p:nvPr/>
        </p:nvSpPr>
        <p:spPr>
          <a:xfrm>
            <a:off x="4632031" y="2109843"/>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629" name="f"/>
          <p:cNvSpPr/>
          <p:nvPr/>
        </p:nvSpPr>
        <p:spPr>
          <a:xfrm>
            <a:off x="4632031" y="2790235"/>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630" name="f"/>
          <p:cNvSpPr/>
          <p:nvPr/>
        </p:nvSpPr>
        <p:spPr>
          <a:xfrm>
            <a:off x="4632031" y="3422843"/>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631" name="f"/>
          <p:cNvSpPr/>
          <p:nvPr/>
        </p:nvSpPr>
        <p:spPr>
          <a:xfrm>
            <a:off x="4632031" y="4060144"/>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632" name="Funcție de activare"/>
          <p:cNvSpPr txBox="1"/>
          <p:nvPr/>
        </p:nvSpPr>
        <p:spPr>
          <a:xfrm>
            <a:off x="4456164" y="841499"/>
            <a:ext cx="1055814" cy="6067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400"/>
            </a:lvl1pPr>
          </a:lstStyle>
          <a:p>
            <a:pPr/>
            <a:r>
              <a:t>Funcție de activare</a:t>
            </a:r>
          </a:p>
        </p:txBody>
      </p:sp>
      <p:sp>
        <p:nvSpPr>
          <p:cNvPr id="633" name="Linie"/>
          <p:cNvSpPr/>
          <p:nvPr/>
        </p:nvSpPr>
        <p:spPr>
          <a:xfrm>
            <a:off x="5114847" y="1706159"/>
            <a:ext cx="801887" cy="1"/>
          </a:xfrm>
          <a:prstGeom prst="line">
            <a:avLst/>
          </a:prstGeom>
          <a:ln w="25400">
            <a:solidFill>
              <a:schemeClr val="accent1"/>
            </a:solidFill>
            <a:tailEnd type="triangle"/>
          </a:ln>
        </p:spPr>
        <p:txBody>
          <a:bodyPr lIns="45718" tIns="45718" rIns="45718" bIns="45718"/>
          <a:lstStyle/>
          <a:p>
            <a:pPr/>
          </a:p>
        </p:txBody>
      </p:sp>
      <p:sp>
        <p:nvSpPr>
          <p:cNvPr id="634" name="Linie"/>
          <p:cNvSpPr/>
          <p:nvPr/>
        </p:nvSpPr>
        <p:spPr>
          <a:xfrm>
            <a:off x="5114847" y="2343460"/>
            <a:ext cx="801887" cy="1"/>
          </a:xfrm>
          <a:prstGeom prst="line">
            <a:avLst/>
          </a:prstGeom>
          <a:ln w="25400">
            <a:solidFill>
              <a:schemeClr val="accent1"/>
            </a:solidFill>
            <a:tailEnd type="triangle"/>
          </a:ln>
        </p:spPr>
        <p:txBody>
          <a:bodyPr lIns="45718" tIns="45718" rIns="45718" bIns="45718"/>
          <a:lstStyle/>
          <a:p>
            <a:pPr/>
          </a:p>
        </p:txBody>
      </p:sp>
      <p:sp>
        <p:nvSpPr>
          <p:cNvPr id="635" name="Linie"/>
          <p:cNvSpPr/>
          <p:nvPr/>
        </p:nvSpPr>
        <p:spPr>
          <a:xfrm>
            <a:off x="5114847" y="3060920"/>
            <a:ext cx="801887" cy="1"/>
          </a:xfrm>
          <a:prstGeom prst="line">
            <a:avLst/>
          </a:prstGeom>
          <a:ln w="25400">
            <a:solidFill>
              <a:schemeClr val="accent1"/>
            </a:solidFill>
            <a:tailEnd type="triangle"/>
          </a:ln>
        </p:spPr>
        <p:txBody>
          <a:bodyPr lIns="45718" tIns="45718" rIns="45718" bIns="45718"/>
          <a:lstStyle/>
          <a:p>
            <a:pPr/>
          </a:p>
        </p:txBody>
      </p:sp>
      <p:sp>
        <p:nvSpPr>
          <p:cNvPr id="636" name="Linie"/>
          <p:cNvSpPr/>
          <p:nvPr/>
        </p:nvSpPr>
        <p:spPr>
          <a:xfrm>
            <a:off x="5114847" y="3656460"/>
            <a:ext cx="801887" cy="1"/>
          </a:xfrm>
          <a:prstGeom prst="line">
            <a:avLst/>
          </a:prstGeom>
          <a:ln w="25400">
            <a:solidFill>
              <a:schemeClr val="accent1"/>
            </a:solidFill>
            <a:tailEnd type="triangle"/>
          </a:ln>
        </p:spPr>
        <p:txBody>
          <a:bodyPr lIns="45718" tIns="45718" rIns="45718" bIns="45718"/>
          <a:lstStyle/>
          <a:p>
            <a:pPr/>
          </a:p>
        </p:txBody>
      </p:sp>
      <p:sp>
        <p:nvSpPr>
          <p:cNvPr id="637" name="Linie"/>
          <p:cNvSpPr/>
          <p:nvPr/>
        </p:nvSpPr>
        <p:spPr>
          <a:xfrm>
            <a:off x="5114847" y="4341546"/>
            <a:ext cx="801887" cy="1"/>
          </a:xfrm>
          <a:prstGeom prst="line">
            <a:avLst/>
          </a:prstGeom>
          <a:ln w="25400">
            <a:solidFill>
              <a:schemeClr val="accent1"/>
            </a:solidFill>
            <a:tailEnd type="triangle"/>
          </a:ln>
        </p:spPr>
        <p:txBody>
          <a:bodyPr lIns="45718" tIns="45718" rIns="45718" bIns="45718"/>
          <a:lstStyle/>
          <a:p>
            <a:pPr/>
          </a:p>
        </p:txBody>
      </p:sp>
      <p:sp>
        <p:nvSpPr>
          <p:cNvPr id="638" name="Oval"/>
          <p:cNvSpPr/>
          <p:nvPr/>
        </p:nvSpPr>
        <p:spPr>
          <a:xfrm>
            <a:off x="6009157" y="1450266"/>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39" name="Oval"/>
          <p:cNvSpPr/>
          <p:nvPr/>
        </p:nvSpPr>
        <p:spPr>
          <a:xfrm>
            <a:off x="6009157" y="2087565"/>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40" name="Oval"/>
          <p:cNvSpPr/>
          <p:nvPr/>
        </p:nvSpPr>
        <p:spPr>
          <a:xfrm>
            <a:off x="6009157" y="2744066"/>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41" name="Oval"/>
          <p:cNvSpPr/>
          <p:nvPr/>
        </p:nvSpPr>
        <p:spPr>
          <a:xfrm>
            <a:off x="6009157" y="3400566"/>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42" name="Oval"/>
          <p:cNvSpPr/>
          <p:nvPr/>
        </p:nvSpPr>
        <p:spPr>
          <a:xfrm>
            <a:off x="6009157" y="4037867"/>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43" name="Dreptunghi"/>
          <p:cNvSpPr/>
          <p:nvPr/>
        </p:nvSpPr>
        <p:spPr>
          <a:xfrm>
            <a:off x="5882157" y="1143339"/>
            <a:ext cx="892276" cy="3835161"/>
          </a:xfrm>
          <a:prstGeom prst="rect">
            <a:avLst/>
          </a:prstGeom>
          <a:ln w="25400">
            <a:solidFill>
              <a:schemeClr val="accent1"/>
            </a:solidFill>
          </a:ln>
        </p:spPr>
        <p:txBody>
          <a:bodyPr lIns="50800" tIns="50800" rIns="50800" bIns="50800" anchor="ctr"/>
          <a:lstStyle/>
          <a:p>
            <a:pPr/>
          </a:p>
        </p:txBody>
      </p:sp>
      <p:sp>
        <p:nvSpPr>
          <p:cNvPr id="644" name="Activated hidden state"/>
          <p:cNvSpPr txBox="1"/>
          <p:nvPr/>
        </p:nvSpPr>
        <p:spPr>
          <a:xfrm>
            <a:off x="5617474" y="724897"/>
            <a:ext cx="1895324" cy="36652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400"/>
            </a:lvl1pPr>
          </a:lstStyle>
          <a:p>
            <a:pPr/>
            <a:r>
              <a:t>Activated hidden state</a:t>
            </a:r>
          </a:p>
        </p:txBody>
      </p:sp>
      <p:sp>
        <p:nvSpPr>
          <p:cNvPr id="645" name="0"/>
          <p:cNvSpPr/>
          <p:nvPr/>
        </p:nvSpPr>
        <p:spPr>
          <a:xfrm>
            <a:off x="1276734" y="3775028"/>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646" name="Linie"/>
          <p:cNvSpPr/>
          <p:nvPr/>
        </p:nvSpPr>
        <p:spPr>
          <a:xfrm>
            <a:off x="14232035" y="2731847"/>
            <a:ext cx="1055814" cy="1"/>
          </a:xfrm>
          <a:prstGeom prst="line">
            <a:avLst/>
          </a:prstGeom>
          <a:ln w="25400">
            <a:solidFill>
              <a:schemeClr val="accent1"/>
            </a:solidFill>
            <a:tailEnd type="triangle"/>
          </a:ln>
        </p:spPr>
        <p:txBody>
          <a:bodyPr lIns="45718" tIns="45718" rIns="45718" bIns="45718"/>
          <a:lstStyle/>
          <a:p>
            <a:pPr/>
          </a:p>
        </p:txBody>
      </p:sp>
      <p:sp>
        <p:nvSpPr>
          <p:cNvPr id="647" name="Dreptunghi"/>
          <p:cNvSpPr/>
          <p:nvPr/>
        </p:nvSpPr>
        <p:spPr>
          <a:xfrm>
            <a:off x="13228528" y="2765449"/>
            <a:ext cx="892276" cy="829453"/>
          </a:xfrm>
          <a:prstGeom prst="rect">
            <a:avLst/>
          </a:prstGeom>
          <a:solidFill>
            <a:schemeClr val="accent3">
              <a:alpha val="65044"/>
            </a:schemeClr>
          </a:solidFill>
          <a:ln w="25400">
            <a:solidFill>
              <a:schemeClr val="accent3">
                <a:alpha val="65044"/>
              </a:schemeClr>
            </a:solidFill>
          </a:ln>
        </p:spPr>
        <p:txBody>
          <a:bodyPr lIns="50800" tIns="50800" rIns="50800" bIns="50800" anchor="ctr"/>
          <a:lstStyle/>
          <a:p>
            <a:pPr/>
          </a:p>
        </p:txBody>
      </p:sp>
      <p:sp>
        <p:nvSpPr>
          <p:cNvPr id="648" name="Dreptunghi"/>
          <p:cNvSpPr/>
          <p:nvPr/>
        </p:nvSpPr>
        <p:spPr>
          <a:xfrm>
            <a:off x="18437093" y="5173102"/>
            <a:ext cx="892276" cy="829453"/>
          </a:xfrm>
          <a:prstGeom prst="rect">
            <a:avLst/>
          </a:prstGeom>
          <a:solidFill>
            <a:schemeClr val="accent3">
              <a:alpha val="65044"/>
            </a:schemeClr>
          </a:solidFill>
          <a:ln w="25400">
            <a:solidFill>
              <a:schemeClr val="accent3">
                <a:alpha val="65044"/>
              </a:schemeClr>
            </a:solidFill>
          </a:ln>
        </p:spPr>
        <p:txBody>
          <a:bodyPr lIns="50800" tIns="50800" rIns="50800" bIns="50800" anchor="ctr"/>
          <a:lstStyle/>
          <a:p>
            <a:pPr/>
          </a:p>
        </p:txBody>
      </p:sp>
      <p:sp>
        <p:nvSpPr>
          <p:cNvPr id="649" name="Dreptunghi"/>
          <p:cNvSpPr/>
          <p:nvPr/>
        </p:nvSpPr>
        <p:spPr>
          <a:xfrm>
            <a:off x="22671729" y="11089725"/>
            <a:ext cx="892276" cy="829453"/>
          </a:xfrm>
          <a:prstGeom prst="rect">
            <a:avLst/>
          </a:prstGeom>
          <a:solidFill>
            <a:schemeClr val="accent3">
              <a:alpha val="65044"/>
            </a:schemeClr>
          </a:solidFill>
          <a:ln w="25400">
            <a:solidFill>
              <a:schemeClr val="accent3">
                <a:alpha val="65044"/>
              </a:schemeClr>
            </a:solidFill>
          </a:ln>
        </p:spPr>
        <p:txBody>
          <a:bodyPr lIns="50800" tIns="50800" rIns="50800" bIns="50800" anchor="ctr"/>
          <a:lstStyle/>
          <a:p>
            <a:pPr/>
          </a:p>
        </p:txBody>
      </p:sp>
      <p:sp>
        <p:nvSpPr>
          <p:cNvPr id="650" name="2"/>
          <p:cNvSpPr txBox="1"/>
          <p:nvPr/>
        </p:nvSpPr>
        <p:spPr>
          <a:xfrm>
            <a:off x="15349309" y="2185751"/>
            <a:ext cx="42667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a:t>
            </a:r>
          </a:p>
        </p:txBody>
      </p:sp>
      <p:sp>
        <p:nvSpPr>
          <p:cNvPr id="651" name="Linie"/>
          <p:cNvSpPr/>
          <p:nvPr/>
        </p:nvSpPr>
        <p:spPr>
          <a:xfrm>
            <a:off x="19547884" y="6912442"/>
            <a:ext cx="1055815" cy="1"/>
          </a:xfrm>
          <a:prstGeom prst="line">
            <a:avLst/>
          </a:prstGeom>
          <a:ln w="25400">
            <a:solidFill>
              <a:schemeClr val="accent1"/>
            </a:solidFill>
            <a:tailEnd type="triangle"/>
          </a:ln>
        </p:spPr>
        <p:txBody>
          <a:bodyPr lIns="45718" tIns="45718" rIns="45718" bIns="45718"/>
          <a:lstStyle/>
          <a:p>
            <a:pPr/>
          </a:p>
        </p:txBody>
      </p:sp>
      <p:sp>
        <p:nvSpPr>
          <p:cNvPr id="652" name="0"/>
          <p:cNvSpPr txBox="1"/>
          <p:nvPr/>
        </p:nvSpPr>
        <p:spPr>
          <a:xfrm>
            <a:off x="20665158" y="6366345"/>
            <a:ext cx="51384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a:t>
            </a:r>
          </a:p>
        </p:txBody>
      </p:sp>
      <p:sp>
        <p:nvSpPr>
          <p:cNvPr id="653" name="Linie"/>
          <p:cNvSpPr/>
          <p:nvPr/>
        </p:nvSpPr>
        <p:spPr>
          <a:xfrm>
            <a:off x="23528345" y="11248313"/>
            <a:ext cx="375741" cy="1"/>
          </a:xfrm>
          <a:prstGeom prst="line">
            <a:avLst/>
          </a:prstGeom>
          <a:ln w="25400">
            <a:solidFill>
              <a:schemeClr val="accent1"/>
            </a:solidFill>
            <a:tailEnd type="triangle"/>
          </a:ln>
        </p:spPr>
        <p:txBody>
          <a:bodyPr lIns="45718" tIns="45718" rIns="45718" bIns="45718"/>
          <a:lstStyle/>
          <a:p>
            <a:pPr/>
          </a:p>
        </p:txBody>
      </p:sp>
      <p:sp>
        <p:nvSpPr>
          <p:cNvPr id="654" name="2"/>
          <p:cNvSpPr txBox="1"/>
          <p:nvPr/>
        </p:nvSpPr>
        <p:spPr>
          <a:xfrm>
            <a:off x="24371817" y="10697459"/>
            <a:ext cx="42667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a:t>
            </a:r>
          </a:p>
        </p:txBody>
      </p:sp>
      <p:sp>
        <p:nvSpPr>
          <p:cNvPr id="655" name="Avem ieșirea 2 0 2, pe care o putem transforma în text aplicând operația inversă transformării intrării în numere"/>
          <p:cNvSpPr txBox="1"/>
          <p:nvPr/>
        </p:nvSpPr>
        <p:spPr>
          <a:xfrm>
            <a:off x="17344482" y="134668"/>
            <a:ext cx="6412105" cy="395396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Avem ieșirea 2 0 2, pe care o putem transforma în text aplicând operația inversă transformării intrării în numere</a:t>
            </a:r>
          </a:p>
        </p:txBody>
      </p:sp>
      <p:sp>
        <p:nvSpPr>
          <p:cNvPr id="656" name="Oval"/>
          <p:cNvSpPr/>
          <p:nvPr/>
        </p:nvSpPr>
        <p:spPr>
          <a:xfrm>
            <a:off x="7479736" y="4248470"/>
            <a:ext cx="350341" cy="341123"/>
          </a:xfrm>
          <a:prstGeom prst="ellipse">
            <a:avLst/>
          </a:prstGeom>
          <a:solidFill>
            <a:srgbClr val="FFFFFF"/>
          </a:solidFill>
          <a:ln w="25400">
            <a:solidFill>
              <a:schemeClr val="accent1"/>
            </a:solidFill>
          </a:ln>
        </p:spPr>
        <p:txBody>
          <a:bodyPr lIns="50800" tIns="50800" rIns="50800" bIns="50800" anchor="ctr"/>
          <a:lstStyle/>
          <a:p>
            <a:pPr/>
          </a:p>
        </p:txBody>
      </p:sp>
      <p:sp>
        <p:nvSpPr>
          <p:cNvPr id="657" name="Oval"/>
          <p:cNvSpPr/>
          <p:nvPr/>
        </p:nvSpPr>
        <p:spPr>
          <a:xfrm>
            <a:off x="7474429" y="5026034"/>
            <a:ext cx="350340" cy="341123"/>
          </a:xfrm>
          <a:prstGeom prst="ellipse">
            <a:avLst/>
          </a:prstGeom>
          <a:solidFill>
            <a:srgbClr val="FFFFFF"/>
          </a:solidFill>
          <a:ln w="25400">
            <a:solidFill>
              <a:schemeClr val="accent1"/>
            </a:solidFill>
          </a:ln>
        </p:spPr>
        <p:txBody>
          <a:bodyPr lIns="50800" tIns="50800" rIns="50800" bIns="50800" anchor="ctr"/>
          <a:lstStyle/>
          <a:p>
            <a:pPr/>
          </a:p>
        </p:txBody>
      </p:sp>
      <p:sp>
        <p:nvSpPr>
          <p:cNvPr id="658" name="Oval"/>
          <p:cNvSpPr/>
          <p:nvPr/>
        </p:nvSpPr>
        <p:spPr>
          <a:xfrm>
            <a:off x="7481491" y="5423130"/>
            <a:ext cx="350341" cy="341124"/>
          </a:xfrm>
          <a:prstGeom prst="ellipse">
            <a:avLst/>
          </a:prstGeom>
          <a:solidFill>
            <a:srgbClr val="FFFFFF"/>
          </a:solidFill>
          <a:ln w="25400">
            <a:solidFill>
              <a:schemeClr val="accent1"/>
            </a:solidFill>
          </a:ln>
        </p:spPr>
        <p:txBody>
          <a:bodyPr lIns="50800" tIns="50800" rIns="50800" bIns="50800" anchor="ctr"/>
          <a:lstStyle/>
          <a:p>
            <a:pPr/>
          </a:p>
        </p:txBody>
      </p:sp>
      <p:sp>
        <p:nvSpPr>
          <p:cNvPr id="659" name="Oval"/>
          <p:cNvSpPr/>
          <p:nvPr/>
        </p:nvSpPr>
        <p:spPr>
          <a:xfrm>
            <a:off x="7481491" y="5820227"/>
            <a:ext cx="350341" cy="341123"/>
          </a:xfrm>
          <a:prstGeom prst="ellipse">
            <a:avLst/>
          </a:prstGeom>
          <a:solidFill>
            <a:srgbClr val="FFFFFF"/>
          </a:solidFill>
          <a:ln w="25400">
            <a:solidFill>
              <a:schemeClr val="accent1"/>
            </a:solidFill>
          </a:ln>
        </p:spPr>
        <p:txBody>
          <a:bodyPr lIns="50800" tIns="50800" rIns="50800" bIns="50800" anchor="ctr"/>
          <a:lstStyle/>
          <a:p>
            <a:pPr/>
          </a:p>
        </p:txBody>
      </p:sp>
      <p:sp>
        <p:nvSpPr>
          <p:cNvPr id="660" name="+"/>
          <p:cNvSpPr/>
          <p:nvPr/>
        </p:nvSpPr>
        <p:spPr>
          <a:xfrm>
            <a:off x="7188474" y="6595343"/>
            <a:ext cx="922249" cy="994427"/>
          </a:xfrm>
          <a:prstGeom prst="rect">
            <a:avLst/>
          </a:prstGeom>
          <a:solidFill>
            <a:srgbClr val="FFFFFF"/>
          </a:solidFill>
          <a:ln w="25400">
            <a:solidFill>
              <a:schemeClr val="accent5"/>
            </a:solidFill>
          </a:ln>
          <a:extLst>
            <a:ext uri="{C572A759-6A51-4108-AA02-DFA0A04FC94B}">
              <ma14:wrappingTextBoxFlag xmlns:ma14="http://schemas.microsoft.com/office/mac/drawingml/2011/main" val="1"/>
            </a:ext>
          </a:extLst>
        </p:spPr>
        <p:txBody>
          <a:bodyPr lIns="50800" tIns="50800" rIns="50800" bIns="50800" anchor="ctr"/>
          <a:lstStyle>
            <a:lvl1pPr algn="ctr">
              <a:defRPr sz="3700"/>
            </a:lvl1pPr>
          </a:lstStyle>
          <a:p>
            <a:pPr/>
            <a:r>
              <a:t>+</a:t>
            </a:r>
          </a:p>
        </p:txBody>
      </p:sp>
      <p:sp>
        <p:nvSpPr>
          <p:cNvPr id="661" name="Linie"/>
          <p:cNvSpPr/>
          <p:nvPr/>
        </p:nvSpPr>
        <p:spPr>
          <a:xfrm>
            <a:off x="5043987" y="7171245"/>
            <a:ext cx="2115961" cy="1"/>
          </a:xfrm>
          <a:prstGeom prst="line">
            <a:avLst/>
          </a:prstGeom>
          <a:ln w="25400">
            <a:solidFill>
              <a:schemeClr val="accent1"/>
            </a:solidFill>
            <a:tailEnd type="triangle"/>
          </a:ln>
        </p:spPr>
        <p:txBody>
          <a:bodyPr lIns="45718" tIns="45718" rIns="45718" bIns="45718"/>
          <a:lstStyle/>
          <a:p>
            <a:pPr/>
          </a:p>
        </p:txBody>
      </p:sp>
      <p:sp>
        <p:nvSpPr>
          <p:cNvPr id="662" name="Oval"/>
          <p:cNvSpPr/>
          <p:nvPr/>
        </p:nvSpPr>
        <p:spPr>
          <a:xfrm>
            <a:off x="8662380" y="5518969"/>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63" name="Oval"/>
          <p:cNvSpPr/>
          <p:nvPr/>
        </p:nvSpPr>
        <p:spPr>
          <a:xfrm>
            <a:off x="8662380" y="6156269"/>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64" name="Oval"/>
          <p:cNvSpPr/>
          <p:nvPr/>
        </p:nvSpPr>
        <p:spPr>
          <a:xfrm>
            <a:off x="8662380" y="6812770"/>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65" name="Oval"/>
          <p:cNvSpPr/>
          <p:nvPr/>
        </p:nvSpPr>
        <p:spPr>
          <a:xfrm>
            <a:off x="8662380" y="7469270"/>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66" name="Oval"/>
          <p:cNvSpPr/>
          <p:nvPr/>
        </p:nvSpPr>
        <p:spPr>
          <a:xfrm>
            <a:off x="8662380" y="8106570"/>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67" name="Dreptunghi"/>
          <p:cNvSpPr/>
          <p:nvPr/>
        </p:nvSpPr>
        <p:spPr>
          <a:xfrm>
            <a:off x="8535380" y="5212043"/>
            <a:ext cx="892276" cy="3835161"/>
          </a:xfrm>
          <a:prstGeom prst="rect">
            <a:avLst/>
          </a:prstGeom>
          <a:ln w="25400">
            <a:solidFill>
              <a:schemeClr val="accent1"/>
            </a:solidFill>
          </a:ln>
        </p:spPr>
        <p:txBody>
          <a:bodyPr lIns="50800" tIns="50800" rIns="50800" bIns="50800" anchor="ctr"/>
          <a:lstStyle/>
          <a:p>
            <a:pPr/>
          </a:p>
        </p:txBody>
      </p:sp>
      <p:sp>
        <p:nvSpPr>
          <p:cNvPr id="668" name="Linie"/>
          <p:cNvSpPr/>
          <p:nvPr/>
        </p:nvSpPr>
        <p:spPr>
          <a:xfrm>
            <a:off x="8056522" y="7145480"/>
            <a:ext cx="513843" cy="1"/>
          </a:xfrm>
          <a:prstGeom prst="line">
            <a:avLst/>
          </a:prstGeom>
          <a:ln w="25400">
            <a:solidFill>
              <a:schemeClr val="accent1"/>
            </a:solidFill>
            <a:tailEnd type="triangle"/>
          </a:ln>
        </p:spPr>
        <p:txBody>
          <a:bodyPr lIns="45718" tIns="45718" rIns="45718" bIns="45718"/>
          <a:lstStyle/>
          <a:p>
            <a:pPr/>
          </a:p>
        </p:txBody>
      </p:sp>
      <p:sp>
        <p:nvSpPr>
          <p:cNvPr id="669" name="Linie"/>
          <p:cNvSpPr/>
          <p:nvPr/>
        </p:nvSpPr>
        <p:spPr>
          <a:xfrm>
            <a:off x="6875308" y="4229802"/>
            <a:ext cx="461214" cy="194721"/>
          </a:xfrm>
          <a:prstGeom prst="line">
            <a:avLst/>
          </a:prstGeom>
          <a:ln w="25400">
            <a:solidFill>
              <a:schemeClr val="accent5"/>
            </a:solidFill>
            <a:tailEnd type="triangle"/>
          </a:ln>
        </p:spPr>
        <p:txBody>
          <a:bodyPr lIns="45718" tIns="45718" rIns="45718" bIns="45718"/>
          <a:lstStyle/>
          <a:p>
            <a:pPr/>
          </a:p>
        </p:txBody>
      </p:sp>
      <p:sp>
        <p:nvSpPr>
          <p:cNvPr id="670" name="Linie"/>
          <p:cNvSpPr/>
          <p:nvPr/>
        </p:nvSpPr>
        <p:spPr>
          <a:xfrm>
            <a:off x="6875363" y="4226816"/>
            <a:ext cx="502175" cy="502175"/>
          </a:xfrm>
          <a:prstGeom prst="line">
            <a:avLst/>
          </a:prstGeom>
          <a:ln w="25400">
            <a:solidFill>
              <a:schemeClr val="accent5"/>
            </a:solidFill>
            <a:tailEnd type="triangle"/>
          </a:ln>
        </p:spPr>
        <p:txBody>
          <a:bodyPr lIns="45718" tIns="45718" rIns="45718" bIns="45718"/>
          <a:lstStyle/>
          <a:p>
            <a:pPr/>
          </a:p>
        </p:txBody>
      </p:sp>
      <p:sp>
        <p:nvSpPr>
          <p:cNvPr id="671" name="Linie"/>
          <p:cNvSpPr/>
          <p:nvPr/>
        </p:nvSpPr>
        <p:spPr>
          <a:xfrm>
            <a:off x="6857348" y="4287927"/>
            <a:ext cx="502652" cy="1660376"/>
          </a:xfrm>
          <a:prstGeom prst="line">
            <a:avLst/>
          </a:prstGeom>
          <a:ln w="25400">
            <a:solidFill>
              <a:schemeClr val="accent5"/>
            </a:solidFill>
            <a:tailEnd type="triangle"/>
          </a:ln>
        </p:spPr>
        <p:txBody>
          <a:bodyPr lIns="45718" tIns="45718" rIns="45718" bIns="45718"/>
          <a:lstStyle/>
          <a:p>
            <a:pPr/>
          </a:p>
        </p:txBody>
      </p:sp>
      <p:sp>
        <p:nvSpPr>
          <p:cNvPr id="672" name="Linie"/>
          <p:cNvSpPr/>
          <p:nvPr/>
        </p:nvSpPr>
        <p:spPr>
          <a:xfrm>
            <a:off x="6890890" y="4300155"/>
            <a:ext cx="391387" cy="1291731"/>
          </a:xfrm>
          <a:prstGeom prst="line">
            <a:avLst/>
          </a:prstGeom>
          <a:ln w="25400">
            <a:solidFill>
              <a:schemeClr val="accent5"/>
            </a:solidFill>
            <a:tailEnd type="triangle"/>
          </a:ln>
        </p:spPr>
        <p:txBody>
          <a:bodyPr lIns="45718" tIns="45718" rIns="45718" bIns="45718"/>
          <a:lstStyle/>
          <a:p>
            <a:pPr/>
          </a:p>
        </p:txBody>
      </p:sp>
      <p:sp>
        <p:nvSpPr>
          <p:cNvPr id="673" name="Linie"/>
          <p:cNvSpPr/>
          <p:nvPr/>
        </p:nvSpPr>
        <p:spPr>
          <a:xfrm>
            <a:off x="7002308" y="4356802"/>
            <a:ext cx="387414" cy="664671"/>
          </a:xfrm>
          <a:prstGeom prst="line">
            <a:avLst/>
          </a:prstGeom>
          <a:ln w="25400">
            <a:solidFill>
              <a:schemeClr val="accent5"/>
            </a:solidFill>
            <a:tailEnd type="triangle"/>
          </a:ln>
        </p:spPr>
        <p:txBody>
          <a:bodyPr lIns="45718" tIns="45718" rIns="45718" bIns="45718"/>
          <a:lstStyle/>
          <a:p>
            <a:pPr/>
          </a:p>
        </p:txBody>
      </p:sp>
      <p:sp>
        <p:nvSpPr>
          <p:cNvPr id="674" name="Linie"/>
          <p:cNvSpPr/>
          <p:nvPr/>
        </p:nvSpPr>
        <p:spPr>
          <a:xfrm>
            <a:off x="7623840" y="6230426"/>
            <a:ext cx="1" cy="366523"/>
          </a:xfrm>
          <a:prstGeom prst="line">
            <a:avLst/>
          </a:prstGeom>
          <a:ln w="25400">
            <a:solidFill>
              <a:schemeClr val="accent1"/>
            </a:solidFill>
            <a:tailEnd type="triangle"/>
          </a:ln>
        </p:spPr>
        <p:txBody>
          <a:bodyPr lIns="45718" tIns="45718" rIns="45718" bIns="45718"/>
          <a:lstStyle/>
          <a:p>
            <a:pPr/>
          </a:p>
        </p:txBody>
      </p:sp>
      <p:sp>
        <p:nvSpPr>
          <p:cNvPr id="675" name="0"/>
          <p:cNvSpPr/>
          <p:nvPr/>
        </p:nvSpPr>
        <p:spPr>
          <a:xfrm>
            <a:off x="7763931" y="10242108"/>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676" name="0"/>
          <p:cNvSpPr/>
          <p:nvPr/>
        </p:nvSpPr>
        <p:spPr>
          <a:xfrm>
            <a:off x="7763931" y="10948999"/>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677" name="1"/>
          <p:cNvSpPr/>
          <p:nvPr/>
        </p:nvSpPr>
        <p:spPr>
          <a:xfrm>
            <a:off x="7763931" y="11655889"/>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1</a:t>
            </a:r>
          </a:p>
        </p:txBody>
      </p:sp>
      <p:sp>
        <p:nvSpPr>
          <p:cNvPr id="678" name="Dreptunghi"/>
          <p:cNvSpPr/>
          <p:nvPr/>
        </p:nvSpPr>
        <p:spPr>
          <a:xfrm>
            <a:off x="7621619" y="10003498"/>
            <a:ext cx="922901" cy="3124153"/>
          </a:xfrm>
          <a:prstGeom prst="rect">
            <a:avLst/>
          </a:prstGeom>
          <a:ln w="25400">
            <a:solidFill>
              <a:schemeClr val="accent4"/>
            </a:solidFill>
          </a:ln>
        </p:spPr>
        <p:txBody>
          <a:bodyPr lIns="50800" tIns="50800" rIns="50800" bIns="50800" anchor="ctr"/>
          <a:lstStyle/>
          <a:p>
            <a:pPr/>
          </a:p>
        </p:txBody>
      </p:sp>
      <p:sp>
        <p:nvSpPr>
          <p:cNvPr id="679" name="Oval"/>
          <p:cNvSpPr/>
          <p:nvPr/>
        </p:nvSpPr>
        <p:spPr>
          <a:xfrm>
            <a:off x="9446131" y="9639260"/>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80" name="Oval"/>
          <p:cNvSpPr/>
          <p:nvPr/>
        </p:nvSpPr>
        <p:spPr>
          <a:xfrm>
            <a:off x="9446131" y="10276561"/>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81" name="Oval"/>
          <p:cNvSpPr/>
          <p:nvPr/>
        </p:nvSpPr>
        <p:spPr>
          <a:xfrm>
            <a:off x="9446131" y="10933061"/>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82" name="Oval"/>
          <p:cNvSpPr/>
          <p:nvPr/>
        </p:nvSpPr>
        <p:spPr>
          <a:xfrm>
            <a:off x="9446131" y="11589561"/>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83" name="Oval"/>
          <p:cNvSpPr/>
          <p:nvPr/>
        </p:nvSpPr>
        <p:spPr>
          <a:xfrm>
            <a:off x="9446131" y="12226861"/>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684" name="Linie"/>
          <p:cNvSpPr/>
          <p:nvPr/>
        </p:nvSpPr>
        <p:spPr>
          <a:xfrm>
            <a:off x="8532826" y="11249914"/>
            <a:ext cx="801887" cy="1"/>
          </a:xfrm>
          <a:prstGeom prst="line">
            <a:avLst/>
          </a:prstGeom>
          <a:ln w="25400">
            <a:solidFill>
              <a:schemeClr val="accent5"/>
            </a:solidFill>
            <a:tailEnd type="triangle"/>
          </a:ln>
        </p:spPr>
        <p:txBody>
          <a:bodyPr lIns="45718" tIns="45718" rIns="45718" bIns="45718"/>
          <a:lstStyle/>
          <a:p>
            <a:pPr/>
          </a:p>
        </p:txBody>
      </p:sp>
      <p:sp>
        <p:nvSpPr>
          <p:cNvPr id="685" name="Linie"/>
          <p:cNvSpPr/>
          <p:nvPr/>
        </p:nvSpPr>
        <p:spPr>
          <a:xfrm flipV="1">
            <a:off x="8532826" y="10582681"/>
            <a:ext cx="808445" cy="667234"/>
          </a:xfrm>
          <a:prstGeom prst="line">
            <a:avLst/>
          </a:prstGeom>
          <a:ln w="25400">
            <a:solidFill>
              <a:schemeClr val="accent5"/>
            </a:solidFill>
            <a:tailEnd type="triangle"/>
          </a:ln>
        </p:spPr>
        <p:txBody>
          <a:bodyPr lIns="45718" tIns="45718" rIns="45718" bIns="45718"/>
          <a:lstStyle/>
          <a:p>
            <a:pPr/>
          </a:p>
        </p:txBody>
      </p:sp>
      <p:sp>
        <p:nvSpPr>
          <p:cNvPr id="686" name="Linie"/>
          <p:cNvSpPr/>
          <p:nvPr/>
        </p:nvSpPr>
        <p:spPr>
          <a:xfrm>
            <a:off x="8505476" y="11249914"/>
            <a:ext cx="863690" cy="628771"/>
          </a:xfrm>
          <a:prstGeom prst="line">
            <a:avLst/>
          </a:prstGeom>
          <a:ln w="25400">
            <a:solidFill>
              <a:schemeClr val="accent5"/>
            </a:solidFill>
            <a:tailEnd type="triangle"/>
          </a:ln>
        </p:spPr>
        <p:txBody>
          <a:bodyPr lIns="45718" tIns="45718" rIns="45718" bIns="45718"/>
          <a:lstStyle/>
          <a:p>
            <a:pPr/>
          </a:p>
        </p:txBody>
      </p:sp>
      <p:sp>
        <p:nvSpPr>
          <p:cNvPr id="687" name="Linie"/>
          <p:cNvSpPr/>
          <p:nvPr/>
        </p:nvSpPr>
        <p:spPr>
          <a:xfrm>
            <a:off x="8505476" y="11249914"/>
            <a:ext cx="866497" cy="1301886"/>
          </a:xfrm>
          <a:prstGeom prst="line">
            <a:avLst/>
          </a:prstGeom>
          <a:ln w="25400">
            <a:solidFill>
              <a:schemeClr val="accent5"/>
            </a:solidFill>
            <a:tailEnd type="triangle"/>
          </a:ln>
        </p:spPr>
        <p:txBody>
          <a:bodyPr lIns="45718" tIns="45718" rIns="45718" bIns="45718"/>
          <a:lstStyle/>
          <a:p>
            <a:pPr/>
          </a:p>
        </p:txBody>
      </p:sp>
      <p:sp>
        <p:nvSpPr>
          <p:cNvPr id="688" name="Linie"/>
          <p:cNvSpPr/>
          <p:nvPr/>
        </p:nvSpPr>
        <p:spPr>
          <a:xfrm flipV="1">
            <a:off x="8526268" y="10179996"/>
            <a:ext cx="791724" cy="1071123"/>
          </a:xfrm>
          <a:prstGeom prst="line">
            <a:avLst/>
          </a:prstGeom>
          <a:ln w="25400">
            <a:solidFill>
              <a:schemeClr val="accent5"/>
            </a:solidFill>
            <a:tailEnd type="triangle"/>
          </a:ln>
        </p:spPr>
        <p:txBody>
          <a:bodyPr lIns="45718" tIns="45718" rIns="45718" bIns="45718"/>
          <a:lstStyle/>
          <a:p>
            <a:pPr/>
          </a:p>
        </p:txBody>
      </p:sp>
      <p:sp>
        <p:nvSpPr>
          <p:cNvPr id="689" name="Dreptunghi"/>
          <p:cNvSpPr/>
          <p:nvPr/>
        </p:nvSpPr>
        <p:spPr>
          <a:xfrm>
            <a:off x="9319131" y="9332334"/>
            <a:ext cx="892276" cy="3835161"/>
          </a:xfrm>
          <a:prstGeom prst="rect">
            <a:avLst/>
          </a:prstGeom>
          <a:ln w="25400">
            <a:solidFill>
              <a:schemeClr val="accent1"/>
            </a:solidFill>
          </a:ln>
        </p:spPr>
        <p:txBody>
          <a:bodyPr lIns="50800" tIns="50800" rIns="50800" bIns="50800" anchor="ctr"/>
          <a:lstStyle/>
          <a:p>
            <a:pPr/>
          </a:p>
        </p:txBody>
      </p:sp>
      <p:sp>
        <p:nvSpPr>
          <p:cNvPr id="690" name="Linie"/>
          <p:cNvSpPr/>
          <p:nvPr/>
        </p:nvSpPr>
        <p:spPr>
          <a:xfrm>
            <a:off x="14713314" y="9986255"/>
            <a:ext cx="801887" cy="1"/>
          </a:xfrm>
          <a:prstGeom prst="line">
            <a:avLst/>
          </a:prstGeom>
          <a:ln w="25400">
            <a:solidFill>
              <a:schemeClr val="accent1"/>
            </a:solidFill>
            <a:tailEnd type="triangle"/>
          </a:ln>
        </p:spPr>
        <p:txBody>
          <a:bodyPr lIns="45718" tIns="45718" rIns="45718" bIns="45718"/>
          <a:lstStyle/>
          <a:p>
            <a:pPr/>
          </a:p>
        </p:txBody>
      </p:sp>
      <p:sp>
        <p:nvSpPr>
          <p:cNvPr id="691" name="Linie"/>
          <p:cNvSpPr/>
          <p:nvPr/>
        </p:nvSpPr>
        <p:spPr>
          <a:xfrm>
            <a:off x="14713314" y="10623555"/>
            <a:ext cx="801887" cy="1"/>
          </a:xfrm>
          <a:prstGeom prst="line">
            <a:avLst/>
          </a:prstGeom>
          <a:ln w="25400">
            <a:solidFill>
              <a:schemeClr val="accent1"/>
            </a:solidFill>
            <a:tailEnd type="triangle"/>
          </a:ln>
        </p:spPr>
        <p:txBody>
          <a:bodyPr lIns="45718" tIns="45718" rIns="45718" bIns="45718"/>
          <a:lstStyle/>
          <a:p>
            <a:pPr/>
          </a:p>
        </p:txBody>
      </p:sp>
      <p:sp>
        <p:nvSpPr>
          <p:cNvPr id="692" name="Linie"/>
          <p:cNvSpPr/>
          <p:nvPr/>
        </p:nvSpPr>
        <p:spPr>
          <a:xfrm>
            <a:off x="14689157" y="11289584"/>
            <a:ext cx="801887" cy="1"/>
          </a:xfrm>
          <a:prstGeom prst="line">
            <a:avLst/>
          </a:prstGeom>
          <a:ln w="25400">
            <a:solidFill>
              <a:schemeClr val="accent1"/>
            </a:solidFill>
            <a:tailEnd type="triangle"/>
          </a:ln>
        </p:spPr>
        <p:txBody>
          <a:bodyPr lIns="45718" tIns="45718" rIns="45718" bIns="45718"/>
          <a:lstStyle/>
          <a:p>
            <a:pPr/>
          </a:p>
        </p:txBody>
      </p:sp>
      <p:sp>
        <p:nvSpPr>
          <p:cNvPr id="693" name="Linie"/>
          <p:cNvSpPr/>
          <p:nvPr/>
        </p:nvSpPr>
        <p:spPr>
          <a:xfrm>
            <a:off x="14713314" y="11955612"/>
            <a:ext cx="801887" cy="1"/>
          </a:xfrm>
          <a:prstGeom prst="line">
            <a:avLst/>
          </a:prstGeom>
          <a:ln w="25400">
            <a:solidFill>
              <a:schemeClr val="accent1"/>
            </a:solidFill>
            <a:tailEnd type="triangle"/>
          </a:ln>
        </p:spPr>
        <p:txBody>
          <a:bodyPr lIns="45718" tIns="45718" rIns="45718" bIns="45718"/>
          <a:lstStyle/>
          <a:p>
            <a:pPr/>
          </a:p>
        </p:txBody>
      </p:sp>
      <p:sp>
        <p:nvSpPr>
          <p:cNvPr id="694" name="Linie"/>
          <p:cNvSpPr/>
          <p:nvPr/>
        </p:nvSpPr>
        <p:spPr>
          <a:xfrm>
            <a:off x="14689157" y="12621641"/>
            <a:ext cx="801887" cy="1"/>
          </a:xfrm>
          <a:prstGeom prst="line">
            <a:avLst/>
          </a:prstGeom>
          <a:ln w="25400">
            <a:solidFill>
              <a:schemeClr val="accent1"/>
            </a:solidFill>
            <a:tailEnd type="triangle"/>
          </a:ln>
        </p:spPr>
        <p:txBody>
          <a:bodyPr lIns="45718" tIns="45718" rIns="45718" bIns="45718"/>
          <a:lstStyle/>
          <a:p>
            <a:pPr/>
          </a:p>
        </p:txBody>
      </p:sp>
      <p:sp>
        <p:nvSpPr>
          <p:cNvPr id="695" name="f"/>
          <p:cNvSpPr/>
          <p:nvPr/>
        </p:nvSpPr>
        <p:spPr>
          <a:xfrm>
            <a:off x="15490297" y="9752638"/>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696" name="f"/>
          <p:cNvSpPr/>
          <p:nvPr/>
        </p:nvSpPr>
        <p:spPr>
          <a:xfrm>
            <a:off x="15490297" y="10389938"/>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697" name="f"/>
          <p:cNvSpPr/>
          <p:nvPr/>
        </p:nvSpPr>
        <p:spPr>
          <a:xfrm>
            <a:off x="15490297" y="11070332"/>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698" name="f"/>
          <p:cNvSpPr/>
          <p:nvPr/>
        </p:nvSpPr>
        <p:spPr>
          <a:xfrm>
            <a:off x="15490297" y="11702939"/>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699" name="f"/>
          <p:cNvSpPr/>
          <p:nvPr/>
        </p:nvSpPr>
        <p:spPr>
          <a:xfrm>
            <a:off x="15490297" y="12340239"/>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700" name="Linie"/>
          <p:cNvSpPr/>
          <p:nvPr/>
        </p:nvSpPr>
        <p:spPr>
          <a:xfrm>
            <a:off x="15973114" y="9986255"/>
            <a:ext cx="801887" cy="1"/>
          </a:xfrm>
          <a:prstGeom prst="line">
            <a:avLst/>
          </a:prstGeom>
          <a:ln w="25400">
            <a:solidFill>
              <a:schemeClr val="accent1"/>
            </a:solidFill>
            <a:tailEnd type="triangle"/>
          </a:ln>
        </p:spPr>
        <p:txBody>
          <a:bodyPr lIns="45718" tIns="45718" rIns="45718" bIns="45718"/>
          <a:lstStyle/>
          <a:p>
            <a:pPr/>
          </a:p>
        </p:txBody>
      </p:sp>
      <p:sp>
        <p:nvSpPr>
          <p:cNvPr id="701" name="Linie"/>
          <p:cNvSpPr/>
          <p:nvPr/>
        </p:nvSpPr>
        <p:spPr>
          <a:xfrm>
            <a:off x="15973114" y="10623555"/>
            <a:ext cx="801887" cy="1"/>
          </a:xfrm>
          <a:prstGeom prst="line">
            <a:avLst/>
          </a:prstGeom>
          <a:ln w="25400">
            <a:solidFill>
              <a:schemeClr val="accent1"/>
            </a:solidFill>
            <a:tailEnd type="triangle"/>
          </a:ln>
        </p:spPr>
        <p:txBody>
          <a:bodyPr lIns="45718" tIns="45718" rIns="45718" bIns="45718"/>
          <a:lstStyle/>
          <a:p>
            <a:pPr/>
          </a:p>
        </p:txBody>
      </p:sp>
      <p:sp>
        <p:nvSpPr>
          <p:cNvPr id="702" name="Linie"/>
          <p:cNvSpPr/>
          <p:nvPr/>
        </p:nvSpPr>
        <p:spPr>
          <a:xfrm>
            <a:off x="15973114" y="11341015"/>
            <a:ext cx="801887" cy="1"/>
          </a:xfrm>
          <a:prstGeom prst="line">
            <a:avLst/>
          </a:prstGeom>
          <a:ln w="25400">
            <a:solidFill>
              <a:schemeClr val="accent1"/>
            </a:solidFill>
            <a:tailEnd type="triangle"/>
          </a:ln>
        </p:spPr>
        <p:txBody>
          <a:bodyPr lIns="45718" tIns="45718" rIns="45718" bIns="45718"/>
          <a:lstStyle/>
          <a:p>
            <a:pPr/>
          </a:p>
        </p:txBody>
      </p:sp>
      <p:sp>
        <p:nvSpPr>
          <p:cNvPr id="703" name="Linie"/>
          <p:cNvSpPr/>
          <p:nvPr/>
        </p:nvSpPr>
        <p:spPr>
          <a:xfrm>
            <a:off x="15973114" y="11936555"/>
            <a:ext cx="801887" cy="1"/>
          </a:xfrm>
          <a:prstGeom prst="line">
            <a:avLst/>
          </a:prstGeom>
          <a:ln w="25400">
            <a:solidFill>
              <a:schemeClr val="accent1"/>
            </a:solidFill>
            <a:tailEnd type="triangle"/>
          </a:ln>
        </p:spPr>
        <p:txBody>
          <a:bodyPr lIns="45718" tIns="45718" rIns="45718" bIns="45718"/>
          <a:lstStyle/>
          <a:p>
            <a:pPr/>
          </a:p>
        </p:txBody>
      </p:sp>
      <p:sp>
        <p:nvSpPr>
          <p:cNvPr id="704" name="Linie"/>
          <p:cNvSpPr/>
          <p:nvPr/>
        </p:nvSpPr>
        <p:spPr>
          <a:xfrm>
            <a:off x="15973114" y="12621641"/>
            <a:ext cx="801887" cy="1"/>
          </a:xfrm>
          <a:prstGeom prst="line">
            <a:avLst/>
          </a:prstGeom>
          <a:ln w="25400">
            <a:solidFill>
              <a:schemeClr val="accent1"/>
            </a:solidFill>
            <a:tailEnd type="triangle"/>
          </a:ln>
        </p:spPr>
        <p:txBody>
          <a:bodyPr lIns="45718" tIns="45718" rIns="45718" bIns="45718"/>
          <a:lstStyle/>
          <a:p>
            <a:pPr/>
          </a:p>
        </p:txBody>
      </p:sp>
      <p:sp>
        <p:nvSpPr>
          <p:cNvPr id="705" name="Oval"/>
          <p:cNvSpPr/>
          <p:nvPr/>
        </p:nvSpPr>
        <p:spPr>
          <a:xfrm>
            <a:off x="13030804" y="8854430"/>
            <a:ext cx="350341" cy="341123"/>
          </a:xfrm>
          <a:prstGeom prst="ellipse">
            <a:avLst/>
          </a:prstGeom>
          <a:solidFill>
            <a:srgbClr val="FFFFFF"/>
          </a:solidFill>
          <a:ln w="25400">
            <a:solidFill>
              <a:schemeClr val="accent1"/>
            </a:solidFill>
          </a:ln>
        </p:spPr>
        <p:txBody>
          <a:bodyPr lIns="50800" tIns="50800" rIns="50800" bIns="50800" anchor="ctr"/>
          <a:lstStyle/>
          <a:p>
            <a:pPr/>
          </a:p>
        </p:txBody>
      </p:sp>
      <p:sp>
        <p:nvSpPr>
          <p:cNvPr id="706" name="Dreptunghi"/>
          <p:cNvSpPr/>
          <p:nvPr/>
        </p:nvSpPr>
        <p:spPr>
          <a:xfrm>
            <a:off x="12859494" y="8375163"/>
            <a:ext cx="638276" cy="2065651"/>
          </a:xfrm>
          <a:prstGeom prst="rect">
            <a:avLst/>
          </a:prstGeom>
          <a:ln w="25400">
            <a:solidFill>
              <a:schemeClr val="accent1"/>
            </a:solidFill>
          </a:ln>
        </p:spPr>
        <p:txBody>
          <a:bodyPr lIns="50800" tIns="50800" rIns="50800" bIns="50800" anchor="ctr"/>
          <a:lstStyle/>
          <a:p>
            <a:pPr/>
          </a:p>
        </p:txBody>
      </p:sp>
      <p:sp>
        <p:nvSpPr>
          <p:cNvPr id="707" name="Oval"/>
          <p:cNvSpPr/>
          <p:nvPr/>
        </p:nvSpPr>
        <p:spPr>
          <a:xfrm>
            <a:off x="16862252" y="9648789"/>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708" name="Oval"/>
          <p:cNvSpPr/>
          <p:nvPr/>
        </p:nvSpPr>
        <p:spPr>
          <a:xfrm>
            <a:off x="16862252" y="10286089"/>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709" name="Oval"/>
          <p:cNvSpPr/>
          <p:nvPr/>
        </p:nvSpPr>
        <p:spPr>
          <a:xfrm>
            <a:off x="16862252" y="10942589"/>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710" name="Oval"/>
          <p:cNvSpPr/>
          <p:nvPr/>
        </p:nvSpPr>
        <p:spPr>
          <a:xfrm>
            <a:off x="16862252" y="11599088"/>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711" name="Oval"/>
          <p:cNvSpPr/>
          <p:nvPr/>
        </p:nvSpPr>
        <p:spPr>
          <a:xfrm>
            <a:off x="16862252" y="12236389"/>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712" name="Dreptunghi"/>
          <p:cNvSpPr/>
          <p:nvPr/>
        </p:nvSpPr>
        <p:spPr>
          <a:xfrm>
            <a:off x="16735252" y="9341863"/>
            <a:ext cx="892276" cy="3835161"/>
          </a:xfrm>
          <a:prstGeom prst="rect">
            <a:avLst/>
          </a:prstGeom>
          <a:ln w="25400">
            <a:solidFill>
              <a:schemeClr val="accent1"/>
            </a:solidFill>
          </a:ln>
        </p:spPr>
        <p:txBody>
          <a:bodyPr lIns="50800" tIns="50800" rIns="50800" bIns="50800" anchor="ctr"/>
          <a:lstStyle/>
          <a:p>
            <a:pPr/>
          </a:p>
        </p:txBody>
      </p:sp>
      <p:sp>
        <p:nvSpPr>
          <p:cNvPr id="713" name="0"/>
          <p:cNvSpPr/>
          <p:nvPr/>
        </p:nvSpPr>
        <p:spPr>
          <a:xfrm>
            <a:off x="7763931" y="12373221"/>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714" name="Oval"/>
          <p:cNvSpPr/>
          <p:nvPr/>
        </p:nvSpPr>
        <p:spPr>
          <a:xfrm>
            <a:off x="13020349" y="8463719"/>
            <a:ext cx="350341" cy="341123"/>
          </a:xfrm>
          <a:prstGeom prst="ellipse">
            <a:avLst/>
          </a:prstGeom>
          <a:solidFill>
            <a:srgbClr val="FFFFFF"/>
          </a:solidFill>
          <a:ln w="25400">
            <a:solidFill>
              <a:schemeClr val="accent1"/>
            </a:solidFill>
          </a:ln>
        </p:spPr>
        <p:txBody>
          <a:bodyPr lIns="50800" tIns="50800" rIns="50800" bIns="50800" anchor="ctr"/>
          <a:lstStyle/>
          <a:p>
            <a:pPr/>
          </a:p>
        </p:txBody>
      </p:sp>
      <p:sp>
        <p:nvSpPr>
          <p:cNvPr id="715" name="Oval"/>
          <p:cNvSpPr/>
          <p:nvPr/>
        </p:nvSpPr>
        <p:spPr>
          <a:xfrm>
            <a:off x="13020349" y="9257252"/>
            <a:ext cx="350341" cy="341123"/>
          </a:xfrm>
          <a:prstGeom prst="ellipse">
            <a:avLst/>
          </a:prstGeom>
          <a:solidFill>
            <a:srgbClr val="FFFFFF"/>
          </a:solidFill>
          <a:ln w="25400">
            <a:solidFill>
              <a:schemeClr val="accent1"/>
            </a:solidFill>
          </a:ln>
        </p:spPr>
        <p:txBody>
          <a:bodyPr lIns="50800" tIns="50800" rIns="50800" bIns="50800" anchor="ctr"/>
          <a:lstStyle/>
          <a:p>
            <a:pPr/>
          </a:p>
        </p:txBody>
      </p:sp>
      <p:sp>
        <p:nvSpPr>
          <p:cNvPr id="716" name="Oval"/>
          <p:cNvSpPr/>
          <p:nvPr/>
        </p:nvSpPr>
        <p:spPr>
          <a:xfrm>
            <a:off x="13005217" y="9634523"/>
            <a:ext cx="350340" cy="341123"/>
          </a:xfrm>
          <a:prstGeom prst="ellipse">
            <a:avLst/>
          </a:prstGeom>
          <a:solidFill>
            <a:srgbClr val="FFFFFF"/>
          </a:solidFill>
          <a:ln w="25400">
            <a:solidFill>
              <a:schemeClr val="accent1"/>
            </a:solidFill>
          </a:ln>
        </p:spPr>
        <p:txBody>
          <a:bodyPr lIns="50800" tIns="50800" rIns="50800" bIns="50800" anchor="ctr"/>
          <a:lstStyle/>
          <a:p>
            <a:pPr/>
          </a:p>
        </p:txBody>
      </p:sp>
      <p:sp>
        <p:nvSpPr>
          <p:cNvPr id="717" name="Oval"/>
          <p:cNvSpPr/>
          <p:nvPr/>
        </p:nvSpPr>
        <p:spPr>
          <a:xfrm>
            <a:off x="13005217" y="10031620"/>
            <a:ext cx="350340" cy="341123"/>
          </a:xfrm>
          <a:prstGeom prst="ellipse">
            <a:avLst/>
          </a:prstGeom>
          <a:solidFill>
            <a:srgbClr val="FFFFFF"/>
          </a:solidFill>
          <a:ln w="25400">
            <a:solidFill>
              <a:schemeClr val="accent1"/>
            </a:solidFill>
          </a:ln>
        </p:spPr>
        <p:txBody>
          <a:bodyPr lIns="50800" tIns="50800" rIns="50800" bIns="50800" anchor="ctr"/>
          <a:lstStyle/>
          <a:p>
            <a:pPr/>
          </a:p>
        </p:txBody>
      </p:sp>
      <p:sp>
        <p:nvSpPr>
          <p:cNvPr id="718" name="+"/>
          <p:cNvSpPr/>
          <p:nvPr/>
        </p:nvSpPr>
        <p:spPr>
          <a:xfrm>
            <a:off x="12384420" y="10806735"/>
            <a:ext cx="922249" cy="994428"/>
          </a:xfrm>
          <a:prstGeom prst="rect">
            <a:avLst/>
          </a:prstGeom>
          <a:solidFill>
            <a:srgbClr val="FFFFFF"/>
          </a:solidFill>
          <a:ln w="25400">
            <a:solidFill>
              <a:schemeClr val="accent5"/>
            </a:solidFill>
          </a:ln>
          <a:extLst>
            <a:ext uri="{C572A759-6A51-4108-AA02-DFA0A04FC94B}">
              <ma14:wrappingTextBoxFlag xmlns:ma14="http://schemas.microsoft.com/office/mac/drawingml/2011/main" val="1"/>
            </a:ext>
          </a:extLst>
        </p:spPr>
        <p:txBody>
          <a:bodyPr lIns="50800" tIns="50800" rIns="50800" bIns="50800" anchor="ctr"/>
          <a:lstStyle>
            <a:lvl1pPr algn="ctr">
              <a:defRPr sz="3700"/>
            </a:lvl1pPr>
          </a:lstStyle>
          <a:p>
            <a:pPr/>
            <a:r>
              <a:t>+</a:t>
            </a:r>
          </a:p>
        </p:txBody>
      </p:sp>
      <p:sp>
        <p:nvSpPr>
          <p:cNvPr id="719" name="Linie"/>
          <p:cNvSpPr/>
          <p:nvPr/>
        </p:nvSpPr>
        <p:spPr>
          <a:xfrm>
            <a:off x="10239933" y="11382638"/>
            <a:ext cx="2115961" cy="1"/>
          </a:xfrm>
          <a:prstGeom prst="line">
            <a:avLst/>
          </a:prstGeom>
          <a:ln w="25400">
            <a:solidFill>
              <a:schemeClr val="accent1"/>
            </a:solidFill>
            <a:tailEnd type="triangle"/>
          </a:ln>
        </p:spPr>
        <p:txBody>
          <a:bodyPr lIns="45718" tIns="45718" rIns="45718" bIns="45718"/>
          <a:lstStyle/>
          <a:p>
            <a:pPr/>
          </a:p>
        </p:txBody>
      </p:sp>
      <p:sp>
        <p:nvSpPr>
          <p:cNvPr id="720" name="Oval"/>
          <p:cNvSpPr/>
          <p:nvPr/>
        </p:nvSpPr>
        <p:spPr>
          <a:xfrm>
            <a:off x="13858326" y="9730361"/>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721" name="Oval"/>
          <p:cNvSpPr/>
          <p:nvPr/>
        </p:nvSpPr>
        <p:spPr>
          <a:xfrm>
            <a:off x="13858326" y="10367662"/>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722" name="Oval"/>
          <p:cNvSpPr/>
          <p:nvPr/>
        </p:nvSpPr>
        <p:spPr>
          <a:xfrm>
            <a:off x="13858326" y="11024162"/>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723" name="Oval"/>
          <p:cNvSpPr/>
          <p:nvPr/>
        </p:nvSpPr>
        <p:spPr>
          <a:xfrm>
            <a:off x="13858326" y="11680662"/>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724" name="Oval"/>
          <p:cNvSpPr/>
          <p:nvPr/>
        </p:nvSpPr>
        <p:spPr>
          <a:xfrm>
            <a:off x="13858326" y="12317962"/>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725" name="Dreptunghi"/>
          <p:cNvSpPr/>
          <p:nvPr/>
        </p:nvSpPr>
        <p:spPr>
          <a:xfrm>
            <a:off x="13750526" y="9423435"/>
            <a:ext cx="892276" cy="3835161"/>
          </a:xfrm>
          <a:prstGeom prst="rect">
            <a:avLst/>
          </a:prstGeom>
          <a:ln w="25400">
            <a:solidFill>
              <a:schemeClr val="accent1"/>
            </a:solidFill>
          </a:ln>
        </p:spPr>
        <p:txBody>
          <a:bodyPr lIns="50800" tIns="50800" rIns="50800" bIns="50800" anchor="ctr"/>
          <a:lstStyle/>
          <a:p>
            <a:pPr/>
          </a:p>
        </p:txBody>
      </p:sp>
      <p:sp>
        <p:nvSpPr>
          <p:cNvPr id="726" name="Linie"/>
          <p:cNvSpPr/>
          <p:nvPr/>
        </p:nvSpPr>
        <p:spPr>
          <a:xfrm>
            <a:off x="13252468" y="11356873"/>
            <a:ext cx="513843" cy="1"/>
          </a:xfrm>
          <a:prstGeom prst="line">
            <a:avLst/>
          </a:prstGeom>
          <a:ln w="25400">
            <a:solidFill>
              <a:schemeClr val="accent1"/>
            </a:solidFill>
            <a:tailEnd type="triangle"/>
          </a:ln>
        </p:spPr>
        <p:txBody>
          <a:bodyPr lIns="45718" tIns="45718" rIns="45718" bIns="45718"/>
          <a:lstStyle/>
          <a:p>
            <a:pPr/>
          </a:p>
        </p:txBody>
      </p:sp>
      <p:sp>
        <p:nvSpPr>
          <p:cNvPr id="727" name="Linie"/>
          <p:cNvSpPr/>
          <p:nvPr/>
        </p:nvSpPr>
        <p:spPr>
          <a:xfrm>
            <a:off x="12390414" y="8480853"/>
            <a:ext cx="433627" cy="1857375"/>
          </a:xfrm>
          <a:prstGeom prst="line">
            <a:avLst/>
          </a:prstGeom>
          <a:ln w="25400">
            <a:solidFill>
              <a:schemeClr val="accent5"/>
            </a:solidFill>
            <a:tailEnd type="triangle"/>
          </a:ln>
        </p:spPr>
        <p:txBody>
          <a:bodyPr lIns="45718" tIns="45718" rIns="45718" bIns="45718"/>
          <a:lstStyle/>
          <a:p>
            <a:pPr/>
          </a:p>
        </p:txBody>
      </p:sp>
      <p:sp>
        <p:nvSpPr>
          <p:cNvPr id="728" name="Linie"/>
          <p:cNvSpPr/>
          <p:nvPr/>
        </p:nvSpPr>
        <p:spPr>
          <a:xfrm>
            <a:off x="12410942" y="8508299"/>
            <a:ext cx="490755" cy="885383"/>
          </a:xfrm>
          <a:prstGeom prst="line">
            <a:avLst/>
          </a:prstGeom>
          <a:ln w="25400">
            <a:solidFill>
              <a:schemeClr val="accent5"/>
            </a:solidFill>
            <a:tailEnd type="triangle"/>
          </a:ln>
        </p:spPr>
        <p:txBody>
          <a:bodyPr lIns="45718" tIns="45718" rIns="45718" bIns="45718"/>
          <a:lstStyle/>
          <a:p>
            <a:pPr/>
          </a:p>
        </p:txBody>
      </p:sp>
      <p:sp>
        <p:nvSpPr>
          <p:cNvPr id="729" name="Linie"/>
          <p:cNvSpPr/>
          <p:nvPr/>
        </p:nvSpPr>
        <p:spPr>
          <a:xfrm>
            <a:off x="12381075" y="8499319"/>
            <a:ext cx="375741" cy="1"/>
          </a:xfrm>
          <a:prstGeom prst="line">
            <a:avLst/>
          </a:prstGeom>
          <a:ln w="25400">
            <a:solidFill>
              <a:schemeClr val="accent5"/>
            </a:solidFill>
            <a:tailEnd type="triangle"/>
          </a:ln>
        </p:spPr>
        <p:txBody>
          <a:bodyPr lIns="45718" tIns="45718" rIns="45718" bIns="45718"/>
          <a:lstStyle/>
          <a:p>
            <a:pPr/>
          </a:p>
        </p:txBody>
      </p:sp>
      <p:sp>
        <p:nvSpPr>
          <p:cNvPr id="730" name="Linie"/>
          <p:cNvSpPr/>
          <p:nvPr/>
        </p:nvSpPr>
        <p:spPr>
          <a:xfrm>
            <a:off x="12414616" y="8511548"/>
            <a:ext cx="391387" cy="1291731"/>
          </a:xfrm>
          <a:prstGeom prst="line">
            <a:avLst/>
          </a:prstGeom>
          <a:ln w="25400">
            <a:solidFill>
              <a:schemeClr val="accent5"/>
            </a:solidFill>
            <a:tailEnd type="triangle"/>
          </a:ln>
        </p:spPr>
        <p:txBody>
          <a:bodyPr lIns="45718" tIns="45718" rIns="45718" bIns="45718"/>
          <a:lstStyle/>
          <a:p>
            <a:pPr/>
          </a:p>
        </p:txBody>
      </p:sp>
      <p:sp>
        <p:nvSpPr>
          <p:cNvPr id="731" name="Linie"/>
          <p:cNvSpPr/>
          <p:nvPr/>
        </p:nvSpPr>
        <p:spPr>
          <a:xfrm>
            <a:off x="12427505" y="8476260"/>
            <a:ext cx="478902" cy="478902"/>
          </a:xfrm>
          <a:prstGeom prst="line">
            <a:avLst/>
          </a:prstGeom>
          <a:ln w="25400">
            <a:solidFill>
              <a:schemeClr val="accent5"/>
            </a:solidFill>
            <a:tailEnd type="triangle"/>
          </a:ln>
        </p:spPr>
        <p:txBody>
          <a:bodyPr lIns="45718" tIns="45718" rIns="45718" bIns="45718"/>
          <a:lstStyle/>
          <a:p>
            <a:pPr/>
          </a:p>
        </p:txBody>
      </p:sp>
      <p:sp>
        <p:nvSpPr>
          <p:cNvPr id="732" name="Linie"/>
          <p:cNvSpPr/>
          <p:nvPr/>
        </p:nvSpPr>
        <p:spPr>
          <a:xfrm>
            <a:off x="13090097" y="10410421"/>
            <a:ext cx="1" cy="366523"/>
          </a:xfrm>
          <a:prstGeom prst="line">
            <a:avLst/>
          </a:prstGeom>
          <a:ln w="25400">
            <a:solidFill>
              <a:schemeClr val="accent1"/>
            </a:solidFill>
            <a:tailEnd type="triangle"/>
          </a:ln>
        </p:spPr>
        <p:txBody>
          <a:bodyPr lIns="45718" tIns="45718" rIns="45718" bIns="45718"/>
          <a:lstStyle/>
          <a:p>
            <a:pPr/>
          </a:p>
        </p:txBody>
      </p:sp>
      <p:sp>
        <p:nvSpPr>
          <p:cNvPr id="733" name="2"/>
          <p:cNvSpPr txBox="1"/>
          <p:nvPr/>
        </p:nvSpPr>
        <p:spPr>
          <a:xfrm>
            <a:off x="23828528" y="10697459"/>
            <a:ext cx="42667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a:t>
            </a:r>
          </a:p>
        </p:txBody>
      </p:sp>
      <p:sp>
        <p:nvSpPr>
          <p:cNvPr id="734" name="0"/>
          <p:cNvSpPr txBox="1"/>
          <p:nvPr/>
        </p:nvSpPr>
        <p:spPr>
          <a:xfrm>
            <a:off x="134003" y="2551820"/>
            <a:ext cx="513843" cy="93421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a:t>
            </a:r>
          </a:p>
        </p:txBody>
      </p:sp>
      <p:sp>
        <p:nvSpPr>
          <p:cNvPr id="735" name="Linie"/>
          <p:cNvSpPr/>
          <p:nvPr/>
        </p:nvSpPr>
        <p:spPr>
          <a:xfrm>
            <a:off x="669690" y="3060919"/>
            <a:ext cx="375741" cy="1"/>
          </a:xfrm>
          <a:prstGeom prst="line">
            <a:avLst/>
          </a:prstGeom>
          <a:ln w="25400">
            <a:solidFill>
              <a:schemeClr val="accent1"/>
            </a:solidFill>
            <a:tailEnd type="triangle"/>
          </a:ln>
        </p:spPr>
        <p:txBody>
          <a:bodyPr lIns="45718" tIns="45718" rIns="45718" bIns="45718"/>
          <a:lstStyle/>
          <a:p>
            <a:pPr/>
          </a:p>
        </p:txBody>
      </p:sp>
      <p:sp>
        <p:nvSpPr>
          <p:cNvPr id="736" name="2"/>
          <p:cNvSpPr txBox="1"/>
          <p:nvPr/>
        </p:nvSpPr>
        <p:spPr>
          <a:xfrm>
            <a:off x="942602" y="6814368"/>
            <a:ext cx="42667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a:t>
            </a:r>
          </a:p>
        </p:txBody>
      </p:sp>
      <p:sp>
        <p:nvSpPr>
          <p:cNvPr id="737" name="Linie"/>
          <p:cNvSpPr/>
          <p:nvPr/>
        </p:nvSpPr>
        <p:spPr>
          <a:xfrm>
            <a:off x="1393558" y="7354182"/>
            <a:ext cx="873093" cy="1"/>
          </a:xfrm>
          <a:prstGeom prst="line">
            <a:avLst/>
          </a:prstGeom>
          <a:ln w="25400">
            <a:solidFill>
              <a:schemeClr val="accent1"/>
            </a:solidFill>
            <a:tailEnd type="triangle"/>
          </a:ln>
        </p:spPr>
        <p:txBody>
          <a:bodyPr lIns="45718" tIns="45718" rIns="45718" bIns="45718"/>
          <a:lstStyle/>
          <a:p>
            <a:pPr/>
          </a:p>
        </p:txBody>
      </p:sp>
      <p:sp>
        <p:nvSpPr>
          <p:cNvPr id="738" name="2"/>
          <p:cNvSpPr txBox="1"/>
          <p:nvPr/>
        </p:nvSpPr>
        <p:spPr>
          <a:xfrm>
            <a:off x="5903111" y="10886609"/>
            <a:ext cx="42667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a:t>
            </a:r>
          </a:p>
        </p:txBody>
      </p:sp>
      <p:sp>
        <p:nvSpPr>
          <p:cNvPr id="739" name="Linie"/>
          <p:cNvSpPr/>
          <p:nvPr/>
        </p:nvSpPr>
        <p:spPr>
          <a:xfrm>
            <a:off x="6354067" y="11426423"/>
            <a:ext cx="873093" cy="1"/>
          </a:xfrm>
          <a:prstGeom prst="line">
            <a:avLst/>
          </a:prstGeom>
          <a:ln w="25400">
            <a:solidFill>
              <a:schemeClr val="accent1"/>
            </a:solidFill>
            <a:tailEnd type="triangle"/>
          </a:ln>
        </p:spPr>
        <p:txBody>
          <a:bodyPr lIns="45718" tIns="45718" rIns="45718" bIns="45718"/>
          <a:lstStyle/>
          <a:p>
            <a:p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736"/>
                                        </p:tgtEl>
                                        <p:attrNameLst>
                                          <p:attrName>style.visibility</p:attrName>
                                        </p:attrNameLst>
                                      </p:cBhvr>
                                      <p:to>
                                        <p:strVal val="visible"/>
                                      </p:to>
                                    </p:set>
                                    <p:anim calcmode="lin" valueType="num">
                                      <p:cBhvr>
                                        <p:cTn id="7" dur="100" fill="hold"/>
                                        <p:tgtEl>
                                          <p:spTgt spid="736"/>
                                        </p:tgtEl>
                                        <p:attrNameLst>
                                          <p:attrName>ppt_x</p:attrName>
                                        </p:attrNameLst>
                                      </p:cBhvr>
                                      <p:tavLst>
                                        <p:tav tm="0">
                                          <p:val>
                                            <p:strVal val="0-#ppt_w/2"/>
                                          </p:val>
                                        </p:tav>
                                        <p:tav tm="100000">
                                          <p:val>
                                            <p:strVal val="#ppt_x"/>
                                          </p:val>
                                        </p:tav>
                                      </p:tavLst>
                                    </p:anim>
                                    <p:anim calcmode="lin" valueType="num">
                                      <p:cBhvr>
                                        <p:cTn id="8" dur="100" fill="hold"/>
                                        <p:tgtEl>
                                          <p:spTgt spid="736"/>
                                        </p:tgtEl>
                                        <p:attrNameLst>
                                          <p:attrName>ppt_y</p:attrName>
                                        </p:attrNameLst>
                                      </p:cBhvr>
                                      <p:tavLst>
                                        <p:tav tm="0">
                                          <p:val>
                                            <p:strVal val="#ppt_y"/>
                                          </p:val>
                                        </p:tav>
                                        <p:tav tm="100000">
                                          <p:val>
                                            <p:strVal val="#ppt_y"/>
                                          </p:val>
                                        </p:tav>
                                      </p:tavLst>
                                    </p:anim>
                                  </p:childTnLst>
                                </p:cTn>
                              </p:par>
                            </p:childTnLst>
                          </p:cTn>
                        </p:par>
                        <p:par>
                          <p:cTn id="9" fill="hold">
                            <p:stCondLst>
                              <p:cond delay="100"/>
                            </p:stCondLst>
                            <p:childTnLst>
                              <p:par>
                                <p:cTn id="10" presetClass="entr" nodeType="afterEffect" presetSubtype="8" presetID="2" grpId="2" fill="hold">
                                  <p:stCondLst>
                                    <p:cond delay="0"/>
                                  </p:stCondLst>
                                  <p:iterate type="el" backwards="0">
                                    <p:tmAbs val="0"/>
                                  </p:iterate>
                                  <p:childTnLst>
                                    <p:set>
                                      <p:cBhvr>
                                        <p:cTn id="11" fill="hold"/>
                                        <p:tgtEl>
                                          <p:spTgt spid="737"/>
                                        </p:tgtEl>
                                        <p:attrNameLst>
                                          <p:attrName>style.visibility</p:attrName>
                                        </p:attrNameLst>
                                      </p:cBhvr>
                                      <p:to>
                                        <p:strVal val="visible"/>
                                      </p:to>
                                    </p:set>
                                    <p:anim calcmode="lin" valueType="num">
                                      <p:cBhvr>
                                        <p:cTn id="12" dur="100" fill="hold"/>
                                        <p:tgtEl>
                                          <p:spTgt spid="737"/>
                                        </p:tgtEl>
                                        <p:attrNameLst>
                                          <p:attrName>ppt_x</p:attrName>
                                        </p:attrNameLst>
                                      </p:cBhvr>
                                      <p:tavLst>
                                        <p:tav tm="0">
                                          <p:val>
                                            <p:strVal val="0-#ppt_w/2"/>
                                          </p:val>
                                        </p:tav>
                                        <p:tav tm="100000">
                                          <p:val>
                                            <p:strVal val="#ppt_x"/>
                                          </p:val>
                                        </p:tav>
                                      </p:tavLst>
                                    </p:anim>
                                    <p:anim calcmode="lin" valueType="num">
                                      <p:cBhvr>
                                        <p:cTn id="13" dur="100" fill="hold"/>
                                        <p:tgtEl>
                                          <p:spTgt spid="737"/>
                                        </p:tgtEl>
                                        <p:attrNameLst>
                                          <p:attrName>ppt_y</p:attrName>
                                        </p:attrNameLst>
                                      </p:cBhvr>
                                      <p:tavLst>
                                        <p:tav tm="0">
                                          <p:val>
                                            <p:strVal val="#ppt_y"/>
                                          </p:val>
                                        </p:tav>
                                        <p:tav tm="100000">
                                          <p:val>
                                            <p:strVal val="#ppt_y"/>
                                          </p:val>
                                        </p:tav>
                                      </p:tavLst>
                                    </p:anim>
                                  </p:childTnLst>
                                </p:cTn>
                              </p:par>
                            </p:childTnLst>
                          </p:cTn>
                        </p:par>
                        <p:par>
                          <p:cTn id="14" fill="hold">
                            <p:stCondLst>
                              <p:cond delay="200"/>
                            </p:stCondLst>
                            <p:childTnLst>
                              <p:par>
                                <p:cTn id="15" presetClass="entr" nodeType="afterEffect" presetSubtype="8" presetID="2" grpId="3" fill="hold">
                                  <p:stCondLst>
                                    <p:cond delay="0"/>
                                  </p:stCondLst>
                                  <p:iterate type="el" backwards="0">
                                    <p:tmAbs val="0"/>
                                  </p:iterate>
                                  <p:childTnLst>
                                    <p:set>
                                      <p:cBhvr>
                                        <p:cTn id="16" fill="hold"/>
                                        <p:tgtEl>
                                          <p:spTgt spid="526"/>
                                        </p:tgtEl>
                                        <p:attrNameLst>
                                          <p:attrName>style.visibility</p:attrName>
                                        </p:attrNameLst>
                                      </p:cBhvr>
                                      <p:to>
                                        <p:strVal val="visible"/>
                                      </p:to>
                                    </p:set>
                                    <p:anim calcmode="lin" valueType="num">
                                      <p:cBhvr>
                                        <p:cTn id="17" dur="100" fill="hold"/>
                                        <p:tgtEl>
                                          <p:spTgt spid="526"/>
                                        </p:tgtEl>
                                        <p:attrNameLst>
                                          <p:attrName>ppt_x</p:attrName>
                                        </p:attrNameLst>
                                      </p:cBhvr>
                                      <p:tavLst>
                                        <p:tav tm="0">
                                          <p:val>
                                            <p:strVal val="0-#ppt_w/2"/>
                                          </p:val>
                                        </p:tav>
                                        <p:tav tm="100000">
                                          <p:val>
                                            <p:strVal val="#ppt_x"/>
                                          </p:val>
                                        </p:tav>
                                      </p:tavLst>
                                    </p:anim>
                                    <p:anim calcmode="lin" valueType="num">
                                      <p:cBhvr>
                                        <p:cTn id="18" dur="100" fill="hold"/>
                                        <p:tgtEl>
                                          <p:spTgt spid="526"/>
                                        </p:tgtEl>
                                        <p:attrNameLst>
                                          <p:attrName>ppt_y</p:attrName>
                                        </p:attrNameLst>
                                      </p:cBhvr>
                                      <p:tavLst>
                                        <p:tav tm="0">
                                          <p:val>
                                            <p:strVal val="#ppt_y"/>
                                          </p:val>
                                        </p:tav>
                                        <p:tav tm="100000">
                                          <p:val>
                                            <p:strVal val="#ppt_y"/>
                                          </p:val>
                                        </p:tav>
                                      </p:tavLst>
                                    </p:anim>
                                  </p:childTnLst>
                                </p:cTn>
                              </p:par>
                            </p:childTnLst>
                          </p:cTn>
                        </p:par>
                        <p:par>
                          <p:cTn id="19" fill="hold">
                            <p:stCondLst>
                              <p:cond delay="300"/>
                            </p:stCondLst>
                            <p:childTnLst>
                              <p:par>
                                <p:cTn id="20" presetClass="entr" nodeType="afterEffect" presetSubtype="8" presetID="2" grpId="4" fill="hold">
                                  <p:stCondLst>
                                    <p:cond delay="0"/>
                                  </p:stCondLst>
                                  <p:iterate type="el" backwards="0">
                                    <p:tmAbs val="0"/>
                                  </p:iterate>
                                  <p:childTnLst>
                                    <p:set>
                                      <p:cBhvr>
                                        <p:cTn id="21" fill="hold"/>
                                        <p:tgtEl>
                                          <p:spTgt spid="516"/>
                                        </p:tgtEl>
                                        <p:attrNameLst>
                                          <p:attrName>style.visibility</p:attrName>
                                        </p:attrNameLst>
                                      </p:cBhvr>
                                      <p:to>
                                        <p:strVal val="visible"/>
                                      </p:to>
                                    </p:set>
                                    <p:anim calcmode="lin" valueType="num">
                                      <p:cBhvr>
                                        <p:cTn id="22" dur="100" fill="hold"/>
                                        <p:tgtEl>
                                          <p:spTgt spid="516"/>
                                        </p:tgtEl>
                                        <p:attrNameLst>
                                          <p:attrName>ppt_x</p:attrName>
                                        </p:attrNameLst>
                                      </p:cBhvr>
                                      <p:tavLst>
                                        <p:tav tm="0">
                                          <p:val>
                                            <p:strVal val="0-#ppt_w/2"/>
                                          </p:val>
                                        </p:tav>
                                        <p:tav tm="100000">
                                          <p:val>
                                            <p:strVal val="#ppt_x"/>
                                          </p:val>
                                        </p:tav>
                                      </p:tavLst>
                                    </p:anim>
                                    <p:anim calcmode="lin" valueType="num">
                                      <p:cBhvr>
                                        <p:cTn id="23" dur="100" fill="hold"/>
                                        <p:tgtEl>
                                          <p:spTgt spid="516"/>
                                        </p:tgtEl>
                                        <p:attrNameLst>
                                          <p:attrName>ppt_y</p:attrName>
                                        </p:attrNameLst>
                                      </p:cBhvr>
                                      <p:tavLst>
                                        <p:tav tm="0">
                                          <p:val>
                                            <p:strVal val="#ppt_y"/>
                                          </p:val>
                                        </p:tav>
                                        <p:tav tm="100000">
                                          <p:val>
                                            <p:strVal val="#ppt_y"/>
                                          </p:val>
                                        </p:tav>
                                      </p:tavLst>
                                    </p:anim>
                                  </p:childTnLst>
                                </p:cTn>
                              </p:par>
                            </p:childTnLst>
                          </p:cTn>
                        </p:par>
                        <p:par>
                          <p:cTn id="24" fill="hold">
                            <p:stCondLst>
                              <p:cond delay="400"/>
                            </p:stCondLst>
                            <p:childTnLst>
                              <p:par>
                                <p:cTn id="25" presetClass="entr" nodeType="afterEffect" presetSubtype="8" presetID="2" grpId="5" fill="hold">
                                  <p:stCondLst>
                                    <p:cond delay="0"/>
                                  </p:stCondLst>
                                  <p:iterate type="el" backwards="0">
                                    <p:tmAbs val="0"/>
                                  </p:iterate>
                                  <p:childTnLst>
                                    <p:set>
                                      <p:cBhvr>
                                        <p:cTn id="26" fill="hold"/>
                                        <p:tgtEl>
                                          <p:spTgt spid="515"/>
                                        </p:tgtEl>
                                        <p:attrNameLst>
                                          <p:attrName>style.visibility</p:attrName>
                                        </p:attrNameLst>
                                      </p:cBhvr>
                                      <p:to>
                                        <p:strVal val="visible"/>
                                      </p:to>
                                    </p:set>
                                    <p:anim calcmode="lin" valueType="num">
                                      <p:cBhvr>
                                        <p:cTn id="27" dur="100" fill="hold"/>
                                        <p:tgtEl>
                                          <p:spTgt spid="515"/>
                                        </p:tgtEl>
                                        <p:attrNameLst>
                                          <p:attrName>ppt_x</p:attrName>
                                        </p:attrNameLst>
                                      </p:cBhvr>
                                      <p:tavLst>
                                        <p:tav tm="0">
                                          <p:val>
                                            <p:strVal val="0-#ppt_w/2"/>
                                          </p:val>
                                        </p:tav>
                                        <p:tav tm="100000">
                                          <p:val>
                                            <p:strVal val="#ppt_x"/>
                                          </p:val>
                                        </p:tav>
                                      </p:tavLst>
                                    </p:anim>
                                    <p:anim calcmode="lin" valueType="num">
                                      <p:cBhvr>
                                        <p:cTn id="28" dur="100" fill="hold"/>
                                        <p:tgtEl>
                                          <p:spTgt spid="515"/>
                                        </p:tgtEl>
                                        <p:attrNameLst>
                                          <p:attrName>ppt_y</p:attrName>
                                        </p:attrNameLst>
                                      </p:cBhvr>
                                      <p:tavLst>
                                        <p:tav tm="0">
                                          <p:val>
                                            <p:strVal val="#ppt_y"/>
                                          </p:val>
                                        </p:tav>
                                        <p:tav tm="100000">
                                          <p:val>
                                            <p:strVal val="#ppt_y"/>
                                          </p:val>
                                        </p:tav>
                                      </p:tavLst>
                                    </p:anim>
                                  </p:childTnLst>
                                </p:cTn>
                              </p:par>
                            </p:childTnLst>
                          </p:cTn>
                        </p:par>
                        <p:par>
                          <p:cTn id="29" fill="hold">
                            <p:stCondLst>
                              <p:cond delay="500"/>
                            </p:stCondLst>
                            <p:childTnLst>
                              <p:par>
                                <p:cTn id="30" presetClass="entr" nodeType="afterEffect" presetSubtype="8" presetID="2" grpId="6" fill="hold">
                                  <p:stCondLst>
                                    <p:cond delay="0"/>
                                  </p:stCondLst>
                                  <p:iterate type="el" backwards="0">
                                    <p:tmAbs val="0"/>
                                  </p:iterate>
                                  <p:childTnLst>
                                    <p:set>
                                      <p:cBhvr>
                                        <p:cTn id="31" fill="hold"/>
                                        <p:tgtEl>
                                          <p:spTgt spid="512"/>
                                        </p:tgtEl>
                                        <p:attrNameLst>
                                          <p:attrName>style.visibility</p:attrName>
                                        </p:attrNameLst>
                                      </p:cBhvr>
                                      <p:to>
                                        <p:strVal val="visible"/>
                                      </p:to>
                                    </p:set>
                                    <p:anim calcmode="lin" valueType="num">
                                      <p:cBhvr>
                                        <p:cTn id="32" dur="100" fill="hold"/>
                                        <p:tgtEl>
                                          <p:spTgt spid="512"/>
                                        </p:tgtEl>
                                        <p:attrNameLst>
                                          <p:attrName>ppt_x</p:attrName>
                                        </p:attrNameLst>
                                      </p:cBhvr>
                                      <p:tavLst>
                                        <p:tav tm="0">
                                          <p:val>
                                            <p:strVal val="0-#ppt_w/2"/>
                                          </p:val>
                                        </p:tav>
                                        <p:tav tm="100000">
                                          <p:val>
                                            <p:strVal val="#ppt_x"/>
                                          </p:val>
                                        </p:tav>
                                      </p:tavLst>
                                    </p:anim>
                                    <p:anim calcmode="lin" valueType="num">
                                      <p:cBhvr>
                                        <p:cTn id="33" dur="100" fill="hold"/>
                                        <p:tgtEl>
                                          <p:spTgt spid="512"/>
                                        </p:tgtEl>
                                        <p:attrNameLst>
                                          <p:attrName>ppt_y</p:attrName>
                                        </p:attrNameLst>
                                      </p:cBhvr>
                                      <p:tavLst>
                                        <p:tav tm="0">
                                          <p:val>
                                            <p:strVal val="#ppt_y"/>
                                          </p:val>
                                        </p:tav>
                                        <p:tav tm="100000">
                                          <p:val>
                                            <p:strVal val="#ppt_y"/>
                                          </p:val>
                                        </p:tav>
                                      </p:tavLst>
                                    </p:anim>
                                  </p:childTnLst>
                                </p:cTn>
                              </p:par>
                            </p:childTnLst>
                          </p:cTn>
                        </p:par>
                        <p:par>
                          <p:cTn id="34" fill="hold">
                            <p:stCondLst>
                              <p:cond delay="600"/>
                            </p:stCondLst>
                            <p:childTnLst>
                              <p:par>
                                <p:cTn id="35" presetClass="entr" nodeType="afterEffect" presetSubtype="8" presetID="2" grpId="7" fill="hold">
                                  <p:stCondLst>
                                    <p:cond delay="0"/>
                                  </p:stCondLst>
                                  <p:iterate type="el" backwards="0">
                                    <p:tmAbs val="0"/>
                                  </p:iterate>
                                  <p:childTnLst>
                                    <p:set>
                                      <p:cBhvr>
                                        <p:cTn id="36" fill="hold"/>
                                        <p:tgtEl>
                                          <p:spTgt spid="517"/>
                                        </p:tgtEl>
                                        <p:attrNameLst>
                                          <p:attrName>style.visibility</p:attrName>
                                        </p:attrNameLst>
                                      </p:cBhvr>
                                      <p:to>
                                        <p:strVal val="visible"/>
                                      </p:to>
                                    </p:set>
                                    <p:anim calcmode="lin" valueType="num">
                                      <p:cBhvr>
                                        <p:cTn id="37" dur="100" fill="hold"/>
                                        <p:tgtEl>
                                          <p:spTgt spid="517"/>
                                        </p:tgtEl>
                                        <p:attrNameLst>
                                          <p:attrName>ppt_x</p:attrName>
                                        </p:attrNameLst>
                                      </p:cBhvr>
                                      <p:tavLst>
                                        <p:tav tm="0">
                                          <p:val>
                                            <p:strVal val="0-#ppt_w/2"/>
                                          </p:val>
                                        </p:tav>
                                        <p:tav tm="100000">
                                          <p:val>
                                            <p:strVal val="#ppt_x"/>
                                          </p:val>
                                        </p:tav>
                                      </p:tavLst>
                                    </p:anim>
                                    <p:anim calcmode="lin" valueType="num">
                                      <p:cBhvr>
                                        <p:cTn id="38" dur="100" fill="hold"/>
                                        <p:tgtEl>
                                          <p:spTgt spid="517"/>
                                        </p:tgtEl>
                                        <p:attrNameLst>
                                          <p:attrName>ppt_y</p:attrName>
                                        </p:attrNameLst>
                                      </p:cBhvr>
                                      <p:tavLst>
                                        <p:tav tm="0">
                                          <p:val>
                                            <p:strVal val="#ppt_y"/>
                                          </p:val>
                                        </p:tav>
                                        <p:tav tm="100000">
                                          <p:val>
                                            <p:strVal val="#ppt_y"/>
                                          </p:val>
                                        </p:tav>
                                      </p:tavLst>
                                    </p:anim>
                                  </p:childTnLst>
                                </p:cTn>
                              </p:par>
                            </p:childTnLst>
                          </p:cTn>
                        </p:par>
                        <p:par>
                          <p:cTn id="39" fill="hold">
                            <p:stCondLst>
                              <p:cond delay="700"/>
                            </p:stCondLst>
                            <p:childTnLst>
                              <p:par>
                                <p:cTn id="40" presetClass="entr" nodeType="afterEffect" presetSubtype="8" presetID="2" grpId="8" fill="hold">
                                  <p:stCondLst>
                                    <p:cond delay="0"/>
                                  </p:stCondLst>
                                  <p:iterate type="el" backwards="0">
                                    <p:tmAbs val="0"/>
                                  </p:iterate>
                                  <p:childTnLst>
                                    <p:set>
                                      <p:cBhvr>
                                        <p:cTn id="41" fill="hold"/>
                                        <p:tgtEl>
                                          <p:spTgt spid="525"/>
                                        </p:tgtEl>
                                        <p:attrNameLst>
                                          <p:attrName>style.visibility</p:attrName>
                                        </p:attrNameLst>
                                      </p:cBhvr>
                                      <p:to>
                                        <p:strVal val="visible"/>
                                      </p:to>
                                    </p:set>
                                    <p:anim calcmode="lin" valueType="num">
                                      <p:cBhvr>
                                        <p:cTn id="42" dur="100" fill="hold"/>
                                        <p:tgtEl>
                                          <p:spTgt spid="525"/>
                                        </p:tgtEl>
                                        <p:attrNameLst>
                                          <p:attrName>ppt_x</p:attrName>
                                        </p:attrNameLst>
                                      </p:cBhvr>
                                      <p:tavLst>
                                        <p:tav tm="0">
                                          <p:val>
                                            <p:strVal val="0-#ppt_w/2"/>
                                          </p:val>
                                        </p:tav>
                                        <p:tav tm="100000">
                                          <p:val>
                                            <p:strVal val="#ppt_x"/>
                                          </p:val>
                                        </p:tav>
                                      </p:tavLst>
                                    </p:anim>
                                    <p:anim calcmode="lin" valueType="num">
                                      <p:cBhvr>
                                        <p:cTn id="43" dur="100" fill="hold"/>
                                        <p:tgtEl>
                                          <p:spTgt spid="525"/>
                                        </p:tgtEl>
                                        <p:attrNameLst>
                                          <p:attrName>ppt_y</p:attrName>
                                        </p:attrNameLst>
                                      </p:cBhvr>
                                      <p:tavLst>
                                        <p:tav tm="0">
                                          <p:val>
                                            <p:strVal val="#ppt_y"/>
                                          </p:val>
                                        </p:tav>
                                        <p:tav tm="100000">
                                          <p:val>
                                            <p:strVal val="#ppt_y"/>
                                          </p:val>
                                        </p:tav>
                                      </p:tavLst>
                                    </p:anim>
                                  </p:childTnLst>
                                </p:cTn>
                              </p:par>
                            </p:childTnLst>
                          </p:cTn>
                        </p:par>
                        <p:par>
                          <p:cTn id="44" fill="hold">
                            <p:stCondLst>
                              <p:cond delay="800"/>
                            </p:stCondLst>
                            <p:childTnLst>
                              <p:par>
                                <p:cTn id="45" presetClass="entr" nodeType="afterEffect" presetSubtype="8" presetID="2" grpId="9" fill="hold">
                                  <p:stCondLst>
                                    <p:cond delay="0"/>
                                  </p:stCondLst>
                                  <p:iterate type="el" backwards="0">
                                    <p:tmAbs val="0"/>
                                  </p:iterate>
                                  <p:childTnLst>
                                    <p:set>
                                      <p:cBhvr>
                                        <p:cTn id="46" fill="hold"/>
                                        <p:tgtEl>
                                          <p:spTgt spid="522"/>
                                        </p:tgtEl>
                                        <p:attrNameLst>
                                          <p:attrName>style.visibility</p:attrName>
                                        </p:attrNameLst>
                                      </p:cBhvr>
                                      <p:to>
                                        <p:strVal val="visible"/>
                                      </p:to>
                                    </p:set>
                                    <p:anim calcmode="lin" valueType="num">
                                      <p:cBhvr>
                                        <p:cTn id="47" dur="100" fill="hold"/>
                                        <p:tgtEl>
                                          <p:spTgt spid="522"/>
                                        </p:tgtEl>
                                        <p:attrNameLst>
                                          <p:attrName>ppt_x</p:attrName>
                                        </p:attrNameLst>
                                      </p:cBhvr>
                                      <p:tavLst>
                                        <p:tav tm="0">
                                          <p:val>
                                            <p:strVal val="0-#ppt_w/2"/>
                                          </p:val>
                                        </p:tav>
                                        <p:tav tm="100000">
                                          <p:val>
                                            <p:strVal val="#ppt_x"/>
                                          </p:val>
                                        </p:tav>
                                      </p:tavLst>
                                    </p:anim>
                                    <p:anim calcmode="lin" valueType="num">
                                      <p:cBhvr>
                                        <p:cTn id="48" dur="100" fill="hold"/>
                                        <p:tgtEl>
                                          <p:spTgt spid="522"/>
                                        </p:tgtEl>
                                        <p:attrNameLst>
                                          <p:attrName>ppt_y</p:attrName>
                                        </p:attrNameLst>
                                      </p:cBhvr>
                                      <p:tavLst>
                                        <p:tav tm="0">
                                          <p:val>
                                            <p:strVal val="#ppt_y"/>
                                          </p:val>
                                        </p:tav>
                                        <p:tav tm="100000">
                                          <p:val>
                                            <p:strVal val="#ppt_y"/>
                                          </p:val>
                                        </p:tav>
                                      </p:tavLst>
                                    </p:anim>
                                  </p:childTnLst>
                                </p:cTn>
                              </p:par>
                            </p:childTnLst>
                          </p:cTn>
                        </p:par>
                        <p:par>
                          <p:cTn id="49" fill="hold">
                            <p:stCondLst>
                              <p:cond delay="900"/>
                            </p:stCondLst>
                            <p:childTnLst>
                              <p:par>
                                <p:cTn id="50" presetClass="entr" nodeType="afterEffect" presetSubtype="8" presetID="2" grpId="10" fill="hold">
                                  <p:stCondLst>
                                    <p:cond delay="0"/>
                                  </p:stCondLst>
                                  <p:iterate type="el" backwards="0">
                                    <p:tmAbs val="0"/>
                                  </p:iterate>
                                  <p:childTnLst>
                                    <p:set>
                                      <p:cBhvr>
                                        <p:cTn id="51" fill="hold"/>
                                        <p:tgtEl>
                                          <p:spTgt spid="518"/>
                                        </p:tgtEl>
                                        <p:attrNameLst>
                                          <p:attrName>style.visibility</p:attrName>
                                        </p:attrNameLst>
                                      </p:cBhvr>
                                      <p:to>
                                        <p:strVal val="visible"/>
                                      </p:to>
                                    </p:set>
                                    <p:anim calcmode="lin" valueType="num">
                                      <p:cBhvr>
                                        <p:cTn id="52" dur="100" fill="hold"/>
                                        <p:tgtEl>
                                          <p:spTgt spid="518"/>
                                        </p:tgtEl>
                                        <p:attrNameLst>
                                          <p:attrName>ppt_x</p:attrName>
                                        </p:attrNameLst>
                                      </p:cBhvr>
                                      <p:tavLst>
                                        <p:tav tm="0">
                                          <p:val>
                                            <p:strVal val="0-#ppt_w/2"/>
                                          </p:val>
                                        </p:tav>
                                        <p:tav tm="100000">
                                          <p:val>
                                            <p:strVal val="#ppt_x"/>
                                          </p:val>
                                        </p:tav>
                                      </p:tavLst>
                                    </p:anim>
                                    <p:anim calcmode="lin" valueType="num">
                                      <p:cBhvr>
                                        <p:cTn id="53" dur="100" fill="hold"/>
                                        <p:tgtEl>
                                          <p:spTgt spid="518"/>
                                        </p:tgtEl>
                                        <p:attrNameLst>
                                          <p:attrName>ppt_y</p:attrName>
                                        </p:attrNameLst>
                                      </p:cBhvr>
                                      <p:tavLst>
                                        <p:tav tm="0">
                                          <p:val>
                                            <p:strVal val="#ppt_y"/>
                                          </p:val>
                                        </p:tav>
                                        <p:tav tm="100000">
                                          <p:val>
                                            <p:strVal val="#ppt_y"/>
                                          </p:val>
                                        </p:tav>
                                      </p:tavLst>
                                    </p:anim>
                                  </p:childTnLst>
                                </p:cTn>
                              </p:par>
                            </p:childTnLst>
                          </p:cTn>
                        </p:par>
                        <p:par>
                          <p:cTn id="54" fill="hold">
                            <p:stCondLst>
                              <p:cond delay="1000"/>
                            </p:stCondLst>
                            <p:childTnLst>
                              <p:par>
                                <p:cTn id="55" presetClass="entr" nodeType="afterEffect" presetSubtype="8" presetID="2" grpId="11" fill="hold">
                                  <p:stCondLst>
                                    <p:cond delay="0"/>
                                  </p:stCondLst>
                                  <p:iterate type="el" backwards="0">
                                    <p:tmAbs val="0"/>
                                  </p:iterate>
                                  <p:childTnLst>
                                    <p:set>
                                      <p:cBhvr>
                                        <p:cTn id="56" fill="hold"/>
                                        <p:tgtEl>
                                          <p:spTgt spid="513"/>
                                        </p:tgtEl>
                                        <p:attrNameLst>
                                          <p:attrName>style.visibility</p:attrName>
                                        </p:attrNameLst>
                                      </p:cBhvr>
                                      <p:to>
                                        <p:strVal val="visible"/>
                                      </p:to>
                                    </p:set>
                                    <p:anim calcmode="lin" valueType="num">
                                      <p:cBhvr>
                                        <p:cTn id="57" dur="100" fill="hold"/>
                                        <p:tgtEl>
                                          <p:spTgt spid="513"/>
                                        </p:tgtEl>
                                        <p:attrNameLst>
                                          <p:attrName>ppt_x</p:attrName>
                                        </p:attrNameLst>
                                      </p:cBhvr>
                                      <p:tavLst>
                                        <p:tav tm="0">
                                          <p:val>
                                            <p:strVal val="0-#ppt_w/2"/>
                                          </p:val>
                                        </p:tav>
                                        <p:tav tm="100000">
                                          <p:val>
                                            <p:strVal val="#ppt_x"/>
                                          </p:val>
                                        </p:tav>
                                      </p:tavLst>
                                    </p:anim>
                                    <p:anim calcmode="lin" valueType="num">
                                      <p:cBhvr>
                                        <p:cTn id="58" dur="100" fill="hold"/>
                                        <p:tgtEl>
                                          <p:spTgt spid="513"/>
                                        </p:tgtEl>
                                        <p:attrNameLst>
                                          <p:attrName>ppt_y</p:attrName>
                                        </p:attrNameLst>
                                      </p:cBhvr>
                                      <p:tavLst>
                                        <p:tav tm="0">
                                          <p:val>
                                            <p:strVal val="#ppt_y"/>
                                          </p:val>
                                        </p:tav>
                                        <p:tav tm="100000">
                                          <p:val>
                                            <p:strVal val="#ppt_y"/>
                                          </p:val>
                                        </p:tav>
                                      </p:tavLst>
                                    </p:anim>
                                  </p:childTnLst>
                                </p:cTn>
                              </p:par>
                            </p:childTnLst>
                          </p:cTn>
                        </p:par>
                        <p:par>
                          <p:cTn id="59" fill="hold">
                            <p:stCondLst>
                              <p:cond delay="1100"/>
                            </p:stCondLst>
                            <p:childTnLst>
                              <p:par>
                                <p:cTn id="60" presetClass="entr" nodeType="afterEffect" presetSubtype="8" presetID="2" grpId="12" fill="hold">
                                  <p:stCondLst>
                                    <p:cond delay="0"/>
                                  </p:stCondLst>
                                  <p:iterate type="el" backwards="0">
                                    <p:tmAbs val="0"/>
                                  </p:iterate>
                                  <p:childTnLst>
                                    <p:set>
                                      <p:cBhvr>
                                        <p:cTn id="61" fill="hold"/>
                                        <p:tgtEl>
                                          <p:spTgt spid="521"/>
                                        </p:tgtEl>
                                        <p:attrNameLst>
                                          <p:attrName>style.visibility</p:attrName>
                                        </p:attrNameLst>
                                      </p:cBhvr>
                                      <p:to>
                                        <p:strVal val="visible"/>
                                      </p:to>
                                    </p:set>
                                    <p:anim calcmode="lin" valueType="num">
                                      <p:cBhvr>
                                        <p:cTn id="62" dur="100" fill="hold"/>
                                        <p:tgtEl>
                                          <p:spTgt spid="521"/>
                                        </p:tgtEl>
                                        <p:attrNameLst>
                                          <p:attrName>ppt_x</p:attrName>
                                        </p:attrNameLst>
                                      </p:cBhvr>
                                      <p:tavLst>
                                        <p:tav tm="0">
                                          <p:val>
                                            <p:strVal val="0-#ppt_w/2"/>
                                          </p:val>
                                        </p:tav>
                                        <p:tav tm="100000">
                                          <p:val>
                                            <p:strVal val="#ppt_x"/>
                                          </p:val>
                                        </p:tav>
                                      </p:tavLst>
                                    </p:anim>
                                    <p:anim calcmode="lin" valueType="num">
                                      <p:cBhvr>
                                        <p:cTn id="63" dur="100" fill="hold"/>
                                        <p:tgtEl>
                                          <p:spTgt spid="521"/>
                                        </p:tgtEl>
                                        <p:attrNameLst>
                                          <p:attrName>ppt_y</p:attrName>
                                        </p:attrNameLst>
                                      </p:cBhvr>
                                      <p:tavLst>
                                        <p:tav tm="0">
                                          <p:val>
                                            <p:strVal val="#ppt_y"/>
                                          </p:val>
                                        </p:tav>
                                        <p:tav tm="100000">
                                          <p:val>
                                            <p:strVal val="#ppt_y"/>
                                          </p:val>
                                        </p:tav>
                                      </p:tavLst>
                                    </p:anim>
                                  </p:childTnLst>
                                </p:cTn>
                              </p:par>
                            </p:childTnLst>
                          </p:cTn>
                        </p:par>
                        <p:par>
                          <p:cTn id="64" fill="hold">
                            <p:stCondLst>
                              <p:cond delay="1200"/>
                            </p:stCondLst>
                            <p:childTnLst>
                              <p:par>
                                <p:cTn id="65" presetClass="entr" nodeType="afterEffect" presetSubtype="8" presetID="2" grpId="13" fill="hold">
                                  <p:stCondLst>
                                    <p:cond delay="0"/>
                                  </p:stCondLst>
                                  <p:iterate type="el" backwards="0">
                                    <p:tmAbs val="0"/>
                                  </p:iterate>
                                  <p:childTnLst>
                                    <p:set>
                                      <p:cBhvr>
                                        <p:cTn id="66" fill="hold"/>
                                        <p:tgtEl>
                                          <p:spTgt spid="523"/>
                                        </p:tgtEl>
                                        <p:attrNameLst>
                                          <p:attrName>style.visibility</p:attrName>
                                        </p:attrNameLst>
                                      </p:cBhvr>
                                      <p:to>
                                        <p:strVal val="visible"/>
                                      </p:to>
                                    </p:set>
                                    <p:anim calcmode="lin" valueType="num">
                                      <p:cBhvr>
                                        <p:cTn id="67" dur="100" fill="hold"/>
                                        <p:tgtEl>
                                          <p:spTgt spid="523"/>
                                        </p:tgtEl>
                                        <p:attrNameLst>
                                          <p:attrName>ppt_x</p:attrName>
                                        </p:attrNameLst>
                                      </p:cBhvr>
                                      <p:tavLst>
                                        <p:tav tm="0">
                                          <p:val>
                                            <p:strVal val="0-#ppt_w/2"/>
                                          </p:val>
                                        </p:tav>
                                        <p:tav tm="100000">
                                          <p:val>
                                            <p:strVal val="#ppt_x"/>
                                          </p:val>
                                        </p:tav>
                                      </p:tavLst>
                                    </p:anim>
                                    <p:anim calcmode="lin" valueType="num">
                                      <p:cBhvr>
                                        <p:cTn id="68" dur="100" fill="hold"/>
                                        <p:tgtEl>
                                          <p:spTgt spid="523"/>
                                        </p:tgtEl>
                                        <p:attrNameLst>
                                          <p:attrName>ppt_y</p:attrName>
                                        </p:attrNameLst>
                                      </p:cBhvr>
                                      <p:tavLst>
                                        <p:tav tm="0">
                                          <p:val>
                                            <p:strVal val="#ppt_y"/>
                                          </p:val>
                                        </p:tav>
                                        <p:tav tm="100000">
                                          <p:val>
                                            <p:strVal val="#ppt_y"/>
                                          </p:val>
                                        </p:tav>
                                      </p:tavLst>
                                    </p:anim>
                                  </p:childTnLst>
                                </p:cTn>
                              </p:par>
                            </p:childTnLst>
                          </p:cTn>
                        </p:par>
                        <p:par>
                          <p:cTn id="69" fill="hold">
                            <p:stCondLst>
                              <p:cond delay="1300"/>
                            </p:stCondLst>
                            <p:childTnLst>
                              <p:par>
                                <p:cTn id="70" presetClass="entr" nodeType="afterEffect" presetSubtype="8" presetID="2" grpId="14" fill="hold">
                                  <p:stCondLst>
                                    <p:cond delay="0"/>
                                  </p:stCondLst>
                                  <p:iterate type="el" backwards="0">
                                    <p:tmAbs val="0"/>
                                  </p:iterate>
                                  <p:childTnLst>
                                    <p:set>
                                      <p:cBhvr>
                                        <p:cTn id="71" fill="hold"/>
                                        <p:tgtEl>
                                          <p:spTgt spid="519"/>
                                        </p:tgtEl>
                                        <p:attrNameLst>
                                          <p:attrName>style.visibility</p:attrName>
                                        </p:attrNameLst>
                                      </p:cBhvr>
                                      <p:to>
                                        <p:strVal val="visible"/>
                                      </p:to>
                                    </p:set>
                                    <p:anim calcmode="lin" valueType="num">
                                      <p:cBhvr>
                                        <p:cTn id="72" dur="100" fill="hold"/>
                                        <p:tgtEl>
                                          <p:spTgt spid="519"/>
                                        </p:tgtEl>
                                        <p:attrNameLst>
                                          <p:attrName>ppt_x</p:attrName>
                                        </p:attrNameLst>
                                      </p:cBhvr>
                                      <p:tavLst>
                                        <p:tav tm="0">
                                          <p:val>
                                            <p:strVal val="0-#ppt_w/2"/>
                                          </p:val>
                                        </p:tav>
                                        <p:tav tm="100000">
                                          <p:val>
                                            <p:strVal val="#ppt_x"/>
                                          </p:val>
                                        </p:tav>
                                      </p:tavLst>
                                    </p:anim>
                                    <p:anim calcmode="lin" valueType="num">
                                      <p:cBhvr>
                                        <p:cTn id="73" dur="100" fill="hold"/>
                                        <p:tgtEl>
                                          <p:spTgt spid="519"/>
                                        </p:tgtEl>
                                        <p:attrNameLst>
                                          <p:attrName>ppt_y</p:attrName>
                                        </p:attrNameLst>
                                      </p:cBhvr>
                                      <p:tavLst>
                                        <p:tav tm="0">
                                          <p:val>
                                            <p:strVal val="#ppt_y"/>
                                          </p:val>
                                        </p:tav>
                                        <p:tav tm="100000">
                                          <p:val>
                                            <p:strVal val="#ppt_y"/>
                                          </p:val>
                                        </p:tav>
                                      </p:tavLst>
                                    </p:anim>
                                  </p:childTnLst>
                                </p:cTn>
                              </p:par>
                            </p:childTnLst>
                          </p:cTn>
                        </p:par>
                        <p:par>
                          <p:cTn id="74" fill="hold">
                            <p:stCondLst>
                              <p:cond delay="1400"/>
                            </p:stCondLst>
                            <p:childTnLst>
                              <p:par>
                                <p:cTn id="75" presetClass="entr" nodeType="afterEffect" presetSubtype="8" presetID="2" grpId="15" fill="hold">
                                  <p:stCondLst>
                                    <p:cond delay="0"/>
                                  </p:stCondLst>
                                  <p:iterate type="el" backwards="0">
                                    <p:tmAbs val="0"/>
                                  </p:iterate>
                                  <p:childTnLst>
                                    <p:set>
                                      <p:cBhvr>
                                        <p:cTn id="76" fill="hold"/>
                                        <p:tgtEl>
                                          <p:spTgt spid="514"/>
                                        </p:tgtEl>
                                        <p:attrNameLst>
                                          <p:attrName>style.visibility</p:attrName>
                                        </p:attrNameLst>
                                      </p:cBhvr>
                                      <p:to>
                                        <p:strVal val="visible"/>
                                      </p:to>
                                    </p:set>
                                    <p:anim calcmode="lin" valueType="num">
                                      <p:cBhvr>
                                        <p:cTn id="77" dur="100" fill="hold"/>
                                        <p:tgtEl>
                                          <p:spTgt spid="514"/>
                                        </p:tgtEl>
                                        <p:attrNameLst>
                                          <p:attrName>ppt_x</p:attrName>
                                        </p:attrNameLst>
                                      </p:cBhvr>
                                      <p:tavLst>
                                        <p:tav tm="0">
                                          <p:val>
                                            <p:strVal val="0-#ppt_w/2"/>
                                          </p:val>
                                        </p:tav>
                                        <p:tav tm="100000">
                                          <p:val>
                                            <p:strVal val="#ppt_x"/>
                                          </p:val>
                                        </p:tav>
                                      </p:tavLst>
                                    </p:anim>
                                    <p:anim calcmode="lin" valueType="num">
                                      <p:cBhvr>
                                        <p:cTn id="78" dur="100" fill="hold"/>
                                        <p:tgtEl>
                                          <p:spTgt spid="514"/>
                                        </p:tgtEl>
                                        <p:attrNameLst>
                                          <p:attrName>ppt_y</p:attrName>
                                        </p:attrNameLst>
                                      </p:cBhvr>
                                      <p:tavLst>
                                        <p:tav tm="0">
                                          <p:val>
                                            <p:strVal val="#ppt_y"/>
                                          </p:val>
                                        </p:tav>
                                        <p:tav tm="100000">
                                          <p:val>
                                            <p:strVal val="#ppt_y"/>
                                          </p:val>
                                        </p:tav>
                                      </p:tavLst>
                                    </p:anim>
                                  </p:childTnLst>
                                </p:cTn>
                              </p:par>
                            </p:childTnLst>
                          </p:cTn>
                        </p:par>
                        <p:par>
                          <p:cTn id="79" fill="hold">
                            <p:stCondLst>
                              <p:cond delay="1500"/>
                            </p:stCondLst>
                            <p:childTnLst>
                              <p:par>
                                <p:cTn id="80" presetClass="entr" nodeType="afterEffect" presetSubtype="8" presetID="2" grpId="16" fill="hold">
                                  <p:stCondLst>
                                    <p:cond delay="0"/>
                                  </p:stCondLst>
                                  <p:iterate type="el" backwards="0">
                                    <p:tmAbs val="0"/>
                                  </p:iterate>
                                  <p:childTnLst>
                                    <p:set>
                                      <p:cBhvr>
                                        <p:cTn id="81" fill="hold"/>
                                        <p:tgtEl>
                                          <p:spTgt spid="524"/>
                                        </p:tgtEl>
                                        <p:attrNameLst>
                                          <p:attrName>style.visibility</p:attrName>
                                        </p:attrNameLst>
                                      </p:cBhvr>
                                      <p:to>
                                        <p:strVal val="visible"/>
                                      </p:to>
                                    </p:set>
                                    <p:anim calcmode="lin" valueType="num">
                                      <p:cBhvr>
                                        <p:cTn id="82" dur="100" fill="hold"/>
                                        <p:tgtEl>
                                          <p:spTgt spid="524"/>
                                        </p:tgtEl>
                                        <p:attrNameLst>
                                          <p:attrName>ppt_x</p:attrName>
                                        </p:attrNameLst>
                                      </p:cBhvr>
                                      <p:tavLst>
                                        <p:tav tm="0">
                                          <p:val>
                                            <p:strVal val="0-#ppt_w/2"/>
                                          </p:val>
                                        </p:tav>
                                        <p:tav tm="100000">
                                          <p:val>
                                            <p:strVal val="#ppt_x"/>
                                          </p:val>
                                        </p:tav>
                                      </p:tavLst>
                                    </p:anim>
                                    <p:anim calcmode="lin" valueType="num">
                                      <p:cBhvr>
                                        <p:cTn id="83" dur="100" fill="hold"/>
                                        <p:tgtEl>
                                          <p:spTgt spid="524"/>
                                        </p:tgtEl>
                                        <p:attrNameLst>
                                          <p:attrName>ppt_y</p:attrName>
                                        </p:attrNameLst>
                                      </p:cBhvr>
                                      <p:tavLst>
                                        <p:tav tm="0">
                                          <p:val>
                                            <p:strVal val="#ppt_y"/>
                                          </p:val>
                                        </p:tav>
                                        <p:tav tm="100000">
                                          <p:val>
                                            <p:strVal val="#ppt_y"/>
                                          </p:val>
                                        </p:tav>
                                      </p:tavLst>
                                    </p:anim>
                                  </p:childTnLst>
                                </p:cTn>
                              </p:par>
                            </p:childTnLst>
                          </p:cTn>
                        </p:par>
                        <p:par>
                          <p:cTn id="84" fill="hold">
                            <p:stCondLst>
                              <p:cond delay="1600"/>
                            </p:stCondLst>
                            <p:childTnLst>
                              <p:par>
                                <p:cTn id="85" presetClass="entr" nodeType="afterEffect" presetSubtype="8" presetID="2" grpId="17" fill="hold">
                                  <p:stCondLst>
                                    <p:cond delay="0"/>
                                  </p:stCondLst>
                                  <p:iterate type="el" backwards="0">
                                    <p:tmAbs val="0"/>
                                  </p:iterate>
                                  <p:childTnLst>
                                    <p:set>
                                      <p:cBhvr>
                                        <p:cTn id="86" fill="hold"/>
                                        <p:tgtEl>
                                          <p:spTgt spid="520"/>
                                        </p:tgtEl>
                                        <p:attrNameLst>
                                          <p:attrName>style.visibility</p:attrName>
                                        </p:attrNameLst>
                                      </p:cBhvr>
                                      <p:to>
                                        <p:strVal val="visible"/>
                                      </p:to>
                                    </p:set>
                                    <p:anim calcmode="lin" valueType="num">
                                      <p:cBhvr>
                                        <p:cTn id="87" dur="100" fill="hold"/>
                                        <p:tgtEl>
                                          <p:spTgt spid="520"/>
                                        </p:tgtEl>
                                        <p:attrNameLst>
                                          <p:attrName>ppt_x</p:attrName>
                                        </p:attrNameLst>
                                      </p:cBhvr>
                                      <p:tavLst>
                                        <p:tav tm="0">
                                          <p:val>
                                            <p:strVal val="0-#ppt_w/2"/>
                                          </p:val>
                                        </p:tav>
                                        <p:tav tm="100000">
                                          <p:val>
                                            <p:strVal val="#ppt_x"/>
                                          </p:val>
                                        </p:tav>
                                      </p:tavLst>
                                    </p:anim>
                                    <p:anim calcmode="lin" valueType="num">
                                      <p:cBhvr>
                                        <p:cTn id="88" dur="100" fill="hold"/>
                                        <p:tgtEl>
                                          <p:spTgt spid="520"/>
                                        </p:tgtEl>
                                        <p:attrNameLst>
                                          <p:attrName>ppt_y</p:attrName>
                                        </p:attrNameLst>
                                      </p:cBhvr>
                                      <p:tavLst>
                                        <p:tav tm="0">
                                          <p:val>
                                            <p:strVal val="#ppt_y"/>
                                          </p:val>
                                        </p:tav>
                                        <p:tav tm="100000">
                                          <p:val>
                                            <p:strVal val="#ppt_y"/>
                                          </p:val>
                                        </p:tav>
                                      </p:tavLst>
                                    </p:anim>
                                  </p:childTnLst>
                                </p:cTn>
                              </p:par>
                            </p:childTnLst>
                          </p:cTn>
                        </p:par>
                        <p:par>
                          <p:cTn id="89" fill="hold">
                            <p:stCondLst>
                              <p:cond delay="1700"/>
                            </p:stCondLst>
                            <p:childTnLst>
                              <p:par>
                                <p:cTn id="90" presetClass="entr" nodeType="afterEffect" presetSubtype="8" presetID="2" grpId="18" fill="hold">
                                  <p:stCondLst>
                                    <p:cond delay="0"/>
                                  </p:stCondLst>
                                  <p:iterate type="el" backwards="0">
                                    <p:tmAbs val="0"/>
                                  </p:iterate>
                                  <p:childTnLst>
                                    <p:set>
                                      <p:cBhvr>
                                        <p:cTn id="91" fill="hold"/>
                                        <p:tgtEl>
                                          <p:spTgt spid="551"/>
                                        </p:tgtEl>
                                        <p:attrNameLst>
                                          <p:attrName>style.visibility</p:attrName>
                                        </p:attrNameLst>
                                      </p:cBhvr>
                                      <p:to>
                                        <p:strVal val="visible"/>
                                      </p:to>
                                    </p:set>
                                    <p:anim calcmode="lin" valueType="num">
                                      <p:cBhvr>
                                        <p:cTn id="92" dur="100" fill="hold"/>
                                        <p:tgtEl>
                                          <p:spTgt spid="551"/>
                                        </p:tgtEl>
                                        <p:attrNameLst>
                                          <p:attrName>ppt_x</p:attrName>
                                        </p:attrNameLst>
                                      </p:cBhvr>
                                      <p:tavLst>
                                        <p:tav tm="0">
                                          <p:val>
                                            <p:strVal val="0-#ppt_w/2"/>
                                          </p:val>
                                        </p:tav>
                                        <p:tav tm="100000">
                                          <p:val>
                                            <p:strVal val="#ppt_x"/>
                                          </p:val>
                                        </p:tav>
                                      </p:tavLst>
                                    </p:anim>
                                    <p:anim calcmode="lin" valueType="num">
                                      <p:cBhvr>
                                        <p:cTn id="93" dur="100" fill="hold"/>
                                        <p:tgtEl>
                                          <p:spTgt spid="551"/>
                                        </p:tgtEl>
                                        <p:attrNameLst>
                                          <p:attrName>ppt_y</p:attrName>
                                        </p:attrNameLst>
                                      </p:cBhvr>
                                      <p:tavLst>
                                        <p:tav tm="0">
                                          <p:val>
                                            <p:strVal val="#ppt_y"/>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Class="entr" nodeType="clickEffect" presetSubtype="8" presetID="2" grpId="19" fill="hold">
                                  <p:stCondLst>
                                    <p:cond delay="0"/>
                                  </p:stCondLst>
                                  <p:iterate type="el" backwards="0">
                                    <p:tmAbs val="0"/>
                                  </p:iterate>
                                  <p:childTnLst>
                                    <p:set>
                                      <p:cBhvr>
                                        <p:cTn id="97" fill="hold"/>
                                        <p:tgtEl>
                                          <p:spTgt spid="543"/>
                                        </p:tgtEl>
                                        <p:attrNameLst>
                                          <p:attrName>style.visibility</p:attrName>
                                        </p:attrNameLst>
                                      </p:cBhvr>
                                      <p:to>
                                        <p:strVal val="visible"/>
                                      </p:to>
                                    </p:set>
                                    <p:anim calcmode="lin" valueType="num">
                                      <p:cBhvr>
                                        <p:cTn id="98" dur="100" fill="hold"/>
                                        <p:tgtEl>
                                          <p:spTgt spid="543"/>
                                        </p:tgtEl>
                                        <p:attrNameLst>
                                          <p:attrName>ppt_x</p:attrName>
                                        </p:attrNameLst>
                                      </p:cBhvr>
                                      <p:tavLst>
                                        <p:tav tm="0">
                                          <p:val>
                                            <p:strVal val="0-#ppt_w/2"/>
                                          </p:val>
                                        </p:tav>
                                        <p:tav tm="100000">
                                          <p:val>
                                            <p:strVal val="#ppt_x"/>
                                          </p:val>
                                        </p:tav>
                                      </p:tavLst>
                                    </p:anim>
                                    <p:anim calcmode="lin" valueType="num">
                                      <p:cBhvr>
                                        <p:cTn id="99" dur="100" fill="hold"/>
                                        <p:tgtEl>
                                          <p:spTgt spid="543"/>
                                        </p:tgtEl>
                                        <p:attrNameLst>
                                          <p:attrName>ppt_y</p:attrName>
                                        </p:attrNameLst>
                                      </p:cBhvr>
                                      <p:tavLst>
                                        <p:tav tm="0">
                                          <p:val>
                                            <p:strVal val="#ppt_y"/>
                                          </p:val>
                                        </p:tav>
                                        <p:tav tm="100000">
                                          <p:val>
                                            <p:strVal val="#ppt_y"/>
                                          </p:val>
                                        </p:tav>
                                      </p:tavLst>
                                    </p:anim>
                                  </p:childTnLst>
                                </p:cTn>
                              </p:par>
                            </p:childTnLst>
                          </p:cTn>
                        </p:par>
                        <p:par>
                          <p:cTn id="100" fill="hold">
                            <p:stCondLst>
                              <p:cond delay="100"/>
                            </p:stCondLst>
                            <p:childTnLst>
                              <p:par>
                                <p:cTn id="101" presetClass="entr" nodeType="afterEffect" presetSubtype="8" presetID="2" grpId="20" fill="hold">
                                  <p:stCondLst>
                                    <p:cond delay="0"/>
                                  </p:stCondLst>
                                  <p:iterate type="el" backwards="0">
                                    <p:tmAbs val="0"/>
                                  </p:iterate>
                                  <p:childTnLst>
                                    <p:set>
                                      <p:cBhvr>
                                        <p:cTn id="102" fill="hold"/>
                                        <p:tgtEl>
                                          <p:spTgt spid="656"/>
                                        </p:tgtEl>
                                        <p:attrNameLst>
                                          <p:attrName>style.visibility</p:attrName>
                                        </p:attrNameLst>
                                      </p:cBhvr>
                                      <p:to>
                                        <p:strVal val="visible"/>
                                      </p:to>
                                    </p:set>
                                    <p:anim calcmode="lin" valueType="num">
                                      <p:cBhvr>
                                        <p:cTn id="103" dur="100" fill="hold"/>
                                        <p:tgtEl>
                                          <p:spTgt spid="656"/>
                                        </p:tgtEl>
                                        <p:attrNameLst>
                                          <p:attrName>ppt_x</p:attrName>
                                        </p:attrNameLst>
                                      </p:cBhvr>
                                      <p:tavLst>
                                        <p:tav tm="0">
                                          <p:val>
                                            <p:strVal val="0-#ppt_w/2"/>
                                          </p:val>
                                        </p:tav>
                                        <p:tav tm="100000">
                                          <p:val>
                                            <p:strVal val="#ppt_x"/>
                                          </p:val>
                                        </p:tav>
                                      </p:tavLst>
                                    </p:anim>
                                    <p:anim calcmode="lin" valueType="num">
                                      <p:cBhvr>
                                        <p:cTn id="104" dur="100" fill="hold"/>
                                        <p:tgtEl>
                                          <p:spTgt spid="656"/>
                                        </p:tgtEl>
                                        <p:attrNameLst>
                                          <p:attrName>ppt_y</p:attrName>
                                        </p:attrNameLst>
                                      </p:cBhvr>
                                      <p:tavLst>
                                        <p:tav tm="0">
                                          <p:val>
                                            <p:strVal val="#ppt_y"/>
                                          </p:val>
                                        </p:tav>
                                        <p:tav tm="100000">
                                          <p:val>
                                            <p:strVal val="#ppt_y"/>
                                          </p:val>
                                        </p:tav>
                                      </p:tavLst>
                                    </p:anim>
                                  </p:childTnLst>
                                </p:cTn>
                              </p:par>
                            </p:childTnLst>
                          </p:cTn>
                        </p:par>
                        <p:par>
                          <p:cTn id="105" fill="hold">
                            <p:stCondLst>
                              <p:cond delay="200"/>
                            </p:stCondLst>
                            <p:childTnLst>
                              <p:par>
                                <p:cTn id="106" presetClass="entr" nodeType="afterEffect" presetSubtype="8" presetID="2" grpId="21" fill="hold">
                                  <p:stCondLst>
                                    <p:cond delay="0"/>
                                  </p:stCondLst>
                                  <p:iterate type="el" backwards="0">
                                    <p:tmAbs val="0"/>
                                  </p:iterate>
                                  <p:childTnLst>
                                    <p:set>
                                      <p:cBhvr>
                                        <p:cTn id="107" fill="hold"/>
                                        <p:tgtEl>
                                          <p:spTgt spid="669"/>
                                        </p:tgtEl>
                                        <p:attrNameLst>
                                          <p:attrName>style.visibility</p:attrName>
                                        </p:attrNameLst>
                                      </p:cBhvr>
                                      <p:to>
                                        <p:strVal val="visible"/>
                                      </p:to>
                                    </p:set>
                                    <p:anim calcmode="lin" valueType="num">
                                      <p:cBhvr>
                                        <p:cTn id="108" dur="100" fill="hold"/>
                                        <p:tgtEl>
                                          <p:spTgt spid="669"/>
                                        </p:tgtEl>
                                        <p:attrNameLst>
                                          <p:attrName>ppt_x</p:attrName>
                                        </p:attrNameLst>
                                      </p:cBhvr>
                                      <p:tavLst>
                                        <p:tav tm="0">
                                          <p:val>
                                            <p:strVal val="0-#ppt_w/2"/>
                                          </p:val>
                                        </p:tav>
                                        <p:tav tm="100000">
                                          <p:val>
                                            <p:strVal val="#ppt_x"/>
                                          </p:val>
                                        </p:tav>
                                      </p:tavLst>
                                    </p:anim>
                                    <p:anim calcmode="lin" valueType="num">
                                      <p:cBhvr>
                                        <p:cTn id="109" dur="100" fill="hold"/>
                                        <p:tgtEl>
                                          <p:spTgt spid="669"/>
                                        </p:tgtEl>
                                        <p:attrNameLst>
                                          <p:attrName>ppt_y</p:attrName>
                                        </p:attrNameLst>
                                      </p:cBhvr>
                                      <p:tavLst>
                                        <p:tav tm="0">
                                          <p:val>
                                            <p:strVal val="#ppt_y"/>
                                          </p:val>
                                        </p:tav>
                                        <p:tav tm="100000">
                                          <p:val>
                                            <p:strVal val="#ppt_y"/>
                                          </p:val>
                                        </p:tav>
                                      </p:tavLst>
                                    </p:anim>
                                  </p:childTnLst>
                                </p:cTn>
                              </p:par>
                            </p:childTnLst>
                          </p:cTn>
                        </p:par>
                        <p:par>
                          <p:cTn id="110" fill="hold">
                            <p:stCondLst>
                              <p:cond delay="300"/>
                            </p:stCondLst>
                            <p:childTnLst>
                              <p:par>
                                <p:cTn id="111" presetClass="entr" nodeType="afterEffect" presetSubtype="8" presetID="2" grpId="22" fill="hold">
                                  <p:stCondLst>
                                    <p:cond delay="0"/>
                                  </p:stCondLst>
                                  <p:iterate type="el" backwards="0">
                                    <p:tmAbs val="0"/>
                                  </p:iterate>
                                  <p:childTnLst>
                                    <p:set>
                                      <p:cBhvr>
                                        <p:cTn id="112" fill="hold"/>
                                        <p:tgtEl>
                                          <p:spTgt spid="670"/>
                                        </p:tgtEl>
                                        <p:attrNameLst>
                                          <p:attrName>style.visibility</p:attrName>
                                        </p:attrNameLst>
                                      </p:cBhvr>
                                      <p:to>
                                        <p:strVal val="visible"/>
                                      </p:to>
                                    </p:set>
                                    <p:anim calcmode="lin" valueType="num">
                                      <p:cBhvr>
                                        <p:cTn id="113" dur="100" fill="hold"/>
                                        <p:tgtEl>
                                          <p:spTgt spid="670"/>
                                        </p:tgtEl>
                                        <p:attrNameLst>
                                          <p:attrName>ppt_x</p:attrName>
                                        </p:attrNameLst>
                                      </p:cBhvr>
                                      <p:tavLst>
                                        <p:tav tm="0">
                                          <p:val>
                                            <p:strVal val="0-#ppt_w/2"/>
                                          </p:val>
                                        </p:tav>
                                        <p:tav tm="100000">
                                          <p:val>
                                            <p:strVal val="#ppt_x"/>
                                          </p:val>
                                        </p:tav>
                                      </p:tavLst>
                                    </p:anim>
                                    <p:anim calcmode="lin" valueType="num">
                                      <p:cBhvr>
                                        <p:cTn id="114" dur="100" fill="hold"/>
                                        <p:tgtEl>
                                          <p:spTgt spid="670"/>
                                        </p:tgtEl>
                                        <p:attrNameLst>
                                          <p:attrName>ppt_y</p:attrName>
                                        </p:attrNameLst>
                                      </p:cBhvr>
                                      <p:tavLst>
                                        <p:tav tm="0">
                                          <p:val>
                                            <p:strVal val="#ppt_y"/>
                                          </p:val>
                                        </p:tav>
                                        <p:tav tm="100000">
                                          <p:val>
                                            <p:strVal val="#ppt_y"/>
                                          </p:val>
                                        </p:tav>
                                      </p:tavLst>
                                    </p:anim>
                                  </p:childTnLst>
                                </p:cTn>
                              </p:par>
                            </p:childTnLst>
                          </p:cTn>
                        </p:par>
                        <p:par>
                          <p:cTn id="115" fill="hold">
                            <p:stCondLst>
                              <p:cond delay="400"/>
                            </p:stCondLst>
                            <p:childTnLst>
                              <p:par>
                                <p:cTn id="116" presetClass="entr" nodeType="afterEffect" presetSubtype="8" presetID="2" grpId="23" fill="hold">
                                  <p:stCondLst>
                                    <p:cond delay="0"/>
                                  </p:stCondLst>
                                  <p:iterate type="el" backwards="0">
                                    <p:tmAbs val="0"/>
                                  </p:iterate>
                                  <p:childTnLst>
                                    <p:set>
                                      <p:cBhvr>
                                        <p:cTn id="117" fill="hold"/>
                                        <p:tgtEl>
                                          <p:spTgt spid="542"/>
                                        </p:tgtEl>
                                        <p:attrNameLst>
                                          <p:attrName>style.visibility</p:attrName>
                                        </p:attrNameLst>
                                      </p:cBhvr>
                                      <p:to>
                                        <p:strVal val="visible"/>
                                      </p:to>
                                    </p:set>
                                    <p:anim calcmode="lin" valueType="num">
                                      <p:cBhvr>
                                        <p:cTn id="118" dur="100" fill="hold"/>
                                        <p:tgtEl>
                                          <p:spTgt spid="542"/>
                                        </p:tgtEl>
                                        <p:attrNameLst>
                                          <p:attrName>ppt_x</p:attrName>
                                        </p:attrNameLst>
                                      </p:cBhvr>
                                      <p:tavLst>
                                        <p:tav tm="0">
                                          <p:val>
                                            <p:strVal val="0-#ppt_w/2"/>
                                          </p:val>
                                        </p:tav>
                                        <p:tav tm="100000">
                                          <p:val>
                                            <p:strVal val="#ppt_x"/>
                                          </p:val>
                                        </p:tav>
                                      </p:tavLst>
                                    </p:anim>
                                    <p:anim calcmode="lin" valueType="num">
                                      <p:cBhvr>
                                        <p:cTn id="119" dur="100" fill="hold"/>
                                        <p:tgtEl>
                                          <p:spTgt spid="542"/>
                                        </p:tgtEl>
                                        <p:attrNameLst>
                                          <p:attrName>ppt_y</p:attrName>
                                        </p:attrNameLst>
                                      </p:cBhvr>
                                      <p:tavLst>
                                        <p:tav tm="0">
                                          <p:val>
                                            <p:strVal val="#ppt_y"/>
                                          </p:val>
                                        </p:tav>
                                        <p:tav tm="100000">
                                          <p:val>
                                            <p:strVal val="#ppt_y"/>
                                          </p:val>
                                        </p:tav>
                                      </p:tavLst>
                                    </p:anim>
                                  </p:childTnLst>
                                </p:cTn>
                              </p:par>
                            </p:childTnLst>
                          </p:cTn>
                        </p:par>
                        <p:par>
                          <p:cTn id="120" fill="hold">
                            <p:stCondLst>
                              <p:cond delay="500"/>
                            </p:stCondLst>
                            <p:childTnLst>
                              <p:par>
                                <p:cTn id="121" presetClass="entr" nodeType="afterEffect" presetSubtype="8" presetID="2" grpId="24" fill="hold">
                                  <p:stCondLst>
                                    <p:cond delay="0"/>
                                  </p:stCondLst>
                                  <p:iterate type="el" backwards="0">
                                    <p:tmAbs val="0"/>
                                  </p:iterate>
                                  <p:childTnLst>
                                    <p:set>
                                      <p:cBhvr>
                                        <p:cTn id="122" fill="hold"/>
                                        <p:tgtEl>
                                          <p:spTgt spid="673"/>
                                        </p:tgtEl>
                                        <p:attrNameLst>
                                          <p:attrName>style.visibility</p:attrName>
                                        </p:attrNameLst>
                                      </p:cBhvr>
                                      <p:to>
                                        <p:strVal val="visible"/>
                                      </p:to>
                                    </p:set>
                                    <p:anim calcmode="lin" valueType="num">
                                      <p:cBhvr>
                                        <p:cTn id="123" dur="100" fill="hold"/>
                                        <p:tgtEl>
                                          <p:spTgt spid="673"/>
                                        </p:tgtEl>
                                        <p:attrNameLst>
                                          <p:attrName>ppt_x</p:attrName>
                                        </p:attrNameLst>
                                      </p:cBhvr>
                                      <p:tavLst>
                                        <p:tav tm="0">
                                          <p:val>
                                            <p:strVal val="0-#ppt_w/2"/>
                                          </p:val>
                                        </p:tav>
                                        <p:tav tm="100000">
                                          <p:val>
                                            <p:strVal val="#ppt_x"/>
                                          </p:val>
                                        </p:tav>
                                      </p:tavLst>
                                    </p:anim>
                                    <p:anim calcmode="lin" valueType="num">
                                      <p:cBhvr>
                                        <p:cTn id="124" dur="100" fill="hold"/>
                                        <p:tgtEl>
                                          <p:spTgt spid="673"/>
                                        </p:tgtEl>
                                        <p:attrNameLst>
                                          <p:attrName>ppt_y</p:attrName>
                                        </p:attrNameLst>
                                      </p:cBhvr>
                                      <p:tavLst>
                                        <p:tav tm="0">
                                          <p:val>
                                            <p:strVal val="#ppt_y"/>
                                          </p:val>
                                        </p:tav>
                                        <p:tav tm="100000">
                                          <p:val>
                                            <p:strVal val="#ppt_y"/>
                                          </p:val>
                                        </p:tav>
                                      </p:tavLst>
                                    </p:anim>
                                  </p:childTnLst>
                                </p:cTn>
                              </p:par>
                            </p:childTnLst>
                          </p:cTn>
                        </p:par>
                        <p:par>
                          <p:cTn id="125" fill="hold">
                            <p:stCondLst>
                              <p:cond delay="600"/>
                            </p:stCondLst>
                            <p:childTnLst>
                              <p:par>
                                <p:cTn id="126" presetClass="entr" nodeType="afterEffect" presetSubtype="8" presetID="2" grpId="25" fill="hold">
                                  <p:stCondLst>
                                    <p:cond delay="0"/>
                                  </p:stCondLst>
                                  <p:iterate type="el" backwards="0">
                                    <p:tmAbs val="0"/>
                                  </p:iterate>
                                  <p:childTnLst>
                                    <p:set>
                                      <p:cBhvr>
                                        <p:cTn id="127" fill="hold"/>
                                        <p:tgtEl>
                                          <p:spTgt spid="672"/>
                                        </p:tgtEl>
                                        <p:attrNameLst>
                                          <p:attrName>style.visibility</p:attrName>
                                        </p:attrNameLst>
                                      </p:cBhvr>
                                      <p:to>
                                        <p:strVal val="visible"/>
                                      </p:to>
                                    </p:set>
                                    <p:anim calcmode="lin" valueType="num">
                                      <p:cBhvr>
                                        <p:cTn id="128" dur="100" fill="hold"/>
                                        <p:tgtEl>
                                          <p:spTgt spid="672"/>
                                        </p:tgtEl>
                                        <p:attrNameLst>
                                          <p:attrName>ppt_x</p:attrName>
                                        </p:attrNameLst>
                                      </p:cBhvr>
                                      <p:tavLst>
                                        <p:tav tm="0">
                                          <p:val>
                                            <p:strVal val="0-#ppt_w/2"/>
                                          </p:val>
                                        </p:tav>
                                        <p:tav tm="100000">
                                          <p:val>
                                            <p:strVal val="#ppt_x"/>
                                          </p:val>
                                        </p:tav>
                                      </p:tavLst>
                                    </p:anim>
                                    <p:anim calcmode="lin" valueType="num">
                                      <p:cBhvr>
                                        <p:cTn id="129" dur="100" fill="hold"/>
                                        <p:tgtEl>
                                          <p:spTgt spid="672"/>
                                        </p:tgtEl>
                                        <p:attrNameLst>
                                          <p:attrName>ppt_y</p:attrName>
                                        </p:attrNameLst>
                                      </p:cBhvr>
                                      <p:tavLst>
                                        <p:tav tm="0">
                                          <p:val>
                                            <p:strVal val="#ppt_y"/>
                                          </p:val>
                                        </p:tav>
                                        <p:tav tm="100000">
                                          <p:val>
                                            <p:strVal val="#ppt_y"/>
                                          </p:val>
                                        </p:tav>
                                      </p:tavLst>
                                    </p:anim>
                                  </p:childTnLst>
                                </p:cTn>
                              </p:par>
                            </p:childTnLst>
                          </p:cTn>
                        </p:par>
                        <p:par>
                          <p:cTn id="130" fill="hold">
                            <p:stCondLst>
                              <p:cond delay="700"/>
                            </p:stCondLst>
                            <p:childTnLst>
                              <p:par>
                                <p:cTn id="131" presetClass="entr" nodeType="afterEffect" presetSubtype="8" presetID="2" grpId="26" fill="hold">
                                  <p:stCondLst>
                                    <p:cond delay="0"/>
                                  </p:stCondLst>
                                  <p:iterate type="el" backwards="0">
                                    <p:tmAbs val="0"/>
                                  </p:iterate>
                                  <p:childTnLst>
                                    <p:set>
                                      <p:cBhvr>
                                        <p:cTn id="132" fill="hold"/>
                                        <p:tgtEl>
                                          <p:spTgt spid="657"/>
                                        </p:tgtEl>
                                        <p:attrNameLst>
                                          <p:attrName>style.visibility</p:attrName>
                                        </p:attrNameLst>
                                      </p:cBhvr>
                                      <p:to>
                                        <p:strVal val="visible"/>
                                      </p:to>
                                    </p:set>
                                    <p:anim calcmode="lin" valueType="num">
                                      <p:cBhvr>
                                        <p:cTn id="133" dur="100" fill="hold"/>
                                        <p:tgtEl>
                                          <p:spTgt spid="657"/>
                                        </p:tgtEl>
                                        <p:attrNameLst>
                                          <p:attrName>ppt_x</p:attrName>
                                        </p:attrNameLst>
                                      </p:cBhvr>
                                      <p:tavLst>
                                        <p:tav tm="0">
                                          <p:val>
                                            <p:strVal val="0-#ppt_w/2"/>
                                          </p:val>
                                        </p:tav>
                                        <p:tav tm="100000">
                                          <p:val>
                                            <p:strVal val="#ppt_x"/>
                                          </p:val>
                                        </p:tav>
                                      </p:tavLst>
                                    </p:anim>
                                    <p:anim calcmode="lin" valueType="num">
                                      <p:cBhvr>
                                        <p:cTn id="134" dur="100" fill="hold"/>
                                        <p:tgtEl>
                                          <p:spTgt spid="657"/>
                                        </p:tgtEl>
                                        <p:attrNameLst>
                                          <p:attrName>ppt_y</p:attrName>
                                        </p:attrNameLst>
                                      </p:cBhvr>
                                      <p:tavLst>
                                        <p:tav tm="0">
                                          <p:val>
                                            <p:strVal val="#ppt_y"/>
                                          </p:val>
                                        </p:tav>
                                        <p:tav tm="100000">
                                          <p:val>
                                            <p:strVal val="#ppt_y"/>
                                          </p:val>
                                        </p:tav>
                                      </p:tavLst>
                                    </p:anim>
                                  </p:childTnLst>
                                </p:cTn>
                              </p:par>
                            </p:childTnLst>
                          </p:cTn>
                        </p:par>
                        <p:par>
                          <p:cTn id="135" fill="hold">
                            <p:stCondLst>
                              <p:cond delay="800"/>
                            </p:stCondLst>
                            <p:childTnLst>
                              <p:par>
                                <p:cTn id="136" presetClass="entr" nodeType="afterEffect" presetSubtype="8" presetID="2" grpId="27" fill="hold">
                                  <p:stCondLst>
                                    <p:cond delay="0"/>
                                  </p:stCondLst>
                                  <p:iterate type="el" backwards="0">
                                    <p:tmAbs val="0"/>
                                  </p:iterate>
                                  <p:childTnLst>
                                    <p:set>
                                      <p:cBhvr>
                                        <p:cTn id="137" fill="hold"/>
                                        <p:tgtEl>
                                          <p:spTgt spid="671"/>
                                        </p:tgtEl>
                                        <p:attrNameLst>
                                          <p:attrName>style.visibility</p:attrName>
                                        </p:attrNameLst>
                                      </p:cBhvr>
                                      <p:to>
                                        <p:strVal val="visible"/>
                                      </p:to>
                                    </p:set>
                                    <p:anim calcmode="lin" valueType="num">
                                      <p:cBhvr>
                                        <p:cTn id="138" dur="100" fill="hold"/>
                                        <p:tgtEl>
                                          <p:spTgt spid="671"/>
                                        </p:tgtEl>
                                        <p:attrNameLst>
                                          <p:attrName>ppt_x</p:attrName>
                                        </p:attrNameLst>
                                      </p:cBhvr>
                                      <p:tavLst>
                                        <p:tav tm="0">
                                          <p:val>
                                            <p:strVal val="0-#ppt_w/2"/>
                                          </p:val>
                                        </p:tav>
                                        <p:tav tm="100000">
                                          <p:val>
                                            <p:strVal val="#ppt_x"/>
                                          </p:val>
                                        </p:tav>
                                      </p:tavLst>
                                    </p:anim>
                                    <p:anim calcmode="lin" valueType="num">
                                      <p:cBhvr>
                                        <p:cTn id="139" dur="100" fill="hold"/>
                                        <p:tgtEl>
                                          <p:spTgt spid="671"/>
                                        </p:tgtEl>
                                        <p:attrNameLst>
                                          <p:attrName>ppt_y</p:attrName>
                                        </p:attrNameLst>
                                      </p:cBhvr>
                                      <p:tavLst>
                                        <p:tav tm="0">
                                          <p:val>
                                            <p:strVal val="#ppt_y"/>
                                          </p:val>
                                        </p:tav>
                                        <p:tav tm="100000">
                                          <p:val>
                                            <p:strVal val="#ppt_y"/>
                                          </p:val>
                                        </p:tav>
                                      </p:tavLst>
                                    </p:anim>
                                  </p:childTnLst>
                                </p:cTn>
                              </p:par>
                            </p:childTnLst>
                          </p:cTn>
                        </p:par>
                        <p:par>
                          <p:cTn id="140" fill="hold">
                            <p:stCondLst>
                              <p:cond delay="900"/>
                            </p:stCondLst>
                            <p:childTnLst>
                              <p:par>
                                <p:cTn id="141" presetClass="entr" nodeType="afterEffect" presetSubtype="8" presetID="2" grpId="28" fill="hold">
                                  <p:stCondLst>
                                    <p:cond delay="0"/>
                                  </p:stCondLst>
                                  <p:iterate type="el" backwards="0">
                                    <p:tmAbs val="0"/>
                                  </p:iterate>
                                  <p:childTnLst>
                                    <p:set>
                                      <p:cBhvr>
                                        <p:cTn id="142" fill="hold"/>
                                        <p:tgtEl>
                                          <p:spTgt spid="658"/>
                                        </p:tgtEl>
                                        <p:attrNameLst>
                                          <p:attrName>style.visibility</p:attrName>
                                        </p:attrNameLst>
                                      </p:cBhvr>
                                      <p:to>
                                        <p:strVal val="visible"/>
                                      </p:to>
                                    </p:set>
                                    <p:anim calcmode="lin" valueType="num">
                                      <p:cBhvr>
                                        <p:cTn id="143" dur="100" fill="hold"/>
                                        <p:tgtEl>
                                          <p:spTgt spid="658"/>
                                        </p:tgtEl>
                                        <p:attrNameLst>
                                          <p:attrName>ppt_x</p:attrName>
                                        </p:attrNameLst>
                                      </p:cBhvr>
                                      <p:tavLst>
                                        <p:tav tm="0">
                                          <p:val>
                                            <p:strVal val="0-#ppt_w/2"/>
                                          </p:val>
                                        </p:tav>
                                        <p:tav tm="100000">
                                          <p:val>
                                            <p:strVal val="#ppt_x"/>
                                          </p:val>
                                        </p:tav>
                                      </p:tavLst>
                                    </p:anim>
                                    <p:anim calcmode="lin" valueType="num">
                                      <p:cBhvr>
                                        <p:cTn id="144" dur="100" fill="hold"/>
                                        <p:tgtEl>
                                          <p:spTgt spid="658"/>
                                        </p:tgtEl>
                                        <p:attrNameLst>
                                          <p:attrName>ppt_y</p:attrName>
                                        </p:attrNameLst>
                                      </p:cBhvr>
                                      <p:tavLst>
                                        <p:tav tm="0">
                                          <p:val>
                                            <p:strVal val="#ppt_y"/>
                                          </p:val>
                                        </p:tav>
                                        <p:tav tm="100000">
                                          <p:val>
                                            <p:strVal val="#ppt_y"/>
                                          </p:val>
                                        </p:tav>
                                      </p:tavLst>
                                    </p:anim>
                                  </p:childTnLst>
                                </p:cTn>
                              </p:par>
                            </p:childTnLst>
                          </p:cTn>
                        </p:par>
                        <p:par>
                          <p:cTn id="145" fill="hold">
                            <p:stCondLst>
                              <p:cond delay="1000"/>
                            </p:stCondLst>
                            <p:childTnLst>
                              <p:par>
                                <p:cTn id="146" presetClass="entr" nodeType="afterEffect" presetSubtype="8" presetID="2" grpId="29" fill="hold">
                                  <p:stCondLst>
                                    <p:cond delay="0"/>
                                  </p:stCondLst>
                                  <p:iterate type="el" backwards="0">
                                    <p:tmAbs val="0"/>
                                  </p:iterate>
                                  <p:childTnLst>
                                    <p:set>
                                      <p:cBhvr>
                                        <p:cTn id="147" fill="hold"/>
                                        <p:tgtEl>
                                          <p:spTgt spid="659"/>
                                        </p:tgtEl>
                                        <p:attrNameLst>
                                          <p:attrName>style.visibility</p:attrName>
                                        </p:attrNameLst>
                                      </p:cBhvr>
                                      <p:to>
                                        <p:strVal val="visible"/>
                                      </p:to>
                                    </p:set>
                                    <p:anim calcmode="lin" valueType="num">
                                      <p:cBhvr>
                                        <p:cTn id="148" dur="100" fill="hold"/>
                                        <p:tgtEl>
                                          <p:spTgt spid="659"/>
                                        </p:tgtEl>
                                        <p:attrNameLst>
                                          <p:attrName>ppt_x</p:attrName>
                                        </p:attrNameLst>
                                      </p:cBhvr>
                                      <p:tavLst>
                                        <p:tav tm="0">
                                          <p:val>
                                            <p:strVal val="0-#ppt_w/2"/>
                                          </p:val>
                                        </p:tav>
                                        <p:tav tm="100000">
                                          <p:val>
                                            <p:strVal val="#ppt_x"/>
                                          </p:val>
                                        </p:tav>
                                      </p:tavLst>
                                    </p:anim>
                                    <p:anim calcmode="lin" valueType="num">
                                      <p:cBhvr>
                                        <p:cTn id="149" dur="100" fill="hold"/>
                                        <p:tgtEl>
                                          <p:spTgt spid="659"/>
                                        </p:tgtEl>
                                        <p:attrNameLst>
                                          <p:attrName>ppt_y</p:attrName>
                                        </p:attrNameLst>
                                      </p:cBhvr>
                                      <p:tavLst>
                                        <p:tav tm="0">
                                          <p:val>
                                            <p:strVal val="#ppt_y"/>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Class="entr" nodeType="clickEffect" presetSubtype="8" presetID="2" grpId="30" fill="hold">
                                  <p:stCondLst>
                                    <p:cond delay="0"/>
                                  </p:stCondLst>
                                  <p:iterate type="el" backwards="0">
                                    <p:tmAbs val="0"/>
                                  </p:iterate>
                                  <p:childTnLst>
                                    <p:set>
                                      <p:cBhvr>
                                        <p:cTn id="153" fill="hold"/>
                                        <p:tgtEl>
                                          <p:spTgt spid="674"/>
                                        </p:tgtEl>
                                        <p:attrNameLst>
                                          <p:attrName>style.visibility</p:attrName>
                                        </p:attrNameLst>
                                      </p:cBhvr>
                                      <p:to>
                                        <p:strVal val="visible"/>
                                      </p:to>
                                    </p:set>
                                    <p:anim calcmode="lin" valueType="num">
                                      <p:cBhvr>
                                        <p:cTn id="154" dur="200" fill="hold"/>
                                        <p:tgtEl>
                                          <p:spTgt spid="674"/>
                                        </p:tgtEl>
                                        <p:attrNameLst>
                                          <p:attrName>ppt_x</p:attrName>
                                        </p:attrNameLst>
                                      </p:cBhvr>
                                      <p:tavLst>
                                        <p:tav tm="0">
                                          <p:val>
                                            <p:strVal val="0-#ppt_w/2"/>
                                          </p:val>
                                        </p:tav>
                                        <p:tav tm="100000">
                                          <p:val>
                                            <p:strVal val="#ppt_x"/>
                                          </p:val>
                                        </p:tav>
                                      </p:tavLst>
                                    </p:anim>
                                    <p:anim calcmode="lin" valueType="num">
                                      <p:cBhvr>
                                        <p:cTn id="155" dur="200" fill="hold"/>
                                        <p:tgtEl>
                                          <p:spTgt spid="674"/>
                                        </p:tgtEl>
                                        <p:attrNameLst>
                                          <p:attrName>ppt_y</p:attrName>
                                        </p:attrNameLst>
                                      </p:cBhvr>
                                      <p:tavLst>
                                        <p:tav tm="0">
                                          <p:val>
                                            <p:strVal val="#ppt_y"/>
                                          </p:val>
                                        </p:tav>
                                        <p:tav tm="100000">
                                          <p:val>
                                            <p:strVal val="#ppt_y"/>
                                          </p:val>
                                        </p:tav>
                                      </p:tavLst>
                                    </p:anim>
                                  </p:childTnLst>
                                </p:cTn>
                              </p:par>
                            </p:childTnLst>
                          </p:cTn>
                        </p:par>
                        <p:par>
                          <p:cTn id="156" fill="hold">
                            <p:stCondLst>
                              <p:cond delay="200"/>
                            </p:stCondLst>
                            <p:childTnLst>
                              <p:par>
                                <p:cTn id="157" presetClass="entr" nodeType="afterEffect" presetSubtype="8" presetID="2" grpId="31" fill="hold">
                                  <p:stCondLst>
                                    <p:cond delay="0"/>
                                  </p:stCondLst>
                                  <p:iterate type="el" backwards="0">
                                    <p:tmAbs val="0"/>
                                  </p:iterate>
                                  <p:childTnLst>
                                    <p:set>
                                      <p:cBhvr>
                                        <p:cTn id="158" fill="hold"/>
                                        <p:tgtEl>
                                          <p:spTgt spid="660"/>
                                        </p:tgtEl>
                                        <p:attrNameLst>
                                          <p:attrName>style.visibility</p:attrName>
                                        </p:attrNameLst>
                                      </p:cBhvr>
                                      <p:to>
                                        <p:strVal val="visible"/>
                                      </p:to>
                                    </p:set>
                                    <p:anim calcmode="lin" valueType="num">
                                      <p:cBhvr>
                                        <p:cTn id="159" dur="200" fill="hold"/>
                                        <p:tgtEl>
                                          <p:spTgt spid="660"/>
                                        </p:tgtEl>
                                        <p:attrNameLst>
                                          <p:attrName>ppt_x</p:attrName>
                                        </p:attrNameLst>
                                      </p:cBhvr>
                                      <p:tavLst>
                                        <p:tav tm="0">
                                          <p:val>
                                            <p:strVal val="0-#ppt_w/2"/>
                                          </p:val>
                                        </p:tav>
                                        <p:tav tm="100000">
                                          <p:val>
                                            <p:strVal val="#ppt_x"/>
                                          </p:val>
                                        </p:tav>
                                      </p:tavLst>
                                    </p:anim>
                                    <p:anim calcmode="lin" valueType="num">
                                      <p:cBhvr>
                                        <p:cTn id="160" dur="200" fill="hold"/>
                                        <p:tgtEl>
                                          <p:spTgt spid="660"/>
                                        </p:tgtEl>
                                        <p:attrNameLst>
                                          <p:attrName>ppt_y</p:attrName>
                                        </p:attrNameLst>
                                      </p:cBhvr>
                                      <p:tavLst>
                                        <p:tav tm="0">
                                          <p:val>
                                            <p:strVal val="#ppt_y"/>
                                          </p:val>
                                        </p:tav>
                                        <p:tav tm="100000">
                                          <p:val>
                                            <p:strVal val="#ppt_y"/>
                                          </p:val>
                                        </p:tav>
                                      </p:tavLst>
                                    </p:anim>
                                  </p:childTnLst>
                                </p:cTn>
                              </p:par>
                            </p:childTnLst>
                          </p:cTn>
                        </p:par>
                        <p:par>
                          <p:cTn id="161" fill="hold">
                            <p:stCondLst>
                              <p:cond delay="400"/>
                            </p:stCondLst>
                            <p:childTnLst>
                              <p:par>
                                <p:cTn id="162" presetClass="entr" nodeType="afterEffect" presetSubtype="8" presetID="2" grpId="32" fill="hold">
                                  <p:stCondLst>
                                    <p:cond delay="0"/>
                                  </p:stCondLst>
                                  <p:iterate type="el" backwards="0">
                                    <p:tmAbs val="0"/>
                                  </p:iterate>
                                  <p:childTnLst>
                                    <p:set>
                                      <p:cBhvr>
                                        <p:cTn id="163" fill="hold"/>
                                        <p:tgtEl>
                                          <p:spTgt spid="668"/>
                                        </p:tgtEl>
                                        <p:attrNameLst>
                                          <p:attrName>style.visibility</p:attrName>
                                        </p:attrNameLst>
                                      </p:cBhvr>
                                      <p:to>
                                        <p:strVal val="visible"/>
                                      </p:to>
                                    </p:set>
                                    <p:anim calcmode="lin" valueType="num">
                                      <p:cBhvr>
                                        <p:cTn id="164" dur="200" fill="hold"/>
                                        <p:tgtEl>
                                          <p:spTgt spid="668"/>
                                        </p:tgtEl>
                                        <p:attrNameLst>
                                          <p:attrName>ppt_x</p:attrName>
                                        </p:attrNameLst>
                                      </p:cBhvr>
                                      <p:tavLst>
                                        <p:tav tm="0">
                                          <p:val>
                                            <p:strVal val="0-#ppt_w/2"/>
                                          </p:val>
                                        </p:tav>
                                        <p:tav tm="100000">
                                          <p:val>
                                            <p:strVal val="#ppt_x"/>
                                          </p:val>
                                        </p:tav>
                                      </p:tavLst>
                                    </p:anim>
                                    <p:anim calcmode="lin" valueType="num">
                                      <p:cBhvr>
                                        <p:cTn id="165" dur="200" fill="hold"/>
                                        <p:tgtEl>
                                          <p:spTgt spid="668"/>
                                        </p:tgtEl>
                                        <p:attrNameLst>
                                          <p:attrName>ppt_y</p:attrName>
                                        </p:attrNameLst>
                                      </p:cBhvr>
                                      <p:tavLst>
                                        <p:tav tm="0">
                                          <p:val>
                                            <p:strVal val="#ppt_y"/>
                                          </p:val>
                                        </p:tav>
                                        <p:tav tm="100000">
                                          <p:val>
                                            <p:strVal val="#ppt_y"/>
                                          </p:val>
                                        </p:tav>
                                      </p:tavLst>
                                    </p:anim>
                                  </p:childTnLst>
                                </p:cTn>
                              </p:par>
                            </p:childTnLst>
                          </p:cTn>
                        </p:par>
                        <p:par>
                          <p:cTn id="166" fill="hold">
                            <p:stCondLst>
                              <p:cond delay="600"/>
                            </p:stCondLst>
                            <p:childTnLst>
                              <p:par>
                                <p:cTn id="167" presetClass="entr" nodeType="afterEffect" presetSubtype="8" presetID="2" grpId="33" fill="hold">
                                  <p:stCondLst>
                                    <p:cond delay="0"/>
                                  </p:stCondLst>
                                  <p:iterate type="el" backwards="0">
                                    <p:tmAbs val="0"/>
                                  </p:iterate>
                                  <p:childTnLst>
                                    <p:set>
                                      <p:cBhvr>
                                        <p:cTn id="168" fill="hold"/>
                                        <p:tgtEl>
                                          <p:spTgt spid="661"/>
                                        </p:tgtEl>
                                        <p:attrNameLst>
                                          <p:attrName>style.visibility</p:attrName>
                                        </p:attrNameLst>
                                      </p:cBhvr>
                                      <p:to>
                                        <p:strVal val="visible"/>
                                      </p:to>
                                    </p:set>
                                    <p:anim calcmode="lin" valueType="num">
                                      <p:cBhvr>
                                        <p:cTn id="169" dur="200" fill="hold"/>
                                        <p:tgtEl>
                                          <p:spTgt spid="661"/>
                                        </p:tgtEl>
                                        <p:attrNameLst>
                                          <p:attrName>ppt_x</p:attrName>
                                        </p:attrNameLst>
                                      </p:cBhvr>
                                      <p:tavLst>
                                        <p:tav tm="0">
                                          <p:val>
                                            <p:strVal val="0-#ppt_w/2"/>
                                          </p:val>
                                        </p:tav>
                                        <p:tav tm="100000">
                                          <p:val>
                                            <p:strVal val="#ppt_x"/>
                                          </p:val>
                                        </p:tav>
                                      </p:tavLst>
                                    </p:anim>
                                    <p:anim calcmode="lin" valueType="num">
                                      <p:cBhvr>
                                        <p:cTn id="170" dur="200" fill="hold"/>
                                        <p:tgtEl>
                                          <p:spTgt spid="661"/>
                                        </p:tgtEl>
                                        <p:attrNameLst>
                                          <p:attrName>ppt_y</p:attrName>
                                        </p:attrNameLst>
                                      </p:cBhvr>
                                      <p:tavLst>
                                        <p:tav tm="0">
                                          <p:val>
                                            <p:strVal val="#ppt_y"/>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Class="entr" nodeType="clickEffect" presetID="9" grpId="34" fill="hold">
                                  <p:stCondLst>
                                    <p:cond delay="0"/>
                                  </p:stCondLst>
                                  <p:iterate type="el" backwards="0">
                                    <p:tmAbs val="0"/>
                                  </p:iterate>
                                  <p:childTnLst>
                                    <p:set>
                                      <p:cBhvr>
                                        <p:cTn id="174" fill="hold"/>
                                        <p:tgtEl>
                                          <p:spTgt spid="667"/>
                                        </p:tgtEl>
                                        <p:attrNameLst>
                                          <p:attrName>style.visibility</p:attrName>
                                        </p:attrNameLst>
                                      </p:cBhvr>
                                      <p:to>
                                        <p:strVal val="visible"/>
                                      </p:to>
                                    </p:set>
                                    <p:animEffect filter="dissolve" transition="in">
                                      <p:cBhvr>
                                        <p:cTn id="175" dur="200"/>
                                        <p:tgtEl>
                                          <p:spTgt spid="667"/>
                                        </p:tgtEl>
                                      </p:cBhvr>
                                    </p:animEffect>
                                  </p:childTnLst>
                                </p:cTn>
                              </p:par>
                            </p:childTnLst>
                          </p:cTn>
                        </p:par>
                        <p:par>
                          <p:cTn id="176" fill="hold">
                            <p:stCondLst>
                              <p:cond delay="200"/>
                            </p:stCondLst>
                            <p:childTnLst>
                              <p:par>
                                <p:cTn id="177" presetClass="entr" nodeType="afterEffect" presetID="9" grpId="35" fill="hold">
                                  <p:stCondLst>
                                    <p:cond delay="0"/>
                                  </p:stCondLst>
                                  <p:iterate type="el" backwards="0">
                                    <p:tmAbs val="0"/>
                                  </p:iterate>
                                  <p:childTnLst>
                                    <p:set>
                                      <p:cBhvr>
                                        <p:cTn id="178" fill="hold"/>
                                        <p:tgtEl>
                                          <p:spTgt spid="662"/>
                                        </p:tgtEl>
                                        <p:attrNameLst>
                                          <p:attrName>style.visibility</p:attrName>
                                        </p:attrNameLst>
                                      </p:cBhvr>
                                      <p:to>
                                        <p:strVal val="visible"/>
                                      </p:to>
                                    </p:set>
                                    <p:animEffect filter="dissolve" transition="in">
                                      <p:cBhvr>
                                        <p:cTn id="179" dur="200"/>
                                        <p:tgtEl>
                                          <p:spTgt spid="662"/>
                                        </p:tgtEl>
                                      </p:cBhvr>
                                    </p:animEffect>
                                  </p:childTnLst>
                                </p:cTn>
                              </p:par>
                            </p:childTnLst>
                          </p:cTn>
                        </p:par>
                        <p:par>
                          <p:cTn id="180" fill="hold">
                            <p:stCondLst>
                              <p:cond delay="400"/>
                            </p:stCondLst>
                            <p:childTnLst>
                              <p:par>
                                <p:cTn id="181" presetClass="entr" nodeType="afterEffect" presetID="9" grpId="36" fill="hold">
                                  <p:stCondLst>
                                    <p:cond delay="0"/>
                                  </p:stCondLst>
                                  <p:iterate type="el" backwards="0">
                                    <p:tmAbs val="0"/>
                                  </p:iterate>
                                  <p:childTnLst>
                                    <p:set>
                                      <p:cBhvr>
                                        <p:cTn id="182" fill="hold"/>
                                        <p:tgtEl>
                                          <p:spTgt spid="663"/>
                                        </p:tgtEl>
                                        <p:attrNameLst>
                                          <p:attrName>style.visibility</p:attrName>
                                        </p:attrNameLst>
                                      </p:cBhvr>
                                      <p:to>
                                        <p:strVal val="visible"/>
                                      </p:to>
                                    </p:set>
                                    <p:animEffect filter="dissolve" transition="in">
                                      <p:cBhvr>
                                        <p:cTn id="183" dur="200"/>
                                        <p:tgtEl>
                                          <p:spTgt spid="663"/>
                                        </p:tgtEl>
                                      </p:cBhvr>
                                    </p:animEffect>
                                  </p:childTnLst>
                                </p:cTn>
                              </p:par>
                            </p:childTnLst>
                          </p:cTn>
                        </p:par>
                        <p:par>
                          <p:cTn id="184" fill="hold">
                            <p:stCondLst>
                              <p:cond delay="600"/>
                            </p:stCondLst>
                            <p:childTnLst>
                              <p:par>
                                <p:cTn id="185" presetClass="entr" nodeType="afterEffect" presetID="9" grpId="37" fill="hold">
                                  <p:stCondLst>
                                    <p:cond delay="0"/>
                                  </p:stCondLst>
                                  <p:iterate type="el" backwards="0">
                                    <p:tmAbs val="0"/>
                                  </p:iterate>
                                  <p:childTnLst>
                                    <p:set>
                                      <p:cBhvr>
                                        <p:cTn id="186" fill="hold"/>
                                        <p:tgtEl>
                                          <p:spTgt spid="664"/>
                                        </p:tgtEl>
                                        <p:attrNameLst>
                                          <p:attrName>style.visibility</p:attrName>
                                        </p:attrNameLst>
                                      </p:cBhvr>
                                      <p:to>
                                        <p:strVal val="visible"/>
                                      </p:to>
                                    </p:set>
                                    <p:animEffect filter="dissolve" transition="in">
                                      <p:cBhvr>
                                        <p:cTn id="187" dur="200"/>
                                        <p:tgtEl>
                                          <p:spTgt spid="664"/>
                                        </p:tgtEl>
                                      </p:cBhvr>
                                    </p:animEffect>
                                  </p:childTnLst>
                                </p:cTn>
                              </p:par>
                            </p:childTnLst>
                          </p:cTn>
                        </p:par>
                        <p:par>
                          <p:cTn id="188" fill="hold">
                            <p:stCondLst>
                              <p:cond delay="800"/>
                            </p:stCondLst>
                            <p:childTnLst>
                              <p:par>
                                <p:cTn id="189" presetClass="entr" nodeType="afterEffect" presetID="9" grpId="38" fill="hold">
                                  <p:stCondLst>
                                    <p:cond delay="0"/>
                                  </p:stCondLst>
                                  <p:iterate type="el" backwards="0">
                                    <p:tmAbs val="0"/>
                                  </p:iterate>
                                  <p:childTnLst>
                                    <p:set>
                                      <p:cBhvr>
                                        <p:cTn id="190" fill="hold"/>
                                        <p:tgtEl>
                                          <p:spTgt spid="665"/>
                                        </p:tgtEl>
                                        <p:attrNameLst>
                                          <p:attrName>style.visibility</p:attrName>
                                        </p:attrNameLst>
                                      </p:cBhvr>
                                      <p:to>
                                        <p:strVal val="visible"/>
                                      </p:to>
                                    </p:set>
                                    <p:animEffect filter="dissolve" transition="in">
                                      <p:cBhvr>
                                        <p:cTn id="191" dur="200"/>
                                        <p:tgtEl>
                                          <p:spTgt spid="665"/>
                                        </p:tgtEl>
                                      </p:cBhvr>
                                    </p:animEffect>
                                  </p:childTnLst>
                                </p:cTn>
                              </p:par>
                            </p:childTnLst>
                          </p:cTn>
                        </p:par>
                        <p:par>
                          <p:cTn id="192" fill="hold">
                            <p:stCondLst>
                              <p:cond delay="1000"/>
                            </p:stCondLst>
                            <p:childTnLst>
                              <p:par>
                                <p:cTn id="193" presetClass="entr" nodeType="afterEffect" presetID="9" grpId="39" fill="hold">
                                  <p:stCondLst>
                                    <p:cond delay="0"/>
                                  </p:stCondLst>
                                  <p:iterate type="el" backwards="0">
                                    <p:tmAbs val="0"/>
                                  </p:iterate>
                                  <p:childTnLst>
                                    <p:set>
                                      <p:cBhvr>
                                        <p:cTn id="194" fill="hold"/>
                                        <p:tgtEl>
                                          <p:spTgt spid="666"/>
                                        </p:tgtEl>
                                        <p:attrNameLst>
                                          <p:attrName>style.visibility</p:attrName>
                                        </p:attrNameLst>
                                      </p:cBhvr>
                                      <p:to>
                                        <p:strVal val="visible"/>
                                      </p:to>
                                    </p:set>
                                    <p:animEffect filter="dissolve" transition="in">
                                      <p:cBhvr>
                                        <p:cTn id="195" dur="200"/>
                                        <p:tgtEl>
                                          <p:spTgt spid="666"/>
                                        </p:tgtEl>
                                      </p:cBhvr>
                                    </p:animEffect>
                                  </p:childTnLst>
                                </p:cTn>
                              </p:par>
                            </p:childTnLst>
                          </p:cTn>
                        </p:par>
                      </p:childTnLst>
                    </p:cTn>
                  </p:par>
                  <p:par>
                    <p:cTn id="196" fill="hold">
                      <p:stCondLst>
                        <p:cond delay="indefinite"/>
                      </p:stCondLst>
                      <p:childTnLst>
                        <p:par>
                          <p:cTn id="197" fill="hold">
                            <p:stCondLst>
                              <p:cond delay="0"/>
                            </p:stCondLst>
                            <p:childTnLst>
                              <p:par>
                                <p:cTn id="198" presetClass="entr" nodeType="clickEffect" presetSubtype="8" presetID="2" grpId="40" fill="hold">
                                  <p:stCondLst>
                                    <p:cond delay="0"/>
                                  </p:stCondLst>
                                  <p:iterate type="el" backwards="0">
                                    <p:tmAbs val="0"/>
                                  </p:iterate>
                                  <p:childTnLst>
                                    <p:set>
                                      <p:cBhvr>
                                        <p:cTn id="199" fill="hold"/>
                                        <p:tgtEl>
                                          <p:spTgt spid="550"/>
                                        </p:tgtEl>
                                        <p:attrNameLst>
                                          <p:attrName>style.visibility</p:attrName>
                                        </p:attrNameLst>
                                      </p:cBhvr>
                                      <p:to>
                                        <p:strVal val="visible"/>
                                      </p:to>
                                    </p:set>
                                    <p:anim calcmode="lin" valueType="num">
                                      <p:cBhvr>
                                        <p:cTn id="200" dur="200" fill="hold"/>
                                        <p:tgtEl>
                                          <p:spTgt spid="550"/>
                                        </p:tgtEl>
                                        <p:attrNameLst>
                                          <p:attrName>ppt_x</p:attrName>
                                        </p:attrNameLst>
                                      </p:cBhvr>
                                      <p:tavLst>
                                        <p:tav tm="0">
                                          <p:val>
                                            <p:strVal val="0-#ppt_w/2"/>
                                          </p:val>
                                        </p:tav>
                                        <p:tav tm="100000">
                                          <p:val>
                                            <p:strVal val="#ppt_x"/>
                                          </p:val>
                                        </p:tav>
                                      </p:tavLst>
                                    </p:anim>
                                    <p:anim calcmode="lin" valueType="num">
                                      <p:cBhvr>
                                        <p:cTn id="201" dur="200" fill="hold"/>
                                        <p:tgtEl>
                                          <p:spTgt spid="550"/>
                                        </p:tgtEl>
                                        <p:attrNameLst>
                                          <p:attrName>ppt_y</p:attrName>
                                        </p:attrNameLst>
                                      </p:cBhvr>
                                      <p:tavLst>
                                        <p:tav tm="0">
                                          <p:val>
                                            <p:strVal val="#ppt_y"/>
                                          </p:val>
                                        </p:tav>
                                        <p:tav tm="100000">
                                          <p:val>
                                            <p:strVal val="#ppt_y"/>
                                          </p:val>
                                        </p:tav>
                                      </p:tavLst>
                                    </p:anim>
                                  </p:childTnLst>
                                </p:cTn>
                              </p:par>
                            </p:childTnLst>
                          </p:cTn>
                        </p:par>
                        <p:par>
                          <p:cTn id="202" fill="hold">
                            <p:stCondLst>
                              <p:cond delay="200"/>
                            </p:stCondLst>
                            <p:childTnLst>
                              <p:par>
                                <p:cTn id="203" presetClass="entr" nodeType="afterEffect" presetSubtype="8" presetID="2" grpId="41" fill="hold">
                                  <p:stCondLst>
                                    <p:cond delay="0"/>
                                  </p:stCondLst>
                                  <p:iterate type="el" backwards="0">
                                    <p:tmAbs val="0"/>
                                  </p:iterate>
                                  <p:childTnLst>
                                    <p:set>
                                      <p:cBhvr>
                                        <p:cTn id="204" fill="hold"/>
                                        <p:tgtEl>
                                          <p:spTgt spid="549"/>
                                        </p:tgtEl>
                                        <p:attrNameLst>
                                          <p:attrName>style.visibility</p:attrName>
                                        </p:attrNameLst>
                                      </p:cBhvr>
                                      <p:to>
                                        <p:strVal val="visible"/>
                                      </p:to>
                                    </p:set>
                                    <p:anim calcmode="lin" valueType="num">
                                      <p:cBhvr>
                                        <p:cTn id="205" dur="200" fill="hold"/>
                                        <p:tgtEl>
                                          <p:spTgt spid="549"/>
                                        </p:tgtEl>
                                        <p:attrNameLst>
                                          <p:attrName>ppt_x</p:attrName>
                                        </p:attrNameLst>
                                      </p:cBhvr>
                                      <p:tavLst>
                                        <p:tav tm="0">
                                          <p:val>
                                            <p:strVal val="0-#ppt_w/2"/>
                                          </p:val>
                                        </p:tav>
                                        <p:tav tm="100000">
                                          <p:val>
                                            <p:strVal val="#ppt_x"/>
                                          </p:val>
                                        </p:tav>
                                      </p:tavLst>
                                    </p:anim>
                                    <p:anim calcmode="lin" valueType="num">
                                      <p:cBhvr>
                                        <p:cTn id="206" dur="200" fill="hold"/>
                                        <p:tgtEl>
                                          <p:spTgt spid="549"/>
                                        </p:tgtEl>
                                        <p:attrNameLst>
                                          <p:attrName>ppt_y</p:attrName>
                                        </p:attrNameLst>
                                      </p:cBhvr>
                                      <p:tavLst>
                                        <p:tav tm="0">
                                          <p:val>
                                            <p:strVal val="#ppt_y"/>
                                          </p:val>
                                        </p:tav>
                                        <p:tav tm="100000">
                                          <p:val>
                                            <p:strVal val="#ppt_y"/>
                                          </p:val>
                                        </p:tav>
                                      </p:tavLst>
                                    </p:anim>
                                  </p:childTnLst>
                                </p:cTn>
                              </p:par>
                            </p:childTnLst>
                          </p:cTn>
                        </p:par>
                        <p:par>
                          <p:cTn id="207" fill="hold">
                            <p:stCondLst>
                              <p:cond delay="400"/>
                            </p:stCondLst>
                            <p:childTnLst>
                              <p:par>
                                <p:cTn id="208" presetClass="entr" nodeType="afterEffect" presetSubtype="8" presetID="2" grpId="42" fill="hold">
                                  <p:stCondLst>
                                    <p:cond delay="0"/>
                                  </p:stCondLst>
                                  <p:iterate type="el" backwards="0">
                                    <p:tmAbs val="0"/>
                                  </p:iterate>
                                  <p:childTnLst>
                                    <p:set>
                                      <p:cBhvr>
                                        <p:cTn id="209" fill="hold"/>
                                        <p:tgtEl>
                                          <p:spTgt spid="544"/>
                                        </p:tgtEl>
                                        <p:attrNameLst>
                                          <p:attrName>style.visibility</p:attrName>
                                        </p:attrNameLst>
                                      </p:cBhvr>
                                      <p:to>
                                        <p:strVal val="visible"/>
                                      </p:to>
                                    </p:set>
                                    <p:anim calcmode="lin" valueType="num">
                                      <p:cBhvr>
                                        <p:cTn id="210" dur="200" fill="hold"/>
                                        <p:tgtEl>
                                          <p:spTgt spid="544"/>
                                        </p:tgtEl>
                                        <p:attrNameLst>
                                          <p:attrName>ppt_x</p:attrName>
                                        </p:attrNameLst>
                                      </p:cBhvr>
                                      <p:tavLst>
                                        <p:tav tm="0">
                                          <p:val>
                                            <p:strVal val="0-#ppt_w/2"/>
                                          </p:val>
                                        </p:tav>
                                        <p:tav tm="100000">
                                          <p:val>
                                            <p:strVal val="#ppt_x"/>
                                          </p:val>
                                        </p:tav>
                                      </p:tavLst>
                                    </p:anim>
                                    <p:anim calcmode="lin" valueType="num">
                                      <p:cBhvr>
                                        <p:cTn id="211" dur="200" fill="hold"/>
                                        <p:tgtEl>
                                          <p:spTgt spid="544"/>
                                        </p:tgtEl>
                                        <p:attrNameLst>
                                          <p:attrName>ppt_y</p:attrName>
                                        </p:attrNameLst>
                                      </p:cBhvr>
                                      <p:tavLst>
                                        <p:tav tm="0">
                                          <p:val>
                                            <p:strVal val="#ppt_y"/>
                                          </p:val>
                                        </p:tav>
                                        <p:tav tm="100000">
                                          <p:val>
                                            <p:strVal val="#ppt_y"/>
                                          </p:val>
                                        </p:tav>
                                      </p:tavLst>
                                    </p:anim>
                                  </p:childTnLst>
                                </p:cTn>
                              </p:par>
                            </p:childTnLst>
                          </p:cTn>
                        </p:par>
                        <p:par>
                          <p:cTn id="212" fill="hold">
                            <p:stCondLst>
                              <p:cond delay="600"/>
                            </p:stCondLst>
                            <p:childTnLst>
                              <p:par>
                                <p:cTn id="213" presetClass="entr" nodeType="afterEffect" presetSubtype="8" presetID="2" grpId="43" fill="hold">
                                  <p:stCondLst>
                                    <p:cond delay="0"/>
                                  </p:stCondLst>
                                  <p:iterate type="el" backwards="0">
                                    <p:tmAbs val="0"/>
                                  </p:iterate>
                                  <p:childTnLst>
                                    <p:set>
                                      <p:cBhvr>
                                        <p:cTn id="214" fill="hold"/>
                                        <p:tgtEl>
                                          <p:spTgt spid="532"/>
                                        </p:tgtEl>
                                        <p:attrNameLst>
                                          <p:attrName>style.visibility</p:attrName>
                                        </p:attrNameLst>
                                      </p:cBhvr>
                                      <p:to>
                                        <p:strVal val="visible"/>
                                      </p:to>
                                    </p:set>
                                    <p:anim calcmode="lin" valueType="num">
                                      <p:cBhvr>
                                        <p:cTn id="215" dur="200" fill="hold"/>
                                        <p:tgtEl>
                                          <p:spTgt spid="532"/>
                                        </p:tgtEl>
                                        <p:attrNameLst>
                                          <p:attrName>ppt_x</p:attrName>
                                        </p:attrNameLst>
                                      </p:cBhvr>
                                      <p:tavLst>
                                        <p:tav tm="0">
                                          <p:val>
                                            <p:strVal val="0-#ppt_w/2"/>
                                          </p:val>
                                        </p:tav>
                                        <p:tav tm="100000">
                                          <p:val>
                                            <p:strVal val="#ppt_x"/>
                                          </p:val>
                                        </p:tav>
                                      </p:tavLst>
                                    </p:anim>
                                    <p:anim calcmode="lin" valueType="num">
                                      <p:cBhvr>
                                        <p:cTn id="216" dur="200" fill="hold"/>
                                        <p:tgtEl>
                                          <p:spTgt spid="532"/>
                                        </p:tgtEl>
                                        <p:attrNameLst>
                                          <p:attrName>ppt_y</p:attrName>
                                        </p:attrNameLst>
                                      </p:cBhvr>
                                      <p:tavLst>
                                        <p:tav tm="0">
                                          <p:val>
                                            <p:strVal val="#ppt_y"/>
                                          </p:val>
                                        </p:tav>
                                        <p:tav tm="100000">
                                          <p:val>
                                            <p:strVal val="#ppt_y"/>
                                          </p:val>
                                        </p:tav>
                                      </p:tavLst>
                                    </p:anim>
                                  </p:childTnLst>
                                </p:cTn>
                              </p:par>
                            </p:childTnLst>
                          </p:cTn>
                        </p:par>
                        <p:par>
                          <p:cTn id="217" fill="hold">
                            <p:stCondLst>
                              <p:cond delay="800"/>
                            </p:stCondLst>
                            <p:childTnLst>
                              <p:par>
                                <p:cTn id="218" presetClass="entr" nodeType="afterEffect" presetSubtype="8" presetID="2" grpId="44" fill="hold">
                                  <p:stCondLst>
                                    <p:cond delay="0"/>
                                  </p:stCondLst>
                                  <p:iterate type="el" backwards="0">
                                    <p:tmAbs val="0"/>
                                  </p:iterate>
                                  <p:childTnLst>
                                    <p:set>
                                      <p:cBhvr>
                                        <p:cTn id="219" fill="hold"/>
                                        <p:tgtEl>
                                          <p:spTgt spid="527"/>
                                        </p:tgtEl>
                                        <p:attrNameLst>
                                          <p:attrName>style.visibility</p:attrName>
                                        </p:attrNameLst>
                                      </p:cBhvr>
                                      <p:to>
                                        <p:strVal val="visible"/>
                                      </p:to>
                                    </p:set>
                                    <p:anim calcmode="lin" valueType="num">
                                      <p:cBhvr>
                                        <p:cTn id="220" dur="200" fill="hold"/>
                                        <p:tgtEl>
                                          <p:spTgt spid="527"/>
                                        </p:tgtEl>
                                        <p:attrNameLst>
                                          <p:attrName>ppt_x</p:attrName>
                                        </p:attrNameLst>
                                      </p:cBhvr>
                                      <p:tavLst>
                                        <p:tav tm="0">
                                          <p:val>
                                            <p:strVal val="0-#ppt_w/2"/>
                                          </p:val>
                                        </p:tav>
                                        <p:tav tm="100000">
                                          <p:val>
                                            <p:strVal val="#ppt_x"/>
                                          </p:val>
                                        </p:tav>
                                      </p:tavLst>
                                    </p:anim>
                                    <p:anim calcmode="lin" valueType="num">
                                      <p:cBhvr>
                                        <p:cTn id="221" dur="200" fill="hold"/>
                                        <p:tgtEl>
                                          <p:spTgt spid="527"/>
                                        </p:tgtEl>
                                        <p:attrNameLst>
                                          <p:attrName>ppt_y</p:attrName>
                                        </p:attrNameLst>
                                      </p:cBhvr>
                                      <p:tavLst>
                                        <p:tav tm="0">
                                          <p:val>
                                            <p:strVal val="#ppt_y"/>
                                          </p:val>
                                        </p:tav>
                                        <p:tav tm="100000">
                                          <p:val>
                                            <p:strVal val="#ppt_y"/>
                                          </p:val>
                                        </p:tav>
                                      </p:tavLst>
                                    </p:anim>
                                  </p:childTnLst>
                                </p:cTn>
                              </p:par>
                            </p:childTnLst>
                          </p:cTn>
                        </p:par>
                        <p:par>
                          <p:cTn id="222" fill="hold">
                            <p:stCondLst>
                              <p:cond delay="1000"/>
                            </p:stCondLst>
                            <p:childTnLst>
                              <p:par>
                                <p:cTn id="223" presetClass="entr" nodeType="afterEffect" presetSubtype="8" presetID="2" grpId="45" fill="hold">
                                  <p:stCondLst>
                                    <p:cond delay="0"/>
                                  </p:stCondLst>
                                  <p:iterate type="el" backwards="0">
                                    <p:tmAbs val="0"/>
                                  </p:iterate>
                                  <p:childTnLst>
                                    <p:set>
                                      <p:cBhvr>
                                        <p:cTn id="224" fill="hold"/>
                                        <p:tgtEl>
                                          <p:spTgt spid="537"/>
                                        </p:tgtEl>
                                        <p:attrNameLst>
                                          <p:attrName>style.visibility</p:attrName>
                                        </p:attrNameLst>
                                      </p:cBhvr>
                                      <p:to>
                                        <p:strVal val="visible"/>
                                      </p:to>
                                    </p:set>
                                    <p:anim calcmode="lin" valueType="num">
                                      <p:cBhvr>
                                        <p:cTn id="225" dur="200" fill="hold"/>
                                        <p:tgtEl>
                                          <p:spTgt spid="537"/>
                                        </p:tgtEl>
                                        <p:attrNameLst>
                                          <p:attrName>ppt_x</p:attrName>
                                        </p:attrNameLst>
                                      </p:cBhvr>
                                      <p:tavLst>
                                        <p:tav tm="0">
                                          <p:val>
                                            <p:strVal val="0-#ppt_w/2"/>
                                          </p:val>
                                        </p:tav>
                                        <p:tav tm="100000">
                                          <p:val>
                                            <p:strVal val="#ppt_x"/>
                                          </p:val>
                                        </p:tav>
                                      </p:tavLst>
                                    </p:anim>
                                    <p:anim calcmode="lin" valueType="num">
                                      <p:cBhvr>
                                        <p:cTn id="226" dur="200" fill="hold"/>
                                        <p:tgtEl>
                                          <p:spTgt spid="537"/>
                                        </p:tgtEl>
                                        <p:attrNameLst>
                                          <p:attrName>ppt_y</p:attrName>
                                        </p:attrNameLst>
                                      </p:cBhvr>
                                      <p:tavLst>
                                        <p:tav tm="0">
                                          <p:val>
                                            <p:strVal val="#ppt_y"/>
                                          </p:val>
                                        </p:tav>
                                        <p:tav tm="100000">
                                          <p:val>
                                            <p:strVal val="#ppt_y"/>
                                          </p:val>
                                        </p:tav>
                                      </p:tavLst>
                                    </p:anim>
                                  </p:childTnLst>
                                </p:cTn>
                              </p:par>
                            </p:childTnLst>
                          </p:cTn>
                        </p:par>
                        <p:par>
                          <p:cTn id="227" fill="hold">
                            <p:stCondLst>
                              <p:cond delay="1200"/>
                            </p:stCondLst>
                            <p:childTnLst>
                              <p:par>
                                <p:cTn id="228" presetClass="entr" nodeType="afterEffect" presetSubtype="8" presetID="2" grpId="46" fill="hold">
                                  <p:stCondLst>
                                    <p:cond delay="0"/>
                                  </p:stCondLst>
                                  <p:iterate type="el" backwards="0">
                                    <p:tmAbs val="0"/>
                                  </p:iterate>
                                  <p:childTnLst>
                                    <p:set>
                                      <p:cBhvr>
                                        <p:cTn id="229" fill="hold"/>
                                        <p:tgtEl>
                                          <p:spTgt spid="545"/>
                                        </p:tgtEl>
                                        <p:attrNameLst>
                                          <p:attrName>style.visibility</p:attrName>
                                        </p:attrNameLst>
                                      </p:cBhvr>
                                      <p:to>
                                        <p:strVal val="visible"/>
                                      </p:to>
                                    </p:set>
                                    <p:anim calcmode="lin" valueType="num">
                                      <p:cBhvr>
                                        <p:cTn id="230" dur="200" fill="hold"/>
                                        <p:tgtEl>
                                          <p:spTgt spid="545"/>
                                        </p:tgtEl>
                                        <p:attrNameLst>
                                          <p:attrName>ppt_x</p:attrName>
                                        </p:attrNameLst>
                                      </p:cBhvr>
                                      <p:tavLst>
                                        <p:tav tm="0">
                                          <p:val>
                                            <p:strVal val="0-#ppt_w/2"/>
                                          </p:val>
                                        </p:tav>
                                        <p:tav tm="100000">
                                          <p:val>
                                            <p:strVal val="#ppt_x"/>
                                          </p:val>
                                        </p:tav>
                                      </p:tavLst>
                                    </p:anim>
                                    <p:anim calcmode="lin" valueType="num">
                                      <p:cBhvr>
                                        <p:cTn id="231" dur="200" fill="hold"/>
                                        <p:tgtEl>
                                          <p:spTgt spid="545"/>
                                        </p:tgtEl>
                                        <p:attrNameLst>
                                          <p:attrName>ppt_y</p:attrName>
                                        </p:attrNameLst>
                                      </p:cBhvr>
                                      <p:tavLst>
                                        <p:tav tm="0">
                                          <p:val>
                                            <p:strVal val="#ppt_y"/>
                                          </p:val>
                                        </p:tav>
                                        <p:tav tm="100000">
                                          <p:val>
                                            <p:strVal val="#ppt_y"/>
                                          </p:val>
                                        </p:tav>
                                      </p:tavLst>
                                    </p:anim>
                                  </p:childTnLst>
                                </p:cTn>
                              </p:par>
                            </p:childTnLst>
                          </p:cTn>
                        </p:par>
                        <p:par>
                          <p:cTn id="232" fill="hold">
                            <p:stCondLst>
                              <p:cond delay="1400"/>
                            </p:stCondLst>
                            <p:childTnLst>
                              <p:par>
                                <p:cTn id="233" presetClass="entr" nodeType="afterEffect" presetSubtype="8" presetID="2" grpId="47" fill="hold">
                                  <p:stCondLst>
                                    <p:cond delay="0"/>
                                  </p:stCondLst>
                                  <p:iterate type="el" backwards="0">
                                    <p:tmAbs val="0"/>
                                  </p:iterate>
                                  <p:childTnLst>
                                    <p:set>
                                      <p:cBhvr>
                                        <p:cTn id="234" fill="hold"/>
                                        <p:tgtEl>
                                          <p:spTgt spid="533"/>
                                        </p:tgtEl>
                                        <p:attrNameLst>
                                          <p:attrName>style.visibility</p:attrName>
                                        </p:attrNameLst>
                                      </p:cBhvr>
                                      <p:to>
                                        <p:strVal val="visible"/>
                                      </p:to>
                                    </p:set>
                                    <p:anim calcmode="lin" valueType="num">
                                      <p:cBhvr>
                                        <p:cTn id="235" dur="200" fill="hold"/>
                                        <p:tgtEl>
                                          <p:spTgt spid="533"/>
                                        </p:tgtEl>
                                        <p:attrNameLst>
                                          <p:attrName>ppt_x</p:attrName>
                                        </p:attrNameLst>
                                      </p:cBhvr>
                                      <p:tavLst>
                                        <p:tav tm="0">
                                          <p:val>
                                            <p:strVal val="0-#ppt_w/2"/>
                                          </p:val>
                                        </p:tav>
                                        <p:tav tm="100000">
                                          <p:val>
                                            <p:strVal val="#ppt_x"/>
                                          </p:val>
                                        </p:tav>
                                      </p:tavLst>
                                    </p:anim>
                                    <p:anim calcmode="lin" valueType="num">
                                      <p:cBhvr>
                                        <p:cTn id="236" dur="200" fill="hold"/>
                                        <p:tgtEl>
                                          <p:spTgt spid="533"/>
                                        </p:tgtEl>
                                        <p:attrNameLst>
                                          <p:attrName>ppt_y</p:attrName>
                                        </p:attrNameLst>
                                      </p:cBhvr>
                                      <p:tavLst>
                                        <p:tav tm="0">
                                          <p:val>
                                            <p:strVal val="#ppt_y"/>
                                          </p:val>
                                        </p:tav>
                                        <p:tav tm="100000">
                                          <p:val>
                                            <p:strVal val="#ppt_y"/>
                                          </p:val>
                                        </p:tav>
                                      </p:tavLst>
                                    </p:anim>
                                  </p:childTnLst>
                                </p:cTn>
                              </p:par>
                            </p:childTnLst>
                          </p:cTn>
                        </p:par>
                        <p:par>
                          <p:cTn id="237" fill="hold">
                            <p:stCondLst>
                              <p:cond delay="1600"/>
                            </p:stCondLst>
                            <p:childTnLst>
                              <p:par>
                                <p:cTn id="238" presetClass="entr" nodeType="afterEffect" presetSubtype="8" presetID="2" grpId="48" fill="hold">
                                  <p:stCondLst>
                                    <p:cond delay="0"/>
                                  </p:stCondLst>
                                  <p:iterate type="el" backwards="0">
                                    <p:tmAbs val="0"/>
                                  </p:iterate>
                                  <p:childTnLst>
                                    <p:set>
                                      <p:cBhvr>
                                        <p:cTn id="239" fill="hold"/>
                                        <p:tgtEl>
                                          <p:spTgt spid="528"/>
                                        </p:tgtEl>
                                        <p:attrNameLst>
                                          <p:attrName>style.visibility</p:attrName>
                                        </p:attrNameLst>
                                      </p:cBhvr>
                                      <p:to>
                                        <p:strVal val="visible"/>
                                      </p:to>
                                    </p:set>
                                    <p:anim calcmode="lin" valueType="num">
                                      <p:cBhvr>
                                        <p:cTn id="240" dur="200" fill="hold"/>
                                        <p:tgtEl>
                                          <p:spTgt spid="528"/>
                                        </p:tgtEl>
                                        <p:attrNameLst>
                                          <p:attrName>ppt_x</p:attrName>
                                        </p:attrNameLst>
                                      </p:cBhvr>
                                      <p:tavLst>
                                        <p:tav tm="0">
                                          <p:val>
                                            <p:strVal val="0-#ppt_w/2"/>
                                          </p:val>
                                        </p:tav>
                                        <p:tav tm="100000">
                                          <p:val>
                                            <p:strVal val="#ppt_x"/>
                                          </p:val>
                                        </p:tav>
                                      </p:tavLst>
                                    </p:anim>
                                    <p:anim calcmode="lin" valueType="num">
                                      <p:cBhvr>
                                        <p:cTn id="241" dur="200" fill="hold"/>
                                        <p:tgtEl>
                                          <p:spTgt spid="528"/>
                                        </p:tgtEl>
                                        <p:attrNameLst>
                                          <p:attrName>ppt_y</p:attrName>
                                        </p:attrNameLst>
                                      </p:cBhvr>
                                      <p:tavLst>
                                        <p:tav tm="0">
                                          <p:val>
                                            <p:strVal val="#ppt_y"/>
                                          </p:val>
                                        </p:tav>
                                        <p:tav tm="100000">
                                          <p:val>
                                            <p:strVal val="#ppt_y"/>
                                          </p:val>
                                        </p:tav>
                                      </p:tavLst>
                                    </p:anim>
                                  </p:childTnLst>
                                </p:cTn>
                              </p:par>
                            </p:childTnLst>
                          </p:cTn>
                        </p:par>
                        <p:par>
                          <p:cTn id="242" fill="hold">
                            <p:stCondLst>
                              <p:cond delay="1800"/>
                            </p:stCondLst>
                            <p:childTnLst>
                              <p:par>
                                <p:cTn id="243" presetClass="entr" nodeType="afterEffect" presetSubtype="8" presetID="2" grpId="49" fill="hold">
                                  <p:stCondLst>
                                    <p:cond delay="0"/>
                                  </p:stCondLst>
                                  <p:iterate type="el" backwards="0">
                                    <p:tmAbs val="0"/>
                                  </p:iterate>
                                  <p:childTnLst>
                                    <p:set>
                                      <p:cBhvr>
                                        <p:cTn id="244" fill="hold"/>
                                        <p:tgtEl>
                                          <p:spTgt spid="538"/>
                                        </p:tgtEl>
                                        <p:attrNameLst>
                                          <p:attrName>style.visibility</p:attrName>
                                        </p:attrNameLst>
                                      </p:cBhvr>
                                      <p:to>
                                        <p:strVal val="visible"/>
                                      </p:to>
                                    </p:set>
                                    <p:anim calcmode="lin" valueType="num">
                                      <p:cBhvr>
                                        <p:cTn id="245" dur="200" fill="hold"/>
                                        <p:tgtEl>
                                          <p:spTgt spid="538"/>
                                        </p:tgtEl>
                                        <p:attrNameLst>
                                          <p:attrName>ppt_x</p:attrName>
                                        </p:attrNameLst>
                                      </p:cBhvr>
                                      <p:tavLst>
                                        <p:tav tm="0">
                                          <p:val>
                                            <p:strVal val="0-#ppt_w/2"/>
                                          </p:val>
                                        </p:tav>
                                        <p:tav tm="100000">
                                          <p:val>
                                            <p:strVal val="#ppt_x"/>
                                          </p:val>
                                        </p:tav>
                                      </p:tavLst>
                                    </p:anim>
                                    <p:anim calcmode="lin" valueType="num">
                                      <p:cBhvr>
                                        <p:cTn id="246" dur="200" fill="hold"/>
                                        <p:tgtEl>
                                          <p:spTgt spid="538"/>
                                        </p:tgtEl>
                                        <p:attrNameLst>
                                          <p:attrName>ppt_y</p:attrName>
                                        </p:attrNameLst>
                                      </p:cBhvr>
                                      <p:tavLst>
                                        <p:tav tm="0">
                                          <p:val>
                                            <p:strVal val="#ppt_y"/>
                                          </p:val>
                                        </p:tav>
                                        <p:tav tm="100000">
                                          <p:val>
                                            <p:strVal val="#ppt_y"/>
                                          </p:val>
                                        </p:tav>
                                      </p:tavLst>
                                    </p:anim>
                                  </p:childTnLst>
                                </p:cTn>
                              </p:par>
                            </p:childTnLst>
                          </p:cTn>
                        </p:par>
                        <p:par>
                          <p:cTn id="247" fill="hold">
                            <p:stCondLst>
                              <p:cond delay="2000"/>
                            </p:stCondLst>
                            <p:childTnLst>
                              <p:par>
                                <p:cTn id="248" presetClass="entr" nodeType="afterEffect" presetSubtype="8" presetID="2" grpId="50" fill="hold">
                                  <p:stCondLst>
                                    <p:cond delay="0"/>
                                  </p:stCondLst>
                                  <p:iterate type="el" backwards="0">
                                    <p:tmAbs val="0"/>
                                  </p:iterate>
                                  <p:childTnLst>
                                    <p:set>
                                      <p:cBhvr>
                                        <p:cTn id="249" fill="hold"/>
                                        <p:tgtEl>
                                          <p:spTgt spid="546"/>
                                        </p:tgtEl>
                                        <p:attrNameLst>
                                          <p:attrName>style.visibility</p:attrName>
                                        </p:attrNameLst>
                                      </p:cBhvr>
                                      <p:to>
                                        <p:strVal val="visible"/>
                                      </p:to>
                                    </p:set>
                                    <p:anim calcmode="lin" valueType="num">
                                      <p:cBhvr>
                                        <p:cTn id="250" dur="200" fill="hold"/>
                                        <p:tgtEl>
                                          <p:spTgt spid="546"/>
                                        </p:tgtEl>
                                        <p:attrNameLst>
                                          <p:attrName>ppt_x</p:attrName>
                                        </p:attrNameLst>
                                      </p:cBhvr>
                                      <p:tavLst>
                                        <p:tav tm="0">
                                          <p:val>
                                            <p:strVal val="0-#ppt_w/2"/>
                                          </p:val>
                                        </p:tav>
                                        <p:tav tm="100000">
                                          <p:val>
                                            <p:strVal val="#ppt_x"/>
                                          </p:val>
                                        </p:tav>
                                      </p:tavLst>
                                    </p:anim>
                                    <p:anim calcmode="lin" valueType="num">
                                      <p:cBhvr>
                                        <p:cTn id="251" dur="200" fill="hold"/>
                                        <p:tgtEl>
                                          <p:spTgt spid="546"/>
                                        </p:tgtEl>
                                        <p:attrNameLst>
                                          <p:attrName>ppt_y</p:attrName>
                                        </p:attrNameLst>
                                      </p:cBhvr>
                                      <p:tavLst>
                                        <p:tav tm="0">
                                          <p:val>
                                            <p:strVal val="#ppt_y"/>
                                          </p:val>
                                        </p:tav>
                                        <p:tav tm="100000">
                                          <p:val>
                                            <p:strVal val="#ppt_y"/>
                                          </p:val>
                                        </p:tav>
                                      </p:tavLst>
                                    </p:anim>
                                  </p:childTnLst>
                                </p:cTn>
                              </p:par>
                            </p:childTnLst>
                          </p:cTn>
                        </p:par>
                        <p:par>
                          <p:cTn id="252" fill="hold">
                            <p:stCondLst>
                              <p:cond delay="2200"/>
                            </p:stCondLst>
                            <p:childTnLst>
                              <p:par>
                                <p:cTn id="253" presetClass="entr" nodeType="afterEffect" presetSubtype="8" presetID="2" grpId="51" fill="hold">
                                  <p:stCondLst>
                                    <p:cond delay="0"/>
                                  </p:stCondLst>
                                  <p:iterate type="el" backwards="0">
                                    <p:tmAbs val="0"/>
                                  </p:iterate>
                                  <p:childTnLst>
                                    <p:set>
                                      <p:cBhvr>
                                        <p:cTn id="254" fill="hold"/>
                                        <p:tgtEl>
                                          <p:spTgt spid="534"/>
                                        </p:tgtEl>
                                        <p:attrNameLst>
                                          <p:attrName>style.visibility</p:attrName>
                                        </p:attrNameLst>
                                      </p:cBhvr>
                                      <p:to>
                                        <p:strVal val="visible"/>
                                      </p:to>
                                    </p:set>
                                    <p:anim calcmode="lin" valueType="num">
                                      <p:cBhvr>
                                        <p:cTn id="255" dur="200" fill="hold"/>
                                        <p:tgtEl>
                                          <p:spTgt spid="534"/>
                                        </p:tgtEl>
                                        <p:attrNameLst>
                                          <p:attrName>ppt_x</p:attrName>
                                        </p:attrNameLst>
                                      </p:cBhvr>
                                      <p:tavLst>
                                        <p:tav tm="0">
                                          <p:val>
                                            <p:strVal val="0-#ppt_w/2"/>
                                          </p:val>
                                        </p:tav>
                                        <p:tav tm="100000">
                                          <p:val>
                                            <p:strVal val="#ppt_x"/>
                                          </p:val>
                                        </p:tav>
                                      </p:tavLst>
                                    </p:anim>
                                    <p:anim calcmode="lin" valueType="num">
                                      <p:cBhvr>
                                        <p:cTn id="256" dur="200" fill="hold"/>
                                        <p:tgtEl>
                                          <p:spTgt spid="534"/>
                                        </p:tgtEl>
                                        <p:attrNameLst>
                                          <p:attrName>ppt_y</p:attrName>
                                        </p:attrNameLst>
                                      </p:cBhvr>
                                      <p:tavLst>
                                        <p:tav tm="0">
                                          <p:val>
                                            <p:strVal val="#ppt_y"/>
                                          </p:val>
                                        </p:tav>
                                        <p:tav tm="100000">
                                          <p:val>
                                            <p:strVal val="#ppt_y"/>
                                          </p:val>
                                        </p:tav>
                                      </p:tavLst>
                                    </p:anim>
                                  </p:childTnLst>
                                </p:cTn>
                              </p:par>
                            </p:childTnLst>
                          </p:cTn>
                        </p:par>
                        <p:par>
                          <p:cTn id="257" fill="hold">
                            <p:stCondLst>
                              <p:cond delay="2400"/>
                            </p:stCondLst>
                            <p:childTnLst>
                              <p:par>
                                <p:cTn id="258" presetClass="entr" nodeType="afterEffect" presetSubtype="8" presetID="2" grpId="52" fill="hold">
                                  <p:stCondLst>
                                    <p:cond delay="0"/>
                                  </p:stCondLst>
                                  <p:iterate type="el" backwards="0">
                                    <p:tmAbs val="0"/>
                                  </p:iterate>
                                  <p:childTnLst>
                                    <p:set>
                                      <p:cBhvr>
                                        <p:cTn id="259" fill="hold"/>
                                        <p:tgtEl>
                                          <p:spTgt spid="529"/>
                                        </p:tgtEl>
                                        <p:attrNameLst>
                                          <p:attrName>style.visibility</p:attrName>
                                        </p:attrNameLst>
                                      </p:cBhvr>
                                      <p:to>
                                        <p:strVal val="visible"/>
                                      </p:to>
                                    </p:set>
                                    <p:anim calcmode="lin" valueType="num">
                                      <p:cBhvr>
                                        <p:cTn id="260" dur="200" fill="hold"/>
                                        <p:tgtEl>
                                          <p:spTgt spid="529"/>
                                        </p:tgtEl>
                                        <p:attrNameLst>
                                          <p:attrName>ppt_x</p:attrName>
                                        </p:attrNameLst>
                                      </p:cBhvr>
                                      <p:tavLst>
                                        <p:tav tm="0">
                                          <p:val>
                                            <p:strVal val="0-#ppt_w/2"/>
                                          </p:val>
                                        </p:tav>
                                        <p:tav tm="100000">
                                          <p:val>
                                            <p:strVal val="#ppt_x"/>
                                          </p:val>
                                        </p:tav>
                                      </p:tavLst>
                                    </p:anim>
                                    <p:anim calcmode="lin" valueType="num">
                                      <p:cBhvr>
                                        <p:cTn id="261" dur="200" fill="hold"/>
                                        <p:tgtEl>
                                          <p:spTgt spid="529"/>
                                        </p:tgtEl>
                                        <p:attrNameLst>
                                          <p:attrName>ppt_y</p:attrName>
                                        </p:attrNameLst>
                                      </p:cBhvr>
                                      <p:tavLst>
                                        <p:tav tm="0">
                                          <p:val>
                                            <p:strVal val="#ppt_y"/>
                                          </p:val>
                                        </p:tav>
                                        <p:tav tm="100000">
                                          <p:val>
                                            <p:strVal val="#ppt_y"/>
                                          </p:val>
                                        </p:tav>
                                      </p:tavLst>
                                    </p:anim>
                                  </p:childTnLst>
                                </p:cTn>
                              </p:par>
                            </p:childTnLst>
                          </p:cTn>
                        </p:par>
                        <p:par>
                          <p:cTn id="262" fill="hold">
                            <p:stCondLst>
                              <p:cond delay="2600"/>
                            </p:stCondLst>
                            <p:childTnLst>
                              <p:par>
                                <p:cTn id="263" presetClass="entr" nodeType="afterEffect" presetSubtype="8" presetID="2" grpId="53" fill="hold">
                                  <p:stCondLst>
                                    <p:cond delay="0"/>
                                  </p:stCondLst>
                                  <p:iterate type="el" backwards="0">
                                    <p:tmAbs val="0"/>
                                  </p:iterate>
                                  <p:childTnLst>
                                    <p:set>
                                      <p:cBhvr>
                                        <p:cTn id="264" fill="hold"/>
                                        <p:tgtEl>
                                          <p:spTgt spid="539"/>
                                        </p:tgtEl>
                                        <p:attrNameLst>
                                          <p:attrName>style.visibility</p:attrName>
                                        </p:attrNameLst>
                                      </p:cBhvr>
                                      <p:to>
                                        <p:strVal val="visible"/>
                                      </p:to>
                                    </p:set>
                                    <p:anim calcmode="lin" valueType="num">
                                      <p:cBhvr>
                                        <p:cTn id="265" dur="200" fill="hold"/>
                                        <p:tgtEl>
                                          <p:spTgt spid="539"/>
                                        </p:tgtEl>
                                        <p:attrNameLst>
                                          <p:attrName>ppt_x</p:attrName>
                                        </p:attrNameLst>
                                      </p:cBhvr>
                                      <p:tavLst>
                                        <p:tav tm="0">
                                          <p:val>
                                            <p:strVal val="0-#ppt_w/2"/>
                                          </p:val>
                                        </p:tav>
                                        <p:tav tm="100000">
                                          <p:val>
                                            <p:strVal val="#ppt_x"/>
                                          </p:val>
                                        </p:tav>
                                      </p:tavLst>
                                    </p:anim>
                                    <p:anim calcmode="lin" valueType="num">
                                      <p:cBhvr>
                                        <p:cTn id="266" dur="200" fill="hold"/>
                                        <p:tgtEl>
                                          <p:spTgt spid="539"/>
                                        </p:tgtEl>
                                        <p:attrNameLst>
                                          <p:attrName>ppt_y</p:attrName>
                                        </p:attrNameLst>
                                      </p:cBhvr>
                                      <p:tavLst>
                                        <p:tav tm="0">
                                          <p:val>
                                            <p:strVal val="#ppt_y"/>
                                          </p:val>
                                        </p:tav>
                                        <p:tav tm="100000">
                                          <p:val>
                                            <p:strVal val="#ppt_y"/>
                                          </p:val>
                                        </p:tav>
                                      </p:tavLst>
                                    </p:anim>
                                  </p:childTnLst>
                                </p:cTn>
                              </p:par>
                            </p:childTnLst>
                          </p:cTn>
                        </p:par>
                        <p:par>
                          <p:cTn id="267" fill="hold">
                            <p:stCondLst>
                              <p:cond delay="2800"/>
                            </p:stCondLst>
                            <p:childTnLst>
                              <p:par>
                                <p:cTn id="268" presetClass="entr" nodeType="afterEffect" presetSubtype="8" presetID="2" grpId="54" fill="hold">
                                  <p:stCondLst>
                                    <p:cond delay="0"/>
                                  </p:stCondLst>
                                  <p:iterate type="el" backwards="0">
                                    <p:tmAbs val="0"/>
                                  </p:iterate>
                                  <p:childTnLst>
                                    <p:set>
                                      <p:cBhvr>
                                        <p:cTn id="269" fill="hold"/>
                                        <p:tgtEl>
                                          <p:spTgt spid="547"/>
                                        </p:tgtEl>
                                        <p:attrNameLst>
                                          <p:attrName>style.visibility</p:attrName>
                                        </p:attrNameLst>
                                      </p:cBhvr>
                                      <p:to>
                                        <p:strVal val="visible"/>
                                      </p:to>
                                    </p:set>
                                    <p:anim calcmode="lin" valueType="num">
                                      <p:cBhvr>
                                        <p:cTn id="270" dur="200" fill="hold"/>
                                        <p:tgtEl>
                                          <p:spTgt spid="547"/>
                                        </p:tgtEl>
                                        <p:attrNameLst>
                                          <p:attrName>ppt_x</p:attrName>
                                        </p:attrNameLst>
                                      </p:cBhvr>
                                      <p:tavLst>
                                        <p:tav tm="0">
                                          <p:val>
                                            <p:strVal val="0-#ppt_w/2"/>
                                          </p:val>
                                        </p:tav>
                                        <p:tav tm="100000">
                                          <p:val>
                                            <p:strVal val="#ppt_x"/>
                                          </p:val>
                                        </p:tav>
                                      </p:tavLst>
                                    </p:anim>
                                    <p:anim calcmode="lin" valueType="num">
                                      <p:cBhvr>
                                        <p:cTn id="271" dur="200" fill="hold"/>
                                        <p:tgtEl>
                                          <p:spTgt spid="547"/>
                                        </p:tgtEl>
                                        <p:attrNameLst>
                                          <p:attrName>ppt_y</p:attrName>
                                        </p:attrNameLst>
                                      </p:cBhvr>
                                      <p:tavLst>
                                        <p:tav tm="0">
                                          <p:val>
                                            <p:strVal val="#ppt_y"/>
                                          </p:val>
                                        </p:tav>
                                        <p:tav tm="100000">
                                          <p:val>
                                            <p:strVal val="#ppt_y"/>
                                          </p:val>
                                        </p:tav>
                                      </p:tavLst>
                                    </p:anim>
                                  </p:childTnLst>
                                </p:cTn>
                              </p:par>
                            </p:childTnLst>
                          </p:cTn>
                        </p:par>
                        <p:par>
                          <p:cTn id="272" fill="hold">
                            <p:stCondLst>
                              <p:cond delay="3000"/>
                            </p:stCondLst>
                            <p:childTnLst>
                              <p:par>
                                <p:cTn id="273" presetClass="entr" nodeType="afterEffect" presetSubtype="8" presetID="2" grpId="55" fill="hold">
                                  <p:stCondLst>
                                    <p:cond delay="0"/>
                                  </p:stCondLst>
                                  <p:iterate type="el" backwards="0">
                                    <p:tmAbs val="0"/>
                                  </p:iterate>
                                  <p:childTnLst>
                                    <p:set>
                                      <p:cBhvr>
                                        <p:cTn id="274" fill="hold"/>
                                        <p:tgtEl>
                                          <p:spTgt spid="535"/>
                                        </p:tgtEl>
                                        <p:attrNameLst>
                                          <p:attrName>style.visibility</p:attrName>
                                        </p:attrNameLst>
                                      </p:cBhvr>
                                      <p:to>
                                        <p:strVal val="visible"/>
                                      </p:to>
                                    </p:set>
                                    <p:anim calcmode="lin" valueType="num">
                                      <p:cBhvr>
                                        <p:cTn id="275" dur="200" fill="hold"/>
                                        <p:tgtEl>
                                          <p:spTgt spid="535"/>
                                        </p:tgtEl>
                                        <p:attrNameLst>
                                          <p:attrName>ppt_x</p:attrName>
                                        </p:attrNameLst>
                                      </p:cBhvr>
                                      <p:tavLst>
                                        <p:tav tm="0">
                                          <p:val>
                                            <p:strVal val="0-#ppt_w/2"/>
                                          </p:val>
                                        </p:tav>
                                        <p:tav tm="100000">
                                          <p:val>
                                            <p:strVal val="#ppt_x"/>
                                          </p:val>
                                        </p:tav>
                                      </p:tavLst>
                                    </p:anim>
                                    <p:anim calcmode="lin" valueType="num">
                                      <p:cBhvr>
                                        <p:cTn id="276" dur="200" fill="hold"/>
                                        <p:tgtEl>
                                          <p:spTgt spid="535"/>
                                        </p:tgtEl>
                                        <p:attrNameLst>
                                          <p:attrName>ppt_y</p:attrName>
                                        </p:attrNameLst>
                                      </p:cBhvr>
                                      <p:tavLst>
                                        <p:tav tm="0">
                                          <p:val>
                                            <p:strVal val="#ppt_y"/>
                                          </p:val>
                                        </p:tav>
                                        <p:tav tm="100000">
                                          <p:val>
                                            <p:strVal val="#ppt_y"/>
                                          </p:val>
                                        </p:tav>
                                      </p:tavLst>
                                    </p:anim>
                                  </p:childTnLst>
                                </p:cTn>
                              </p:par>
                            </p:childTnLst>
                          </p:cTn>
                        </p:par>
                        <p:par>
                          <p:cTn id="277" fill="hold">
                            <p:stCondLst>
                              <p:cond delay="3200"/>
                            </p:stCondLst>
                            <p:childTnLst>
                              <p:par>
                                <p:cTn id="278" presetClass="entr" nodeType="afterEffect" presetSubtype="8" presetID="2" grpId="56" fill="hold">
                                  <p:stCondLst>
                                    <p:cond delay="0"/>
                                  </p:stCondLst>
                                  <p:iterate type="el" backwards="0">
                                    <p:tmAbs val="0"/>
                                  </p:iterate>
                                  <p:childTnLst>
                                    <p:set>
                                      <p:cBhvr>
                                        <p:cTn id="279" fill="hold"/>
                                        <p:tgtEl>
                                          <p:spTgt spid="540"/>
                                        </p:tgtEl>
                                        <p:attrNameLst>
                                          <p:attrName>style.visibility</p:attrName>
                                        </p:attrNameLst>
                                      </p:cBhvr>
                                      <p:to>
                                        <p:strVal val="visible"/>
                                      </p:to>
                                    </p:set>
                                    <p:anim calcmode="lin" valueType="num">
                                      <p:cBhvr>
                                        <p:cTn id="280" dur="200" fill="hold"/>
                                        <p:tgtEl>
                                          <p:spTgt spid="540"/>
                                        </p:tgtEl>
                                        <p:attrNameLst>
                                          <p:attrName>ppt_x</p:attrName>
                                        </p:attrNameLst>
                                      </p:cBhvr>
                                      <p:tavLst>
                                        <p:tav tm="0">
                                          <p:val>
                                            <p:strVal val="0-#ppt_w/2"/>
                                          </p:val>
                                        </p:tav>
                                        <p:tav tm="100000">
                                          <p:val>
                                            <p:strVal val="#ppt_x"/>
                                          </p:val>
                                        </p:tav>
                                      </p:tavLst>
                                    </p:anim>
                                    <p:anim calcmode="lin" valueType="num">
                                      <p:cBhvr>
                                        <p:cTn id="281" dur="200" fill="hold"/>
                                        <p:tgtEl>
                                          <p:spTgt spid="540"/>
                                        </p:tgtEl>
                                        <p:attrNameLst>
                                          <p:attrName>ppt_y</p:attrName>
                                        </p:attrNameLst>
                                      </p:cBhvr>
                                      <p:tavLst>
                                        <p:tav tm="0">
                                          <p:val>
                                            <p:strVal val="#ppt_y"/>
                                          </p:val>
                                        </p:tav>
                                        <p:tav tm="100000">
                                          <p:val>
                                            <p:strVal val="#ppt_y"/>
                                          </p:val>
                                        </p:tav>
                                      </p:tavLst>
                                    </p:anim>
                                  </p:childTnLst>
                                </p:cTn>
                              </p:par>
                            </p:childTnLst>
                          </p:cTn>
                        </p:par>
                        <p:par>
                          <p:cTn id="282" fill="hold">
                            <p:stCondLst>
                              <p:cond delay="3400"/>
                            </p:stCondLst>
                            <p:childTnLst>
                              <p:par>
                                <p:cTn id="283" presetClass="entr" nodeType="afterEffect" presetSubtype="8" presetID="2" grpId="57" fill="hold">
                                  <p:stCondLst>
                                    <p:cond delay="0"/>
                                  </p:stCondLst>
                                  <p:iterate type="el" backwards="0">
                                    <p:tmAbs val="0"/>
                                  </p:iterate>
                                  <p:childTnLst>
                                    <p:set>
                                      <p:cBhvr>
                                        <p:cTn id="284" fill="hold"/>
                                        <p:tgtEl>
                                          <p:spTgt spid="530"/>
                                        </p:tgtEl>
                                        <p:attrNameLst>
                                          <p:attrName>style.visibility</p:attrName>
                                        </p:attrNameLst>
                                      </p:cBhvr>
                                      <p:to>
                                        <p:strVal val="visible"/>
                                      </p:to>
                                    </p:set>
                                    <p:anim calcmode="lin" valueType="num">
                                      <p:cBhvr>
                                        <p:cTn id="285" dur="200" fill="hold"/>
                                        <p:tgtEl>
                                          <p:spTgt spid="530"/>
                                        </p:tgtEl>
                                        <p:attrNameLst>
                                          <p:attrName>ppt_x</p:attrName>
                                        </p:attrNameLst>
                                      </p:cBhvr>
                                      <p:tavLst>
                                        <p:tav tm="0">
                                          <p:val>
                                            <p:strVal val="0-#ppt_w/2"/>
                                          </p:val>
                                        </p:tav>
                                        <p:tav tm="100000">
                                          <p:val>
                                            <p:strVal val="#ppt_x"/>
                                          </p:val>
                                        </p:tav>
                                      </p:tavLst>
                                    </p:anim>
                                    <p:anim calcmode="lin" valueType="num">
                                      <p:cBhvr>
                                        <p:cTn id="286" dur="200" fill="hold"/>
                                        <p:tgtEl>
                                          <p:spTgt spid="530"/>
                                        </p:tgtEl>
                                        <p:attrNameLst>
                                          <p:attrName>ppt_y</p:attrName>
                                        </p:attrNameLst>
                                      </p:cBhvr>
                                      <p:tavLst>
                                        <p:tav tm="0">
                                          <p:val>
                                            <p:strVal val="#ppt_y"/>
                                          </p:val>
                                        </p:tav>
                                        <p:tav tm="100000">
                                          <p:val>
                                            <p:strVal val="#ppt_y"/>
                                          </p:val>
                                        </p:tav>
                                      </p:tavLst>
                                    </p:anim>
                                  </p:childTnLst>
                                </p:cTn>
                              </p:par>
                            </p:childTnLst>
                          </p:cTn>
                        </p:par>
                        <p:par>
                          <p:cTn id="287" fill="hold">
                            <p:stCondLst>
                              <p:cond delay="3600"/>
                            </p:stCondLst>
                            <p:childTnLst>
                              <p:par>
                                <p:cTn id="288" presetClass="entr" nodeType="afterEffect" presetSubtype="8" presetID="2" grpId="58" fill="hold">
                                  <p:stCondLst>
                                    <p:cond delay="0"/>
                                  </p:stCondLst>
                                  <p:iterate type="el" backwards="0">
                                    <p:tmAbs val="0"/>
                                  </p:iterate>
                                  <p:childTnLst>
                                    <p:set>
                                      <p:cBhvr>
                                        <p:cTn id="289" fill="hold"/>
                                        <p:tgtEl>
                                          <p:spTgt spid="548"/>
                                        </p:tgtEl>
                                        <p:attrNameLst>
                                          <p:attrName>style.visibility</p:attrName>
                                        </p:attrNameLst>
                                      </p:cBhvr>
                                      <p:to>
                                        <p:strVal val="visible"/>
                                      </p:to>
                                    </p:set>
                                    <p:anim calcmode="lin" valueType="num">
                                      <p:cBhvr>
                                        <p:cTn id="290" dur="200" fill="hold"/>
                                        <p:tgtEl>
                                          <p:spTgt spid="548"/>
                                        </p:tgtEl>
                                        <p:attrNameLst>
                                          <p:attrName>ppt_x</p:attrName>
                                        </p:attrNameLst>
                                      </p:cBhvr>
                                      <p:tavLst>
                                        <p:tav tm="0">
                                          <p:val>
                                            <p:strVal val="0-#ppt_w/2"/>
                                          </p:val>
                                        </p:tav>
                                        <p:tav tm="100000">
                                          <p:val>
                                            <p:strVal val="#ppt_x"/>
                                          </p:val>
                                        </p:tav>
                                      </p:tavLst>
                                    </p:anim>
                                    <p:anim calcmode="lin" valueType="num">
                                      <p:cBhvr>
                                        <p:cTn id="291" dur="200" fill="hold"/>
                                        <p:tgtEl>
                                          <p:spTgt spid="548"/>
                                        </p:tgtEl>
                                        <p:attrNameLst>
                                          <p:attrName>ppt_y</p:attrName>
                                        </p:attrNameLst>
                                      </p:cBhvr>
                                      <p:tavLst>
                                        <p:tav tm="0">
                                          <p:val>
                                            <p:strVal val="#ppt_y"/>
                                          </p:val>
                                        </p:tav>
                                        <p:tav tm="100000">
                                          <p:val>
                                            <p:strVal val="#ppt_y"/>
                                          </p:val>
                                        </p:tav>
                                      </p:tavLst>
                                    </p:anim>
                                  </p:childTnLst>
                                </p:cTn>
                              </p:par>
                            </p:childTnLst>
                          </p:cTn>
                        </p:par>
                        <p:par>
                          <p:cTn id="292" fill="hold">
                            <p:stCondLst>
                              <p:cond delay="3800"/>
                            </p:stCondLst>
                            <p:childTnLst>
                              <p:par>
                                <p:cTn id="293" presetClass="entr" nodeType="afterEffect" presetSubtype="8" presetID="2" grpId="59" fill="hold">
                                  <p:stCondLst>
                                    <p:cond delay="0"/>
                                  </p:stCondLst>
                                  <p:iterate type="el" backwards="0">
                                    <p:tmAbs val="0"/>
                                  </p:iterate>
                                  <p:childTnLst>
                                    <p:set>
                                      <p:cBhvr>
                                        <p:cTn id="294" fill="hold"/>
                                        <p:tgtEl>
                                          <p:spTgt spid="536"/>
                                        </p:tgtEl>
                                        <p:attrNameLst>
                                          <p:attrName>style.visibility</p:attrName>
                                        </p:attrNameLst>
                                      </p:cBhvr>
                                      <p:to>
                                        <p:strVal val="visible"/>
                                      </p:to>
                                    </p:set>
                                    <p:anim calcmode="lin" valueType="num">
                                      <p:cBhvr>
                                        <p:cTn id="295" dur="200" fill="hold"/>
                                        <p:tgtEl>
                                          <p:spTgt spid="536"/>
                                        </p:tgtEl>
                                        <p:attrNameLst>
                                          <p:attrName>ppt_x</p:attrName>
                                        </p:attrNameLst>
                                      </p:cBhvr>
                                      <p:tavLst>
                                        <p:tav tm="0">
                                          <p:val>
                                            <p:strVal val="0-#ppt_w/2"/>
                                          </p:val>
                                        </p:tav>
                                        <p:tav tm="100000">
                                          <p:val>
                                            <p:strVal val="#ppt_x"/>
                                          </p:val>
                                        </p:tav>
                                      </p:tavLst>
                                    </p:anim>
                                    <p:anim calcmode="lin" valueType="num">
                                      <p:cBhvr>
                                        <p:cTn id="296" dur="200" fill="hold"/>
                                        <p:tgtEl>
                                          <p:spTgt spid="536"/>
                                        </p:tgtEl>
                                        <p:attrNameLst>
                                          <p:attrName>ppt_y</p:attrName>
                                        </p:attrNameLst>
                                      </p:cBhvr>
                                      <p:tavLst>
                                        <p:tav tm="0">
                                          <p:val>
                                            <p:strVal val="#ppt_y"/>
                                          </p:val>
                                        </p:tav>
                                        <p:tav tm="100000">
                                          <p:val>
                                            <p:strVal val="#ppt_y"/>
                                          </p:val>
                                        </p:tav>
                                      </p:tavLst>
                                    </p:anim>
                                  </p:childTnLst>
                                </p:cTn>
                              </p:par>
                            </p:childTnLst>
                          </p:cTn>
                        </p:par>
                        <p:par>
                          <p:cTn id="297" fill="hold">
                            <p:stCondLst>
                              <p:cond delay="4000"/>
                            </p:stCondLst>
                            <p:childTnLst>
                              <p:par>
                                <p:cTn id="298" presetClass="entr" nodeType="afterEffect" presetSubtype="8" presetID="2" grpId="60" fill="hold">
                                  <p:stCondLst>
                                    <p:cond delay="0"/>
                                  </p:stCondLst>
                                  <p:iterate type="el" backwards="0">
                                    <p:tmAbs val="0"/>
                                  </p:iterate>
                                  <p:childTnLst>
                                    <p:set>
                                      <p:cBhvr>
                                        <p:cTn id="299" fill="hold"/>
                                        <p:tgtEl>
                                          <p:spTgt spid="531"/>
                                        </p:tgtEl>
                                        <p:attrNameLst>
                                          <p:attrName>style.visibility</p:attrName>
                                        </p:attrNameLst>
                                      </p:cBhvr>
                                      <p:to>
                                        <p:strVal val="visible"/>
                                      </p:to>
                                    </p:set>
                                    <p:anim calcmode="lin" valueType="num">
                                      <p:cBhvr>
                                        <p:cTn id="300" dur="200" fill="hold"/>
                                        <p:tgtEl>
                                          <p:spTgt spid="531"/>
                                        </p:tgtEl>
                                        <p:attrNameLst>
                                          <p:attrName>ppt_x</p:attrName>
                                        </p:attrNameLst>
                                      </p:cBhvr>
                                      <p:tavLst>
                                        <p:tav tm="0">
                                          <p:val>
                                            <p:strVal val="0-#ppt_w/2"/>
                                          </p:val>
                                        </p:tav>
                                        <p:tav tm="100000">
                                          <p:val>
                                            <p:strVal val="#ppt_x"/>
                                          </p:val>
                                        </p:tav>
                                      </p:tavLst>
                                    </p:anim>
                                    <p:anim calcmode="lin" valueType="num">
                                      <p:cBhvr>
                                        <p:cTn id="301" dur="200" fill="hold"/>
                                        <p:tgtEl>
                                          <p:spTgt spid="531"/>
                                        </p:tgtEl>
                                        <p:attrNameLst>
                                          <p:attrName>ppt_y</p:attrName>
                                        </p:attrNameLst>
                                      </p:cBhvr>
                                      <p:tavLst>
                                        <p:tav tm="0">
                                          <p:val>
                                            <p:strVal val="#ppt_y"/>
                                          </p:val>
                                        </p:tav>
                                        <p:tav tm="100000">
                                          <p:val>
                                            <p:strVal val="#ppt_y"/>
                                          </p:val>
                                        </p:tav>
                                      </p:tavLst>
                                    </p:anim>
                                  </p:childTnLst>
                                </p:cTn>
                              </p:par>
                            </p:childTnLst>
                          </p:cTn>
                        </p:par>
                        <p:par>
                          <p:cTn id="302" fill="hold">
                            <p:stCondLst>
                              <p:cond delay="4200"/>
                            </p:stCondLst>
                            <p:childTnLst>
                              <p:par>
                                <p:cTn id="303" presetClass="entr" nodeType="afterEffect" presetSubtype="8" presetID="2" grpId="61" fill="hold">
                                  <p:stCondLst>
                                    <p:cond delay="0"/>
                                  </p:stCondLst>
                                  <p:iterate type="el" backwards="0">
                                    <p:tmAbs val="0"/>
                                  </p:iterate>
                                  <p:childTnLst>
                                    <p:set>
                                      <p:cBhvr>
                                        <p:cTn id="304" fill="hold"/>
                                        <p:tgtEl>
                                          <p:spTgt spid="541"/>
                                        </p:tgtEl>
                                        <p:attrNameLst>
                                          <p:attrName>style.visibility</p:attrName>
                                        </p:attrNameLst>
                                      </p:cBhvr>
                                      <p:to>
                                        <p:strVal val="visible"/>
                                      </p:to>
                                    </p:set>
                                    <p:anim calcmode="lin" valueType="num">
                                      <p:cBhvr>
                                        <p:cTn id="305" dur="200" fill="hold"/>
                                        <p:tgtEl>
                                          <p:spTgt spid="541"/>
                                        </p:tgtEl>
                                        <p:attrNameLst>
                                          <p:attrName>ppt_x</p:attrName>
                                        </p:attrNameLst>
                                      </p:cBhvr>
                                      <p:tavLst>
                                        <p:tav tm="0">
                                          <p:val>
                                            <p:strVal val="0-#ppt_w/2"/>
                                          </p:val>
                                        </p:tav>
                                        <p:tav tm="100000">
                                          <p:val>
                                            <p:strVal val="#ppt_x"/>
                                          </p:val>
                                        </p:tav>
                                      </p:tavLst>
                                    </p:anim>
                                    <p:anim calcmode="lin" valueType="num">
                                      <p:cBhvr>
                                        <p:cTn id="306" dur="200" fill="hold"/>
                                        <p:tgtEl>
                                          <p:spTgt spid="541"/>
                                        </p:tgtEl>
                                        <p:attrNameLst>
                                          <p:attrName>ppt_y</p:attrName>
                                        </p:attrNameLst>
                                      </p:cBhvr>
                                      <p:tavLst>
                                        <p:tav tm="0">
                                          <p:val>
                                            <p:strVal val="#ppt_y"/>
                                          </p:val>
                                        </p:tav>
                                        <p:tav tm="100000">
                                          <p:val>
                                            <p:strVal val="#ppt_y"/>
                                          </p:val>
                                        </p:tav>
                                      </p:tavLst>
                                    </p:anim>
                                  </p:childTnLst>
                                </p:cTn>
                              </p:par>
                            </p:childTnLst>
                          </p:cTn>
                        </p:par>
                      </p:childTnLst>
                    </p:cTn>
                  </p:par>
                  <p:par>
                    <p:cTn id="307" fill="hold">
                      <p:stCondLst>
                        <p:cond delay="indefinite"/>
                      </p:stCondLst>
                      <p:childTnLst>
                        <p:par>
                          <p:cTn id="308" fill="hold">
                            <p:stCondLst>
                              <p:cond delay="0"/>
                            </p:stCondLst>
                            <p:childTnLst>
                              <p:par>
                                <p:cTn id="309" presetClass="entr" nodeType="clickEffect" presetSubtype="8" presetID="2" grpId="62" fill="hold">
                                  <p:stCondLst>
                                    <p:cond delay="0"/>
                                  </p:stCondLst>
                                  <p:iterate type="el" backwards="0">
                                    <p:tmAbs val="0"/>
                                  </p:iterate>
                                  <p:childTnLst>
                                    <p:set>
                                      <p:cBhvr>
                                        <p:cTn id="310" fill="hold"/>
                                        <p:tgtEl>
                                          <p:spTgt spid="738"/>
                                        </p:tgtEl>
                                        <p:attrNameLst>
                                          <p:attrName>style.visibility</p:attrName>
                                        </p:attrNameLst>
                                      </p:cBhvr>
                                      <p:to>
                                        <p:strVal val="visible"/>
                                      </p:to>
                                    </p:set>
                                    <p:anim calcmode="lin" valueType="num">
                                      <p:cBhvr>
                                        <p:cTn id="311" dur="100" fill="hold"/>
                                        <p:tgtEl>
                                          <p:spTgt spid="738"/>
                                        </p:tgtEl>
                                        <p:attrNameLst>
                                          <p:attrName>ppt_x</p:attrName>
                                        </p:attrNameLst>
                                      </p:cBhvr>
                                      <p:tavLst>
                                        <p:tav tm="0">
                                          <p:val>
                                            <p:strVal val="0-#ppt_w/2"/>
                                          </p:val>
                                        </p:tav>
                                        <p:tav tm="100000">
                                          <p:val>
                                            <p:strVal val="#ppt_x"/>
                                          </p:val>
                                        </p:tav>
                                      </p:tavLst>
                                    </p:anim>
                                    <p:anim calcmode="lin" valueType="num">
                                      <p:cBhvr>
                                        <p:cTn id="312" dur="100" fill="hold"/>
                                        <p:tgtEl>
                                          <p:spTgt spid="738"/>
                                        </p:tgtEl>
                                        <p:attrNameLst>
                                          <p:attrName>ppt_y</p:attrName>
                                        </p:attrNameLst>
                                      </p:cBhvr>
                                      <p:tavLst>
                                        <p:tav tm="0">
                                          <p:val>
                                            <p:strVal val="#ppt_y"/>
                                          </p:val>
                                        </p:tav>
                                        <p:tav tm="100000">
                                          <p:val>
                                            <p:strVal val="#ppt_y"/>
                                          </p:val>
                                        </p:tav>
                                      </p:tavLst>
                                    </p:anim>
                                  </p:childTnLst>
                                </p:cTn>
                              </p:par>
                            </p:childTnLst>
                          </p:cTn>
                        </p:par>
                        <p:par>
                          <p:cTn id="313" fill="hold">
                            <p:stCondLst>
                              <p:cond delay="100"/>
                            </p:stCondLst>
                            <p:childTnLst>
                              <p:par>
                                <p:cTn id="314" presetClass="entr" nodeType="afterEffect" presetSubtype="8" presetID="2" grpId="63" fill="hold">
                                  <p:stCondLst>
                                    <p:cond delay="0"/>
                                  </p:stCondLst>
                                  <p:iterate type="el" backwards="0">
                                    <p:tmAbs val="0"/>
                                  </p:iterate>
                                  <p:childTnLst>
                                    <p:set>
                                      <p:cBhvr>
                                        <p:cTn id="315" fill="hold"/>
                                        <p:tgtEl>
                                          <p:spTgt spid="739"/>
                                        </p:tgtEl>
                                        <p:attrNameLst>
                                          <p:attrName>style.visibility</p:attrName>
                                        </p:attrNameLst>
                                      </p:cBhvr>
                                      <p:to>
                                        <p:strVal val="visible"/>
                                      </p:to>
                                    </p:set>
                                    <p:anim calcmode="lin" valueType="num">
                                      <p:cBhvr>
                                        <p:cTn id="316" dur="100" fill="hold"/>
                                        <p:tgtEl>
                                          <p:spTgt spid="739"/>
                                        </p:tgtEl>
                                        <p:attrNameLst>
                                          <p:attrName>ppt_x</p:attrName>
                                        </p:attrNameLst>
                                      </p:cBhvr>
                                      <p:tavLst>
                                        <p:tav tm="0">
                                          <p:val>
                                            <p:strVal val="0-#ppt_w/2"/>
                                          </p:val>
                                        </p:tav>
                                        <p:tav tm="100000">
                                          <p:val>
                                            <p:strVal val="#ppt_x"/>
                                          </p:val>
                                        </p:tav>
                                      </p:tavLst>
                                    </p:anim>
                                    <p:anim calcmode="lin" valueType="num">
                                      <p:cBhvr>
                                        <p:cTn id="317" dur="100" fill="hold"/>
                                        <p:tgtEl>
                                          <p:spTgt spid="739"/>
                                        </p:tgtEl>
                                        <p:attrNameLst>
                                          <p:attrName>ppt_y</p:attrName>
                                        </p:attrNameLst>
                                      </p:cBhvr>
                                      <p:tavLst>
                                        <p:tav tm="0">
                                          <p:val>
                                            <p:strVal val="#ppt_y"/>
                                          </p:val>
                                        </p:tav>
                                        <p:tav tm="100000">
                                          <p:val>
                                            <p:strVal val="#ppt_y"/>
                                          </p:val>
                                        </p:tav>
                                      </p:tavLst>
                                    </p:anim>
                                  </p:childTnLst>
                                </p:cTn>
                              </p:par>
                            </p:childTnLst>
                          </p:cTn>
                        </p:par>
                        <p:par>
                          <p:cTn id="318" fill="hold">
                            <p:stCondLst>
                              <p:cond delay="200"/>
                            </p:stCondLst>
                            <p:childTnLst>
                              <p:par>
                                <p:cTn id="319" presetClass="entr" nodeType="afterEffect" presetSubtype="8" presetID="2" grpId="64" fill="hold">
                                  <p:stCondLst>
                                    <p:cond delay="0"/>
                                  </p:stCondLst>
                                  <p:iterate type="el" backwards="0">
                                    <p:tmAbs val="0"/>
                                  </p:iterate>
                                  <p:childTnLst>
                                    <p:set>
                                      <p:cBhvr>
                                        <p:cTn id="320" fill="hold"/>
                                        <p:tgtEl>
                                          <p:spTgt spid="689"/>
                                        </p:tgtEl>
                                        <p:attrNameLst>
                                          <p:attrName>style.visibility</p:attrName>
                                        </p:attrNameLst>
                                      </p:cBhvr>
                                      <p:to>
                                        <p:strVal val="visible"/>
                                      </p:to>
                                    </p:set>
                                    <p:anim calcmode="lin" valueType="num">
                                      <p:cBhvr>
                                        <p:cTn id="321" dur="200" fill="hold"/>
                                        <p:tgtEl>
                                          <p:spTgt spid="689"/>
                                        </p:tgtEl>
                                        <p:attrNameLst>
                                          <p:attrName>ppt_x</p:attrName>
                                        </p:attrNameLst>
                                      </p:cBhvr>
                                      <p:tavLst>
                                        <p:tav tm="0">
                                          <p:val>
                                            <p:strVal val="0-#ppt_w/2"/>
                                          </p:val>
                                        </p:tav>
                                        <p:tav tm="100000">
                                          <p:val>
                                            <p:strVal val="#ppt_x"/>
                                          </p:val>
                                        </p:tav>
                                      </p:tavLst>
                                    </p:anim>
                                    <p:anim calcmode="lin" valueType="num">
                                      <p:cBhvr>
                                        <p:cTn id="322" dur="200" fill="hold"/>
                                        <p:tgtEl>
                                          <p:spTgt spid="689"/>
                                        </p:tgtEl>
                                        <p:attrNameLst>
                                          <p:attrName>ppt_y</p:attrName>
                                        </p:attrNameLst>
                                      </p:cBhvr>
                                      <p:tavLst>
                                        <p:tav tm="0">
                                          <p:val>
                                            <p:strVal val="#ppt_y"/>
                                          </p:val>
                                        </p:tav>
                                        <p:tav tm="100000">
                                          <p:val>
                                            <p:strVal val="#ppt_y"/>
                                          </p:val>
                                        </p:tav>
                                      </p:tavLst>
                                    </p:anim>
                                  </p:childTnLst>
                                </p:cTn>
                              </p:par>
                            </p:childTnLst>
                          </p:cTn>
                        </p:par>
                        <p:par>
                          <p:cTn id="323" fill="hold">
                            <p:stCondLst>
                              <p:cond delay="400"/>
                            </p:stCondLst>
                            <p:childTnLst>
                              <p:par>
                                <p:cTn id="324" presetClass="entr" nodeType="afterEffect" presetSubtype="8" presetID="2" grpId="65" fill="hold">
                                  <p:stCondLst>
                                    <p:cond delay="0"/>
                                  </p:stCondLst>
                                  <p:iterate type="el" backwards="0">
                                    <p:tmAbs val="0"/>
                                  </p:iterate>
                                  <p:childTnLst>
                                    <p:set>
                                      <p:cBhvr>
                                        <p:cTn id="325" fill="hold"/>
                                        <p:tgtEl>
                                          <p:spTgt spid="679"/>
                                        </p:tgtEl>
                                        <p:attrNameLst>
                                          <p:attrName>style.visibility</p:attrName>
                                        </p:attrNameLst>
                                      </p:cBhvr>
                                      <p:to>
                                        <p:strVal val="visible"/>
                                      </p:to>
                                    </p:set>
                                    <p:anim calcmode="lin" valueType="num">
                                      <p:cBhvr>
                                        <p:cTn id="326" dur="200" fill="hold"/>
                                        <p:tgtEl>
                                          <p:spTgt spid="679"/>
                                        </p:tgtEl>
                                        <p:attrNameLst>
                                          <p:attrName>ppt_x</p:attrName>
                                        </p:attrNameLst>
                                      </p:cBhvr>
                                      <p:tavLst>
                                        <p:tav tm="0">
                                          <p:val>
                                            <p:strVal val="0-#ppt_w/2"/>
                                          </p:val>
                                        </p:tav>
                                        <p:tav tm="100000">
                                          <p:val>
                                            <p:strVal val="#ppt_x"/>
                                          </p:val>
                                        </p:tav>
                                      </p:tavLst>
                                    </p:anim>
                                    <p:anim calcmode="lin" valueType="num">
                                      <p:cBhvr>
                                        <p:cTn id="327" dur="200" fill="hold"/>
                                        <p:tgtEl>
                                          <p:spTgt spid="679"/>
                                        </p:tgtEl>
                                        <p:attrNameLst>
                                          <p:attrName>ppt_y</p:attrName>
                                        </p:attrNameLst>
                                      </p:cBhvr>
                                      <p:tavLst>
                                        <p:tav tm="0">
                                          <p:val>
                                            <p:strVal val="#ppt_y"/>
                                          </p:val>
                                        </p:tav>
                                        <p:tav tm="100000">
                                          <p:val>
                                            <p:strVal val="#ppt_y"/>
                                          </p:val>
                                        </p:tav>
                                      </p:tavLst>
                                    </p:anim>
                                  </p:childTnLst>
                                </p:cTn>
                              </p:par>
                            </p:childTnLst>
                          </p:cTn>
                        </p:par>
                        <p:par>
                          <p:cTn id="328" fill="hold">
                            <p:stCondLst>
                              <p:cond delay="600"/>
                            </p:stCondLst>
                            <p:childTnLst>
                              <p:par>
                                <p:cTn id="329" presetClass="entr" nodeType="afterEffect" presetSubtype="8" presetID="2" grpId="66" fill="hold">
                                  <p:stCondLst>
                                    <p:cond delay="0"/>
                                  </p:stCondLst>
                                  <p:iterate type="el" backwards="0">
                                    <p:tmAbs val="0"/>
                                  </p:iterate>
                                  <p:childTnLst>
                                    <p:set>
                                      <p:cBhvr>
                                        <p:cTn id="330" fill="hold"/>
                                        <p:tgtEl>
                                          <p:spTgt spid="678"/>
                                        </p:tgtEl>
                                        <p:attrNameLst>
                                          <p:attrName>style.visibility</p:attrName>
                                        </p:attrNameLst>
                                      </p:cBhvr>
                                      <p:to>
                                        <p:strVal val="visible"/>
                                      </p:to>
                                    </p:set>
                                    <p:anim calcmode="lin" valueType="num">
                                      <p:cBhvr>
                                        <p:cTn id="331" dur="200" fill="hold"/>
                                        <p:tgtEl>
                                          <p:spTgt spid="678"/>
                                        </p:tgtEl>
                                        <p:attrNameLst>
                                          <p:attrName>ppt_x</p:attrName>
                                        </p:attrNameLst>
                                      </p:cBhvr>
                                      <p:tavLst>
                                        <p:tav tm="0">
                                          <p:val>
                                            <p:strVal val="0-#ppt_w/2"/>
                                          </p:val>
                                        </p:tav>
                                        <p:tav tm="100000">
                                          <p:val>
                                            <p:strVal val="#ppt_x"/>
                                          </p:val>
                                        </p:tav>
                                      </p:tavLst>
                                    </p:anim>
                                    <p:anim calcmode="lin" valueType="num">
                                      <p:cBhvr>
                                        <p:cTn id="332" dur="200" fill="hold"/>
                                        <p:tgtEl>
                                          <p:spTgt spid="678"/>
                                        </p:tgtEl>
                                        <p:attrNameLst>
                                          <p:attrName>ppt_y</p:attrName>
                                        </p:attrNameLst>
                                      </p:cBhvr>
                                      <p:tavLst>
                                        <p:tav tm="0">
                                          <p:val>
                                            <p:strVal val="#ppt_y"/>
                                          </p:val>
                                        </p:tav>
                                        <p:tav tm="100000">
                                          <p:val>
                                            <p:strVal val="#ppt_y"/>
                                          </p:val>
                                        </p:tav>
                                      </p:tavLst>
                                    </p:anim>
                                  </p:childTnLst>
                                </p:cTn>
                              </p:par>
                            </p:childTnLst>
                          </p:cTn>
                        </p:par>
                        <p:par>
                          <p:cTn id="333" fill="hold">
                            <p:stCondLst>
                              <p:cond delay="800"/>
                            </p:stCondLst>
                            <p:childTnLst>
                              <p:par>
                                <p:cTn id="334" presetClass="entr" nodeType="afterEffect" presetSubtype="8" presetID="2" grpId="67" fill="hold">
                                  <p:stCondLst>
                                    <p:cond delay="0"/>
                                  </p:stCondLst>
                                  <p:iterate type="el" backwards="0">
                                    <p:tmAbs val="0"/>
                                  </p:iterate>
                                  <p:childTnLst>
                                    <p:set>
                                      <p:cBhvr>
                                        <p:cTn id="335" fill="hold"/>
                                        <p:tgtEl>
                                          <p:spTgt spid="675"/>
                                        </p:tgtEl>
                                        <p:attrNameLst>
                                          <p:attrName>style.visibility</p:attrName>
                                        </p:attrNameLst>
                                      </p:cBhvr>
                                      <p:to>
                                        <p:strVal val="visible"/>
                                      </p:to>
                                    </p:set>
                                    <p:anim calcmode="lin" valueType="num">
                                      <p:cBhvr>
                                        <p:cTn id="336" dur="200" fill="hold"/>
                                        <p:tgtEl>
                                          <p:spTgt spid="675"/>
                                        </p:tgtEl>
                                        <p:attrNameLst>
                                          <p:attrName>ppt_x</p:attrName>
                                        </p:attrNameLst>
                                      </p:cBhvr>
                                      <p:tavLst>
                                        <p:tav tm="0">
                                          <p:val>
                                            <p:strVal val="0-#ppt_w/2"/>
                                          </p:val>
                                        </p:tav>
                                        <p:tav tm="100000">
                                          <p:val>
                                            <p:strVal val="#ppt_x"/>
                                          </p:val>
                                        </p:tav>
                                      </p:tavLst>
                                    </p:anim>
                                    <p:anim calcmode="lin" valueType="num">
                                      <p:cBhvr>
                                        <p:cTn id="337" dur="200" fill="hold"/>
                                        <p:tgtEl>
                                          <p:spTgt spid="675"/>
                                        </p:tgtEl>
                                        <p:attrNameLst>
                                          <p:attrName>ppt_y</p:attrName>
                                        </p:attrNameLst>
                                      </p:cBhvr>
                                      <p:tavLst>
                                        <p:tav tm="0">
                                          <p:val>
                                            <p:strVal val="#ppt_y"/>
                                          </p:val>
                                        </p:tav>
                                        <p:tav tm="100000">
                                          <p:val>
                                            <p:strVal val="#ppt_y"/>
                                          </p:val>
                                        </p:tav>
                                      </p:tavLst>
                                    </p:anim>
                                  </p:childTnLst>
                                </p:cTn>
                              </p:par>
                            </p:childTnLst>
                          </p:cTn>
                        </p:par>
                        <p:par>
                          <p:cTn id="338" fill="hold">
                            <p:stCondLst>
                              <p:cond delay="1000"/>
                            </p:stCondLst>
                            <p:childTnLst>
                              <p:par>
                                <p:cTn id="339" presetClass="entr" nodeType="afterEffect" presetSubtype="8" presetID="2" grpId="68" fill="hold">
                                  <p:stCondLst>
                                    <p:cond delay="0"/>
                                  </p:stCondLst>
                                  <p:iterate type="el" backwards="0">
                                    <p:tmAbs val="0"/>
                                  </p:iterate>
                                  <p:childTnLst>
                                    <p:set>
                                      <p:cBhvr>
                                        <p:cTn id="340" fill="hold"/>
                                        <p:tgtEl>
                                          <p:spTgt spid="680"/>
                                        </p:tgtEl>
                                        <p:attrNameLst>
                                          <p:attrName>style.visibility</p:attrName>
                                        </p:attrNameLst>
                                      </p:cBhvr>
                                      <p:to>
                                        <p:strVal val="visible"/>
                                      </p:to>
                                    </p:set>
                                    <p:anim calcmode="lin" valueType="num">
                                      <p:cBhvr>
                                        <p:cTn id="341" dur="200" fill="hold"/>
                                        <p:tgtEl>
                                          <p:spTgt spid="680"/>
                                        </p:tgtEl>
                                        <p:attrNameLst>
                                          <p:attrName>ppt_x</p:attrName>
                                        </p:attrNameLst>
                                      </p:cBhvr>
                                      <p:tavLst>
                                        <p:tav tm="0">
                                          <p:val>
                                            <p:strVal val="0-#ppt_w/2"/>
                                          </p:val>
                                        </p:tav>
                                        <p:tav tm="100000">
                                          <p:val>
                                            <p:strVal val="#ppt_x"/>
                                          </p:val>
                                        </p:tav>
                                      </p:tavLst>
                                    </p:anim>
                                    <p:anim calcmode="lin" valueType="num">
                                      <p:cBhvr>
                                        <p:cTn id="342" dur="200" fill="hold"/>
                                        <p:tgtEl>
                                          <p:spTgt spid="680"/>
                                        </p:tgtEl>
                                        <p:attrNameLst>
                                          <p:attrName>ppt_y</p:attrName>
                                        </p:attrNameLst>
                                      </p:cBhvr>
                                      <p:tavLst>
                                        <p:tav tm="0">
                                          <p:val>
                                            <p:strVal val="#ppt_y"/>
                                          </p:val>
                                        </p:tav>
                                        <p:tav tm="100000">
                                          <p:val>
                                            <p:strVal val="#ppt_y"/>
                                          </p:val>
                                        </p:tav>
                                      </p:tavLst>
                                    </p:anim>
                                  </p:childTnLst>
                                </p:cTn>
                              </p:par>
                            </p:childTnLst>
                          </p:cTn>
                        </p:par>
                        <p:par>
                          <p:cTn id="343" fill="hold">
                            <p:stCondLst>
                              <p:cond delay="1200"/>
                            </p:stCondLst>
                            <p:childTnLst>
                              <p:par>
                                <p:cTn id="344" presetClass="entr" nodeType="afterEffect" presetSubtype="8" presetID="2" grpId="69" fill="hold">
                                  <p:stCondLst>
                                    <p:cond delay="0"/>
                                  </p:stCondLst>
                                  <p:iterate type="el" backwards="0">
                                    <p:tmAbs val="0"/>
                                  </p:iterate>
                                  <p:childTnLst>
                                    <p:set>
                                      <p:cBhvr>
                                        <p:cTn id="345" fill="hold"/>
                                        <p:tgtEl>
                                          <p:spTgt spid="688"/>
                                        </p:tgtEl>
                                        <p:attrNameLst>
                                          <p:attrName>style.visibility</p:attrName>
                                        </p:attrNameLst>
                                      </p:cBhvr>
                                      <p:to>
                                        <p:strVal val="visible"/>
                                      </p:to>
                                    </p:set>
                                    <p:anim calcmode="lin" valueType="num">
                                      <p:cBhvr>
                                        <p:cTn id="346" dur="200" fill="hold"/>
                                        <p:tgtEl>
                                          <p:spTgt spid="688"/>
                                        </p:tgtEl>
                                        <p:attrNameLst>
                                          <p:attrName>ppt_x</p:attrName>
                                        </p:attrNameLst>
                                      </p:cBhvr>
                                      <p:tavLst>
                                        <p:tav tm="0">
                                          <p:val>
                                            <p:strVal val="0-#ppt_w/2"/>
                                          </p:val>
                                        </p:tav>
                                        <p:tav tm="100000">
                                          <p:val>
                                            <p:strVal val="#ppt_x"/>
                                          </p:val>
                                        </p:tav>
                                      </p:tavLst>
                                    </p:anim>
                                    <p:anim calcmode="lin" valueType="num">
                                      <p:cBhvr>
                                        <p:cTn id="347" dur="200" fill="hold"/>
                                        <p:tgtEl>
                                          <p:spTgt spid="688"/>
                                        </p:tgtEl>
                                        <p:attrNameLst>
                                          <p:attrName>ppt_y</p:attrName>
                                        </p:attrNameLst>
                                      </p:cBhvr>
                                      <p:tavLst>
                                        <p:tav tm="0">
                                          <p:val>
                                            <p:strVal val="#ppt_y"/>
                                          </p:val>
                                        </p:tav>
                                        <p:tav tm="100000">
                                          <p:val>
                                            <p:strVal val="#ppt_y"/>
                                          </p:val>
                                        </p:tav>
                                      </p:tavLst>
                                    </p:anim>
                                  </p:childTnLst>
                                </p:cTn>
                              </p:par>
                            </p:childTnLst>
                          </p:cTn>
                        </p:par>
                        <p:par>
                          <p:cTn id="348" fill="hold">
                            <p:stCondLst>
                              <p:cond delay="1400"/>
                            </p:stCondLst>
                            <p:childTnLst>
                              <p:par>
                                <p:cTn id="349" presetClass="entr" nodeType="afterEffect" presetSubtype="8" presetID="2" grpId="70" fill="hold">
                                  <p:stCondLst>
                                    <p:cond delay="0"/>
                                  </p:stCondLst>
                                  <p:iterate type="el" backwards="0">
                                    <p:tmAbs val="0"/>
                                  </p:iterate>
                                  <p:childTnLst>
                                    <p:set>
                                      <p:cBhvr>
                                        <p:cTn id="350" fill="hold"/>
                                        <p:tgtEl>
                                          <p:spTgt spid="685"/>
                                        </p:tgtEl>
                                        <p:attrNameLst>
                                          <p:attrName>style.visibility</p:attrName>
                                        </p:attrNameLst>
                                      </p:cBhvr>
                                      <p:to>
                                        <p:strVal val="visible"/>
                                      </p:to>
                                    </p:set>
                                    <p:anim calcmode="lin" valueType="num">
                                      <p:cBhvr>
                                        <p:cTn id="351" dur="200" fill="hold"/>
                                        <p:tgtEl>
                                          <p:spTgt spid="685"/>
                                        </p:tgtEl>
                                        <p:attrNameLst>
                                          <p:attrName>ppt_x</p:attrName>
                                        </p:attrNameLst>
                                      </p:cBhvr>
                                      <p:tavLst>
                                        <p:tav tm="0">
                                          <p:val>
                                            <p:strVal val="0-#ppt_w/2"/>
                                          </p:val>
                                        </p:tav>
                                        <p:tav tm="100000">
                                          <p:val>
                                            <p:strVal val="#ppt_x"/>
                                          </p:val>
                                        </p:tav>
                                      </p:tavLst>
                                    </p:anim>
                                    <p:anim calcmode="lin" valueType="num">
                                      <p:cBhvr>
                                        <p:cTn id="352" dur="200" fill="hold"/>
                                        <p:tgtEl>
                                          <p:spTgt spid="685"/>
                                        </p:tgtEl>
                                        <p:attrNameLst>
                                          <p:attrName>ppt_y</p:attrName>
                                        </p:attrNameLst>
                                      </p:cBhvr>
                                      <p:tavLst>
                                        <p:tav tm="0">
                                          <p:val>
                                            <p:strVal val="#ppt_y"/>
                                          </p:val>
                                        </p:tav>
                                        <p:tav tm="100000">
                                          <p:val>
                                            <p:strVal val="#ppt_y"/>
                                          </p:val>
                                        </p:tav>
                                      </p:tavLst>
                                    </p:anim>
                                  </p:childTnLst>
                                </p:cTn>
                              </p:par>
                            </p:childTnLst>
                          </p:cTn>
                        </p:par>
                        <p:par>
                          <p:cTn id="353" fill="hold">
                            <p:stCondLst>
                              <p:cond delay="1600"/>
                            </p:stCondLst>
                            <p:childTnLst>
                              <p:par>
                                <p:cTn id="354" presetClass="entr" nodeType="afterEffect" presetSubtype="8" presetID="2" grpId="71" fill="hold">
                                  <p:stCondLst>
                                    <p:cond delay="0"/>
                                  </p:stCondLst>
                                  <p:iterate type="el" backwards="0">
                                    <p:tmAbs val="0"/>
                                  </p:iterate>
                                  <p:childTnLst>
                                    <p:set>
                                      <p:cBhvr>
                                        <p:cTn id="355" fill="hold"/>
                                        <p:tgtEl>
                                          <p:spTgt spid="681"/>
                                        </p:tgtEl>
                                        <p:attrNameLst>
                                          <p:attrName>style.visibility</p:attrName>
                                        </p:attrNameLst>
                                      </p:cBhvr>
                                      <p:to>
                                        <p:strVal val="visible"/>
                                      </p:to>
                                    </p:set>
                                    <p:anim calcmode="lin" valueType="num">
                                      <p:cBhvr>
                                        <p:cTn id="356" dur="200" fill="hold"/>
                                        <p:tgtEl>
                                          <p:spTgt spid="681"/>
                                        </p:tgtEl>
                                        <p:attrNameLst>
                                          <p:attrName>ppt_x</p:attrName>
                                        </p:attrNameLst>
                                      </p:cBhvr>
                                      <p:tavLst>
                                        <p:tav tm="0">
                                          <p:val>
                                            <p:strVal val="0-#ppt_w/2"/>
                                          </p:val>
                                        </p:tav>
                                        <p:tav tm="100000">
                                          <p:val>
                                            <p:strVal val="#ppt_x"/>
                                          </p:val>
                                        </p:tav>
                                      </p:tavLst>
                                    </p:anim>
                                    <p:anim calcmode="lin" valueType="num">
                                      <p:cBhvr>
                                        <p:cTn id="357" dur="200" fill="hold"/>
                                        <p:tgtEl>
                                          <p:spTgt spid="681"/>
                                        </p:tgtEl>
                                        <p:attrNameLst>
                                          <p:attrName>ppt_y</p:attrName>
                                        </p:attrNameLst>
                                      </p:cBhvr>
                                      <p:tavLst>
                                        <p:tav tm="0">
                                          <p:val>
                                            <p:strVal val="#ppt_y"/>
                                          </p:val>
                                        </p:tav>
                                        <p:tav tm="100000">
                                          <p:val>
                                            <p:strVal val="#ppt_y"/>
                                          </p:val>
                                        </p:tav>
                                      </p:tavLst>
                                    </p:anim>
                                  </p:childTnLst>
                                </p:cTn>
                              </p:par>
                            </p:childTnLst>
                          </p:cTn>
                        </p:par>
                        <p:par>
                          <p:cTn id="358" fill="hold">
                            <p:stCondLst>
                              <p:cond delay="1800"/>
                            </p:stCondLst>
                            <p:childTnLst>
                              <p:par>
                                <p:cTn id="359" presetClass="entr" nodeType="afterEffect" presetSubtype="8" presetID="2" grpId="72" fill="hold">
                                  <p:stCondLst>
                                    <p:cond delay="0"/>
                                  </p:stCondLst>
                                  <p:iterate type="el" backwards="0">
                                    <p:tmAbs val="0"/>
                                  </p:iterate>
                                  <p:childTnLst>
                                    <p:set>
                                      <p:cBhvr>
                                        <p:cTn id="360" fill="hold"/>
                                        <p:tgtEl>
                                          <p:spTgt spid="676"/>
                                        </p:tgtEl>
                                        <p:attrNameLst>
                                          <p:attrName>style.visibility</p:attrName>
                                        </p:attrNameLst>
                                      </p:cBhvr>
                                      <p:to>
                                        <p:strVal val="visible"/>
                                      </p:to>
                                    </p:set>
                                    <p:anim calcmode="lin" valueType="num">
                                      <p:cBhvr>
                                        <p:cTn id="361" dur="200" fill="hold"/>
                                        <p:tgtEl>
                                          <p:spTgt spid="676"/>
                                        </p:tgtEl>
                                        <p:attrNameLst>
                                          <p:attrName>ppt_x</p:attrName>
                                        </p:attrNameLst>
                                      </p:cBhvr>
                                      <p:tavLst>
                                        <p:tav tm="0">
                                          <p:val>
                                            <p:strVal val="0-#ppt_w/2"/>
                                          </p:val>
                                        </p:tav>
                                        <p:tav tm="100000">
                                          <p:val>
                                            <p:strVal val="#ppt_x"/>
                                          </p:val>
                                        </p:tav>
                                      </p:tavLst>
                                    </p:anim>
                                    <p:anim calcmode="lin" valueType="num">
                                      <p:cBhvr>
                                        <p:cTn id="362" dur="200" fill="hold"/>
                                        <p:tgtEl>
                                          <p:spTgt spid="676"/>
                                        </p:tgtEl>
                                        <p:attrNameLst>
                                          <p:attrName>ppt_y</p:attrName>
                                        </p:attrNameLst>
                                      </p:cBhvr>
                                      <p:tavLst>
                                        <p:tav tm="0">
                                          <p:val>
                                            <p:strVal val="#ppt_y"/>
                                          </p:val>
                                        </p:tav>
                                        <p:tav tm="100000">
                                          <p:val>
                                            <p:strVal val="#ppt_y"/>
                                          </p:val>
                                        </p:tav>
                                      </p:tavLst>
                                    </p:anim>
                                  </p:childTnLst>
                                </p:cTn>
                              </p:par>
                            </p:childTnLst>
                          </p:cTn>
                        </p:par>
                        <p:par>
                          <p:cTn id="363" fill="hold">
                            <p:stCondLst>
                              <p:cond delay="2000"/>
                            </p:stCondLst>
                            <p:childTnLst>
                              <p:par>
                                <p:cTn id="364" presetClass="entr" nodeType="afterEffect" presetSubtype="8" presetID="2" grpId="73" fill="hold">
                                  <p:stCondLst>
                                    <p:cond delay="0"/>
                                  </p:stCondLst>
                                  <p:iterate type="el" backwards="0">
                                    <p:tmAbs val="0"/>
                                  </p:iterate>
                                  <p:childTnLst>
                                    <p:set>
                                      <p:cBhvr>
                                        <p:cTn id="365" fill="hold"/>
                                        <p:tgtEl>
                                          <p:spTgt spid="684"/>
                                        </p:tgtEl>
                                        <p:attrNameLst>
                                          <p:attrName>style.visibility</p:attrName>
                                        </p:attrNameLst>
                                      </p:cBhvr>
                                      <p:to>
                                        <p:strVal val="visible"/>
                                      </p:to>
                                    </p:set>
                                    <p:anim calcmode="lin" valueType="num">
                                      <p:cBhvr>
                                        <p:cTn id="366" dur="200" fill="hold"/>
                                        <p:tgtEl>
                                          <p:spTgt spid="684"/>
                                        </p:tgtEl>
                                        <p:attrNameLst>
                                          <p:attrName>ppt_x</p:attrName>
                                        </p:attrNameLst>
                                      </p:cBhvr>
                                      <p:tavLst>
                                        <p:tav tm="0">
                                          <p:val>
                                            <p:strVal val="0-#ppt_w/2"/>
                                          </p:val>
                                        </p:tav>
                                        <p:tav tm="100000">
                                          <p:val>
                                            <p:strVal val="#ppt_x"/>
                                          </p:val>
                                        </p:tav>
                                      </p:tavLst>
                                    </p:anim>
                                    <p:anim calcmode="lin" valueType="num">
                                      <p:cBhvr>
                                        <p:cTn id="367" dur="200" fill="hold"/>
                                        <p:tgtEl>
                                          <p:spTgt spid="684"/>
                                        </p:tgtEl>
                                        <p:attrNameLst>
                                          <p:attrName>ppt_y</p:attrName>
                                        </p:attrNameLst>
                                      </p:cBhvr>
                                      <p:tavLst>
                                        <p:tav tm="0">
                                          <p:val>
                                            <p:strVal val="#ppt_y"/>
                                          </p:val>
                                        </p:tav>
                                        <p:tav tm="100000">
                                          <p:val>
                                            <p:strVal val="#ppt_y"/>
                                          </p:val>
                                        </p:tav>
                                      </p:tavLst>
                                    </p:anim>
                                  </p:childTnLst>
                                </p:cTn>
                              </p:par>
                            </p:childTnLst>
                          </p:cTn>
                        </p:par>
                        <p:par>
                          <p:cTn id="368" fill="hold">
                            <p:stCondLst>
                              <p:cond delay="2200"/>
                            </p:stCondLst>
                            <p:childTnLst>
                              <p:par>
                                <p:cTn id="369" presetClass="entr" nodeType="afterEffect" presetSubtype="8" presetID="2" grpId="74" fill="hold">
                                  <p:stCondLst>
                                    <p:cond delay="0"/>
                                  </p:stCondLst>
                                  <p:iterate type="el" backwards="0">
                                    <p:tmAbs val="0"/>
                                  </p:iterate>
                                  <p:childTnLst>
                                    <p:set>
                                      <p:cBhvr>
                                        <p:cTn id="370" fill="hold"/>
                                        <p:tgtEl>
                                          <p:spTgt spid="686"/>
                                        </p:tgtEl>
                                        <p:attrNameLst>
                                          <p:attrName>style.visibility</p:attrName>
                                        </p:attrNameLst>
                                      </p:cBhvr>
                                      <p:to>
                                        <p:strVal val="visible"/>
                                      </p:to>
                                    </p:set>
                                    <p:anim calcmode="lin" valueType="num">
                                      <p:cBhvr>
                                        <p:cTn id="371" dur="200" fill="hold"/>
                                        <p:tgtEl>
                                          <p:spTgt spid="686"/>
                                        </p:tgtEl>
                                        <p:attrNameLst>
                                          <p:attrName>ppt_x</p:attrName>
                                        </p:attrNameLst>
                                      </p:cBhvr>
                                      <p:tavLst>
                                        <p:tav tm="0">
                                          <p:val>
                                            <p:strVal val="0-#ppt_w/2"/>
                                          </p:val>
                                        </p:tav>
                                        <p:tav tm="100000">
                                          <p:val>
                                            <p:strVal val="#ppt_x"/>
                                          </p:val>
                                        </p:tav>
                                      </p:tavLst>
                                    </p:anim>
                                    <p:anim calcmode="lin" valueType="num">
                                      <p:cBhvr>
                                        <p:cTn id="372" dur="200" fill="hold"/>
                                        <p:tgtEl>
                                          <p:spTgt spid="686"/>
                                        </p:tgtEl>
                                        <p:attrNameLst>
                                          <p:attrName>ppt_y</p:attrName>
                                        </p:attrNameLst>
                                      </p:cBhvr>
                                      <p:tavLst>
                                        <p:tav tm="0">
                                          <p:val>
                                            <p:strVal val="#ppt_y"/>
                                          </p:val>
                                        </p:tav>
                                        <p:tav tm="100000">
                                          <p:val>
                                            <p:strVal val="#ppt_y"/>
                                          </p:val>
                                        </p:tav>
                                      </p:tavLst>
                                    </p:anim>
                                  </p:childTnLst>
                                </p:cTn>
                              </p:par>
                            </p:childTnLst>
                          </p:cTn>
                        </p:par>
                        <p:par>
                          <p:cTn id="373" fill="hold">
                            <p:stCondLst>
                              <p:cond delay="2400"/>
                            </p:stCondLst>
                            <p:childTnLst>
                              <p:par>
                                <p:cTn id="374" presetClass="entr" nodeType="afterEffect" presetSubtype="8" presetID="2" grpId="75" fill="hold">
                                  <p:stCondLst>
                                    <p:cond delay="0"/>
                                  </p:stCondLst>
                                  <p:iterate type="el" backwards="0">
                                    <p:tmAbs val="0"/>
                                  </p:iterate>
                                  <p:childTnLst>
                                    <p:set>
                                      <p:cBhvr>
                                        <p:cTn id="375" fill="hold"/>
                                        <p:tgtEl>
                                          <p:spTgt spid="682"/>
                                        </p:tgtEl>
                                        <p:attrNameLst>
                                          <p:attrName>style.visibility</p:attrName>
                                        </p:attrNameLst>
                                      </p:cBhvr>
                                      <p:to>
                                        <p:strVal val="visible"/>
                                      </p:to>
                                    </p:set>
                                    <p:anim calcmode="lin" valueType="num">
                                      <p:cBhvr>
                                        <p:cTn id="376" dur="200" fill="hold"/>
                                        <p:tgtEl>
                                          <p:spTgt spid="682"/>
                                        </p:tgtEl>
                                        <p:attrNameLst>
                                          <p:attrName>ppt_x</p:attrName>
                                        </p:attrNameLst>
                                      </p:cBhvr>
                                      <p:tavLst>
                                        <p:tav tm="0">
                                          <p:val>
                                            <p:strVal val="0-#ppt_w/2"/>
                                          </p:val>
                                        </p:tav>
                                        <p:tav tm="100000">
                                          <p:val>
                                            <p:strVal val="#ppt_x"/>
                                          </p:val>
                                        </p:tav>
                                      </p:tavLst>
                                    </p:anim>
                                    <p:anim calcmode="lin" valueType="num">
                                      <p:cBhvr>
                                        <p:cTn id="377" dur="200" fill="hold"/>
                                        <p:tgtEl>
                                          <p:spTgt spid="682"/>
                                        </p:tgtEl>
                                        <p:attrNameLst>
                                          <p:attrName>ppt_y</p:attrName>
                                        </p:attrNameLst>
                                      </p:cBhvr>
                                      <p:tavLst>
                                        <p:tav tm="0">
                                          <p:val>
                                            <p:strVal val="#ppt_y"/>
                                          </p:val>
                                        </p:tav>
                                        <p:tav tm="100000">
                                          <p:val>
                                            <p:strVal val="#ppt_y"/>
                                          </p:val>
                                        </p:tav>
                                      </p:tavLst>
                                    </p:anim>
                                  </p:childTnLst>
                                </p:cTn>
                              </p:par>
                            </p:childTnLst>
                          </p:cTn>
                        </p:par>
                        <p:par>
                          <p:cTn id="378" fill="hold">
                            <p:stCondLst>
                              <p:cond delay="2600"/>
                            </p:stCondLst>
                            <p:childTnLst>
                              <p:par>
                                <p:cTn id="379" presetClass="entr" nodeType="afterEffect" presetSubtype="8" presetID="2" grpId="76" fill="hold">
                                  <p:stCondLst>
                                    <p:cond delay="0"/>
                                  </p:stCondLst>
                                  <p:iterate type="el" backwards="0">
                                    <p:tmAbs val="0"/>
                                  </p:iterate>
                                  <p:childTnLst>
                                    <p:set>
                                      <p:cBhvr>
                                        <p:cTn id="380" fill="hold"/>
                                        <p:tgtEl>
                                          <p:spTgt spid="677"/>
                                        </p:tgtEl>
                                        <p:attrNameLst>
                                          <p:attrName>style.visibility</p:attrName>
                                        </p:attrNameLst>
                                      </p:cBhvr>
                                      <p:to>
                                        <p:strVal val="visible"/>
                                      </p:to>
                                    </p:set>
                                    <p:anim calcmode="lin" valueType="num">
                                      <p:cBhvr>
                                        <p:cTn id="381" dur="200" fill="hold"/>
                                        <p:tgtEl>
                                          <p:spTgt spid="677"/>
                                        </p:tgtEl>
                                        <p:attrNameLst>
                                          <p:attrName>ppt_x</p:attrName>
                                        </p:attrNameLst>
                                      </p:cBhvr>
                                      <p:tavLst>
                                        <p:tav tm="0">
                                          <p:val>
                                            <p:strVal val="0-#ppt_w/2"/>
                                          </p:val>
                                        </p:tav>
                                        <p:tav tm="100000">
                                          <p:val>
                                            <p:strVal val="#ppt_x"/>
                                          </p:val>
                                        </p:tav>
                                      </p:tavLst>
                                    </p:anim>
                                    <p:anim calcmode="lin" valueType="num">
                                      <p:cBhvr>
                                        <p:cTn id="382" dur="200" fill="hold"/>
                                        <p:tgtEl>
                                          <p:spTgt spid="677"/>
                                        </p:tgtEl>
                                        <p:attrNameLst>
                                          <p:attrName>ppt_y</p:attrName>
                                        </p:attrNameLst>
                                      </p:cBhvr>
                                      <p:tavLst>
                                        <p:tav tm="0">
                                          <p:val>
                                            <p:strVal val="#ppt_y"/>
                                          </p:val>
                                        </p:tav>
                                        <p:tav tm="100000">
                                          <p:val>
                                            <p:strVal val="#ppt_y"/>
                                          </p:val>
                                        </p:tav>
                                      </p:tavLst>
                                    </p:anim>
                                  </p:childTnLst>
                                </p:cTn>
                              </p:par>
                            </p:childTnLst>
                          </p:cTn>
                        </p:par>
                        <p:par>
                          <p:cTn id="383" fill="hold">
                            <p:stCondLst>
                              <p:cond delay="2800"/>
                            </p:stCondLst>
                            <p:childTnLst>
                              <p:par>
                                <p:cTn id="384" presetClass="entr" nodeType="afterEffect" presetSubtype="8" presetID="2" grpId="77" fill="hold">
                                  <p:stCondLst>
                                    <p:cond delay="0"/>
                                  </p:stCondLst>
                                  <p:iterate type="el" backwards="0">
                                    <p:tmAbs val="0"/>
                                  </p:iterate>
                                  <p:childTnLst>
                                    <p:set>
                                      <p:cBhvr>
                                        <p:cTn id="385" fill="hold"/>
                                        <p:tgtEl>
                                          <p:spTgt spid="687"/>
                                        </p:tgtEl>
                                        <p:attrNameLst>
                                          <p:attrName>style.visibility</p:attrName>
                                        </p:attrNameLst>
                                      </p:cBhvr>
                                      <p:to>
                                        <p:strVal val="visible"/>
                                      </p:to>
                                    </p:set>
                                    <p:anim calcmode="lin" valueType="num">
                                      <p:cBhvr>
                                        <p:cTn id="386" dur="200" fill="hold"/>
                                        <p:tgtEl>
                                          <p:spTgt spid="687"/>
                                        </p:tgtEl>
                                        <p:attrNameLst>
                                          <p:attrName>ppt_x</p:attrName>
                                        </p:attrNameLst>
                                      </p:cBhvr>
                                      <p:tavLst>
                                        <p:tav tm="0">
                                          <p:val>
                                            <p:strVal val="0-#ppt_w/2"/>
                                          </p:val>
                                        </p:tav>
                                        <p:tav tm="100000">
                                          <p:val>
                                            <p:strVal val="#ppt_x"/>
                                          </p:val>
                                        </p:tav>
                                      </p:tavLst>
                                    </p:anim>
                                    <p:anim calcmode="lin" valueType="num">
                                      <p:cBhvr>
                                        <p:cTn id="387" dur="200" fill="hold"/>
                                        <p:tgtEl>
                                          <p:spTgt spid="687"/>
                                        </p:tgtEl>
                                        <p:attrNameLst>
                                          <p:attrName>ppt_y</p:attrName>
                                        </p:attrNameLst>
                                      </p:cBhvr>
                                      <p:tavLst>
                                        <p:tav tm="0">
                                          <p:val>
                                            <p:strVal val="#ppt_y"/>
                                          </p:val>
                                        </p:tav>
                                        <p:tav tm="100000">
                                          <p:val>
                                            <p:strVal val="#ppt_y"/>
                                          </p:val>
                                        </p:tav>
                                      </p:tavLst>
                                    </p:anim>
                                  </p:childTnLst>
                                </p:cTn>
                              </p:par>
                            </p:childTnLst>
                          </p:cTn>
                        </p:par>
                        <p:par>
                          <p:cTn id="388" fill="hold">
                            <p:stCondLst>
                              <p:cond delay="3000"/>
                            </p:stCondLst>
                            <p:childTnLst>
                              <p:par>
                                <p:cTn id="389" presetClass="entr" nodeType="afterEffect" presetSubtype="8" presetID="2" grpId="78" fill="hold">
                                  <p:stCondLst>
                                    <p:cond delay="0"/>
                                  </p:stCondLst>
                                  <p:iterate type="el" backwards="0">
                                    <p:tmAbs val="0"/>
                                  </p:iterate>
                                  <p:childTnLst>
                                    <p:set>
                                      <p:cBhvr>
                                        <p:cTn id="390" fill="hold"/>
                                        <p:tgtEl>
                                          <p:spTgt spid="683"/>
                                        </p:tgtEl>
                                        <p:attrNameLst>
                                          <p:attrName>style.visibility</p:attrName>
                                        </p:attrNameLst>
                                      </p:cBhvr>
                                      <p:to>
                                        <p:strVal val="visible"/>
                                      </p:to>
                                    </p:set>
                                    <p:anim calcmode="lin" valueType="num">
                                      <p:cBhvr>
                                        <p:cTn id="391" dur="200" fill="hold"/>
                                        <p:tgtEl>
                                          <p:spTgt spid="683"/>
                                        </p:tgtEl>
                                        <p:attrNameLst>
                                          <p:attrName>ppt_x</p:attrName>
                                        </p:attrNameLst>
                                      </p:cBhvr>
                                      <p:tavLst>
                                        <p:tav tm="0">
                                          <p:val>
                                            <p:strVal val="0-#ppt_w/2"/>
                                          </p:val>
                                        </p:tav>
                                        <p:tav tm="100000">
                                          <p:val>
                                            <p:strVal val="#ppt_x"/>
                                          </p:val>
                                        </p:tav>
                                      </p:tavLst>
                                    </p:anim>
                                    <p:anim calcmode="lin" valueType="num">
                                      <p:cBhvr>
                                        <p:cTn id="392" dur="200" fill="hold"/>
                                        <p:tgtEl>
                                          <p:spTgt spid="683"/>
                                        </p:tgtEl>
                                        <p:attrNameLst>
                                          <p:attrName>ppt_y</p:attrName>
                                        </p:attrNameLst>
                                      </p:cBhvr>
                                      <p:tavLst>
                                        <p:tav tm="0">
                                          <p:val>
                                            <p:strVal val="#ppt_y"/>
                                          </p:val>
                                        </p:tav>
                                        <p:tav tm="100000">
                                          <p:val>
                                            <p:strVal val="#ppt_y"/>
                                          </p:val>
                                        </p:tav>
                                      </p:tavLst>
                                    </p:anim>
                                  </p:childTnLst>
                                </p:cTn>
                              </p:par>
                            </p:childTnLst>
                          </p:cTn>
                        </p:par>
                        <p:par>
                          <p:cTn id="393" fill="hold">
                            <p:stCondLst>
                              <p:cond delay="3200"/>
                            </p:stCondLst>
                            <p:childTnLst>
                              <p:par>
                                <p:cTn id="394" presetClass="entr" nodeType="afterEffect" presetSubtype="8" presetID="2" grpId="79" fill="hold">
                                  <p:stCondLst>
                                    <p:cond delay="0"/>
                                  </p:stCondLst>
                                  <p:iterate type="el" backwards="0">
                                    <p:tmAbs val="0"/>
                                  </p:iterate>
                                  <p:childTnLst>
                                    <p:set>
                                      <p:cBhvr>
                                        <p:cTn id="395" fill="hold"/>
                                        <p:tgtEl>
                                          <p:spTgt spid="713"/>
                                        </p:tgtEl>
                                        <p:attrNameLst>
                                          <p:attrName>style.visibility</p:attrName>
                                        </p:attrNameLst>
                                      </p:cBhvr>
                                      <p:to>
                                        <p:strVal val="visible"/>
                                      </p:to>
                                    </p:set>
                                    <p:anim calcmode="lin" valueType="num">
                                      <p:cBhvr>
                                        <p:cTn id="396" dur="200" fill="hold"/>
                                        <p:tgtEl>
                                          <p:spTgt spid="713"/>
                                        </p:tgtEl>
                                        <p:attrNameLst>
                                          <p:attrName>ppt_x</p:attrName>
                                        </p:attrNameLst>
                                      </p:cBhvr>
                                      <p:tavLst>
                                        <p:tav tm="0">
                                          <p:val>
                                            <p:strVal val="0-#ppt_w/2"/>
                                          </p:val>
                                        </p:tav>
                                        <p:tav tm="100000">
                                          <p:val>
                                            <p:strVal val="#ppt_x"/>
                                          </p:val>
                                        </p:tav>
                                      </p:tavLst>
                                    </p:anim>
                                    <p:anim calcmode="lin" valueType="num">
                                      <p:cBhvr>
                                        <p:cTn id="397" dur="200" fill="hold"/>
                                        <p:tgtEl>
                                          <p:spTgt spid="713"/>
                                        </p:tgtEl>
                                        <p:attrNameLst>
                                          <p:attrName>ppt_y</p:attrName>
                                        </p:attrNameLst>
                                      </p:cBhvr>
                                      <p:tavLst>
                                        <p:tav tm="0">
                                          <p:val>
                                            <p:strVal val="#ppt_y"/>
                                          </p:val>
                                        </p:tav>
                                        <p:tav tm="100000">
                                          <p:val>
                                            <p:strVal val="#ppt_y"/>
                                          </p:val>
                                        </p:tav>
                                      </p:tavLst>
                                    </p:anim>
                                  </p:childTnLst>
                                </p:cTn>
                              </p:par>
                            </p:childTnLst>
                          </p:cTn>
                        </p:par>
                      </p:childTnLst>
                    </p:cTn>
                  </p:par>
                  <p:par>
                    <p:cTn id="398" fill="hold">
                      <p:stCondLst>
                        <p:cond delay="indefinite"/>
                      </p:stCondLst>
                      <p:childTnLst>
                        <p:par>
                          <p:cTn id="399" fill="hold">
                            <p:stCondLst>
                              <p:cond delay="0"/>
                            </p:stCondLst>
                            <p:childTnLst>
                              <p:par>
                                <p:cTn id="400" presetClass="entr" nodeType="clickEffect" presetSubtype="8" presetID="2" grpId="80" fill="hold">
                                  <p:stCondLst>
                                    <p:cond delay="0"/>
                                  </p:stCondLst>
                                  <p:iterate type="el" backwards="0">
                                    <p:tmAbs val="0"/>
                                  </p:iterate>
                                  <p:childTnLst>
                                    <p:set>
                                      <p:cBhvr>
                                        <p:cTn id="401" fill="hold"/>
                                        <p:tgtEl>
                                          <p:spTgt spid="706"/>
                                        </p:tgtEl>
                                        <p:attrNameLst>
                                          <p:attrName>style.visibility</p:attrName>
                                        </p:attrNameLst>
                                      </p:cBhvr>
                                      <p:to>
                                        <p:strVal val="visible"/>
                                      </p:to>
                                    </p:set>
                                    <p:anim calcmode="lin" valueType="num">
                                      <p:cBhvr>
                                        <p:cTn id="402" dur="200" fill="hold"/>
                                        <p:tgtEl>
                                          <p:spTgt spid="706"/>
                                        </p:tgtEl>
                                        <p:attrNameLst>
                                          <p:attrName>ppt_x</p:attrName>
                                        </p:attrNameLst>
                                      </p:cBhvr>
                                      <p:tavLst>
                                        <p:tav tm="0">
                                          <p:val>
                                            <p:strVal val="0-#ppt_w/2"/>
                                          </p:val>
                                        </p:tav>
                                        <p:tav tm="100000">
                                          <p:val>
                                            <p:strVal val="#ppt_x"/>
                                          </p:val>
                                        </p:tav>
                                      </p:tavLst>
                                    </p:anim>
                                    <p:anim calcmode="lin" valueType="num">
                                      <p:cBhvr>
                                        <p:cTn id="403" dur="200" fill="hold"/>
                                        <p:tgtEl>
                                          <p:spTgt spid="706"/>
                                        </p:tgtEl>
                                        <p:attrNameLst>
                                          <p:attrName>ppt_y</p:attrName>
                                        </p:attrNameLst>
                                      </p:cBhvr>
                                      <p:tavLst>
                                        <p:tav tm="0">
                                          <p:val>
                                            <p:strVal val="#ppt_y"/>
                                          </p:val>
                                        </p:tav>
                                        <p:tav tm="100000">
                                          <p:val>
                                            <p:strVal val="#ppt_y"/>
                                          </p:val>
                                        </p:tav>
                                      </p:tavLst>
                                    </p:anim>
                                  </p:childTnLst>
                                </p:cTn>
                              </p:par>
                            </p:childTnLst>
                          </p:cTn>
                        </p:par>
                        <p:par>
                          <p:cTn id="404" fill="hold">
                            <p:stCondLst>
                              <p:cond delay="200"/>
                            </p:stCondLst>
                            <p:childTnLst>
                              <p:par>
                                <p:cTn id="405" presetClass="entr" nodeType="afterEffect" presetSubtype="8" presetID="2" grpId="81" fill="hold">
                                  <p:stCondLst>
                                    <p:cond delay="0"/>
                                  </p:stCondLst>
                                  <p:iterate type="el" backwards="0">
                                    <p:tmAbs val="0"/>
                                  </p:iterate>
                                  <p:childTnLst>
                                    <p:set>
                                      <p:cBhvr>
                                        <p:cTn id="406" fill="hold"/>
                                        <p:tgtEl>
                                          <p:spTgt spid="714"/>
                                        </p:tgtEl>
                                        <p:attrNameLst>
                                          <p:attrName>style.visibility</p:attrName>
                                        </p:attrNameLst>
                                      </p:cBhvr>
                                      <p:to>
                                        <p:strVal val="visible"/>
                                      </p:to>
                                    </p:set>
                                    <p:anim calcmode="lin" valueType="num">
                                      <p:cBhvr>
                                        <p:cTn id="407" dur="200" fill="hold"/>
                                        <p:tgtEl>
                                          <p:spTgt spid="714"/>
                                        </p:tgtEl>
                                        <p:attrNameLst>
                                          <p:attrName>ppt_x</p:attrName>
                                        </p:attrNameLst>
                                      </p:cBhvr>
                                      <p:tavLst>
                                        <p:tav tm="0">
                                          <p:val>
                                            <p:strVal val="0-#ppt_w/2"/>
                                          </p:val>
                                        </p:tav>
                                        <p:tav tm="100000">
                                          <p:val>
                                            <p:strVal val="#ppt_x"/>
                                          </p:val>
                                        </p:tav>
                                      </p:tavLst>
                                    </p:anim>
                                    <p:anim calcmode="lin" valueType="num">
                                      <p:cBhvr>
                                        <p:cTn id="408" dur="200" fill="hold"/>
                                        <p:tgtEl>
                                          <p:spTgt spid="714"/>
                                        </p:tgtEl>
                                        <p:attrNameLst>
                                          <p:attrName>ppt_y</p:attrName>
                                        </p:attrNameLst>
                                      </p:cBhvr>
                                      <p:tavLst>
                                        <p:tav tm="0">
                                          <p:val>
                                            <p:strVal val="#ppt_y"/>
                                          </p:val>
                                        </p:tav>
                                        <p:tav tm="100000">
                                          <p:val>
                                            <p:strVal val="#ppt_y"/>
                                          </p:val>
                                        </p:tav>
                                      </p:tavLst>
                                    </p:anim>
                                  </p:childTnLst>
                                </p:cTn>
                              </p:par>
                            </p:childTnLst>
                          </p:cTn>
                        </p:par>
                        <p:par>
                          <p:cTn id="409" fill="hold">
                            <p:stCondLst>
                              <p:cond delay="400"/>
                            </p:stCondLst>
                            <p:childTnLst>
                              <p:par>
                                <p:cTn id="410" presetClass="entr" nodeType="afterEffect" presetSubtype="8" presetID="2" grpId="82" fill="hold">
                                  <p:stCondLst>
                                    <p:cond delay="0"/>
                                  </p:stCondLst>
                                  <p:iterate type="el" backwards="0">
                                    <p:tmAbs val="0"/>
                                  </p:iterate>
                                  <p:childTnLst>
                                    <p:set>
                                      <p:cBhvr>
                                        <p:cTn id="411" fill="hold"/>
                                        <p:tgtEl>
                                          <p:spTgt spid="729"/>
                                        </p:tgtEl>
                                        <p:attrNameLst>
                                          <p:attrName>style.visibility</p:attrName>
                                        </p:attrNameLst>
                                      </p:cBhvr>
                                      <p:to>
                                        <p:strVal val="visible"/>
                                      </p:to>
                                    </p:set>
                                    <p:anim calcmode="lin" valueType="num">
                                      <p:cBhvr>
                                        <p:cTn id="412" dur="200" fill="hold"/>
                                        <p:tgtEl>
                                          <p:spTgt spid="729"/>
                                        </p:tgtEl>
                                        <p:attrNameLst>
                                          <p:attrName>ppt_x</p:attrName>
                                        </p:attrNameLst>
                                      </p:cBhvr>
                                      <p:tavLst>
                                        <p:tav tm="0">
                                          <p:val>
                                            <p:strVal val="0-#ppt_w/2"/>
                                          </p:val>
                                        </p:tav>
                                        <p:tav tm="100000">
                                          <p:val>
                                            <p:strVal val="#ppt_x"/>
                                          </p:val>
                                        </p:tav>
                                      </p:tavLst>
                                    </p:anim>
                                    <p:anim calcmode="lin" valueType="num">
                                      <p:cBhvr>
                                        <p:cTn id="413" dur="200" fill="hold"/>
                                        <p:tgtEl>
                                          <p:spTgt spid="729"/>
                                        </p:tgtEl>
                                        <p:attrNameLst>
                                          <p:attrName>ppt_y</p:attrName>
                                        </p:attrNameLst>
                                      </p:cBhvr>
                                      <p:tavLst>
                                        <p:tav tm="0">
                                          <p:val>
                                            <p:strVal val="#ppt_y"/>
                                          </p:val>
                                        </p:tav>
                                        <p:tav tm="100000">
                                          <p:val>
                                            <p:strVal val="#ppt_y"/>
                                          </p:val>
                                        </p:tav>
                                      </p:tavLst>
                                    </p:anim>
                                  </p:childTnLst>
                                </p:cTn>
                              </p:par>
                            </p:childTnLst>
                          </p:cTn>
                        </p:par>
                        <p:par>
                          <p:cTn id="414" fill="hold">
                            <p:stCondLst>
                              <p:cond delay="600"/>
                            </p:stCondLst>
                            <p:childTnLst>
                              <p:par>
                                <p:cTn id="415" presetClass="entr" nodeType="afterEffect" presetSubtype="8" presetID="2" grpId="83" fill="hold">
                                  <p:stCondLst>
                                    <p:cond delay="0"/>
                                  </p:stCondLst>
                                  <p:iterate type="el" backwards="0">
                                    <p:tmAbs val="0"/>
                                  </p:iterate>
                                  <p:childTnLst>
                                    <p:set>
                                      <p:cBhvr>
                                        <p:cTn id="416" fill="hold"/>
                                        <p:tgtEl>
                                          <p:spTgt spid="731"/>
                                        </p:tgtEl>
                                        <p:attrNameLst>
                                          <p:attrName>style.visibility</p:attrName>
                                        </p:attrNameLst>
                                      </p:cBhvr>
                                      <p:to>
                                        <p:strVal val="visible"/>
                                      </p:to>
                                    </p:set>
                                    <p:anim calcmode="lin" valueType="num">
                                      <p:cBhvr>
                                        <p:cTn id="417" dur="200" fill="hold"/>
                                        <p:tgtEl>
                                          <p:spTgt spid="731"/>
                                        </p:tgtEl>
                                        <p:attrNameLst>
                                          <p:attrName>ppt_x</p:attrName>
                                        </p:attrNameLst>
                                      </p:cBhvr>
                                      <p:tavLst>
                                        <p:tav tm="0">
                                          <p:val>
                                            <p:strVal val="0-#ppt_w/2"/>
                                          </p:val>
                                        </p:tav>
                                        <p:tav tm="100000">
                                          <p:val>
                                            <p:strVal val="#ppt_x"/>
                                          </p:val>
                                        </p:tav>
                                      </p:tavLst>
                                    </p:anim>
                                    <p:anim calcmode="lin" valueType="num">
                                      <p:cBhvr>
                                        <p:cTn id="418" dur="200" fill="hold"/>
                                        <p:tgtEl>
                                          <p:spTgt spid="731"/>
                                        </p:tgtEl>
                                        <p:attrNameLst>
                                          <p:attrName>ppt_y</p:attrName>
                                        </p:attrNameLst>
                                      </p:cBhvr>
                                      <p:tavLst>
                                        <p:tav tm="0">
                                          <p:val>
                                            <p:strVal val="#ppt_y"/>
                                          </p:val>
                                        </p:tav>
                                        <p:tav tm="100000">
                                          <p:val>
                                            <p:strVal val="#ppt_y"/>
                                          </p:val>
                                        </p:tav>
                                      </p:tavLst>
                                    </p:anim>
                                  </p:childTnLst>
                                </p:cTn>
                              </p:par>
                            </p:childTnLst>
                          </p:cTn>
                        </p:par>
                        <p:par>
                          <p:cTn id="419" fill="hold">
                            <p:stCondLst>
                              <p:cond delay="800"/>
                            </p:stCondLst>
                            <p:childTnLst>
                              <p:par>
                                <p:cTn id="420" presetClass="entr" nodeType="afterEffect" presetSubtype="8" presetID="2" grpId="84" fill="hold">
                                  <p:stCondLst>
                                    <p:cond delay="0"/>
                                  </p:stCondLst>
                                  <p:iterate type="el" backwards="0">
                                    <p:tmAbs val="0"/>
                                  </p:iterate>
                                  <p:childTnLst>
                                    <p:set>
                                      <p:cBhvr>
                                        <p:cTn id="421" fill="hold"/>
                                        <p:tgtEl>
                                          <p:spTgt spid="705"/>
                                        </p:tgtEl>
                                        <p:attrNameLst>
                                          <p:attrName>style.visibility</p:attrName>
                                        </p:attrNameLst>
                                      </p:cBhvr>
                                      <p:to>
                                        <p:strVal val="visible"/>
                                      </p:to>
                                    </p:set>
                                    <p:anim calcmode="lin" valueType="num">
                                      <p:cBhvr>
                                        <p:cTn id="422" dur="200" fill="hold"/>
                                        <p:tgtEl>
                                          <p:spTgt spid="705"/>
                                        </p:tgtEl>
                                        <p:attrNameLst>
                                          <p:attrName>ppt_x</p:attrName>
                                        </p:attrNameLst>
                                      </p:cBhvr>
                                      <p:tavLst>
                                        <p:tav tm="0">
                                          <p:val>
                                            <p:strVal val="0-#ppt_w/2"/>
                                          </p:val>
                                        </p:tav>
                                        <p:tav tm="100000">
                                          <p:val>
                                            <p:strVal val="#ppt_x"/>
                                          </p:val>
                                        </p:tav>
                                      </p:tavLst>
                                    </p:anim>
                                    <p:anim calcmode="lin" valueType="num">
                                      <p:cBhvr>
                                        <p:cTn id="423" dur="200" fill="hold"/>
                                        <p:tgtEl>
                                          <p:spTgt spid="705"/>
                                        </p:tgtEl>
                                        <p:attrNameLst>
                                          <p:attrName>ppt_y</p:attrName>
                                        </p:attrNameLst>
                                      </p:cBhvr>
                                      <p:tavLst>
                                        <p:tav tm="0">
                                          <p:val>
                                            <p:strVal val="#ppt_y"/>
                                          </p:val>
                                        </p:tav>
                                        <p:tav tm="100000">
                                          <p:val>
                                            <p:strVal val="#ppt_y"/>
                                          </p:val>
                                        </p:tav>
                                      </p:tavLst>
                                    </p:anim>
                                  </p:childTnLst>
                                </p:cTn>
                              </p:par>
                            </p:childTnLst>
                          </p:cTn>
                        </p:par>
                        <p:par>
                          <p:cTn id="424" fill="hold">
                            <p:stCondLst>
                              <p:cond delay="1000"/>
                            </p:stCondLst>
                            <p:childTnLst>
                              <p:par>
                                <p:cTn id="425" presetClass="entr" nodeType="afterEffect" presetSubtype="8" presetID="2" grpId="85" fill="hold">
                                  <p:stCondLst>
                                    <p:cond delay="0"/>
                                  </p:stCondLst>
                                  <p:iterate type="el" backwards="0">
                                    <p:tmAbs val="0"/>
                                  </p:iterate>
                                  <p:childTnLst>
                                    <p:set>
                                      <p:cBhvr>
                                        <p:cTn id="426" fill="hold"/>
                                        <p:tgtEl>
                                          <p:spTgt spid="728"/>
                                        </p:tgtEl>
                                        <p:attrNameLst>
                                          <p:attrName>style.visibility</p:attrName>
                                        </p:attrNameLst>
                                      </p:cBhvr>
                                      <p:to>
                                        <p:strVal val="visible"/>
                                      </p:to>
                                    </p:set>
                                    <p:anim calcmode="lin" valueType="num">
                                      <p:cBhvr>
                                        <p:cTn id="427" dur="200" fill="hold"/>
                                        <p:tgtEl>
                                          <p:spTgt spid="728"/>
                                        </p:tgtEl>
                                        <p:attrNameLst>
                                          <p:attrName>ppt_x</p:attrName>
                                        </p:attrNameLst>
                                      </p:cBhvr>
                                      <p:tavLst>
                                        <p:tav tm="0">
                                          <p:val>
                                            <p:strVal val="0-#ppt_w/2"/>
                                          </p:val>
                                        </p:tav>
                                        <p:tav tm="100000">
                                          <p:val>
                                            <p:strVal val="#ppt_x"/>
                                          </p:val>
                                        </p:tav>
                                      </p:tavLst>
                                    </p:anim>
                                    <p:anim calcmode="lin" valueType="num">
                                      <p:cBhvr>
                                        <p:cTn id="428" dur="200" fill="hold"/>
                                        <p:tgtEl>
                                          <p:spTgt spid="728"/>
                                        </p:tgtEl>
                                        <p:attrNameLst>
                                          <p:attrName>ppt_y</p:attrName>
                                        </p:attrNameLst>
                                      </p:cBhvr>
                                      <p:tavLst>
                                        <p:tav tm="0">
                                          <p:val>
                                            <p:strVal val="#ppt_y"/>
                                          </p:val>
                                        </p:tav>
                                        <p:tav tm="100000">
                                          <p:val>
                                            <p:strVal val="#ppt_y"/>
                                          </p:val>
                                        </p:tav>
                                      </p:tavLst>
                                    </p:anim>
                                  </p:childTnLst>
                                </p:cTn>
                              </p:par>
                            </p:childTnLst>
                          </p:cTn>
                        </p:par>
                        <p:par>
                          <p:cTn id="429" fill="hold">
                            <p:stCondLst>
                              <p:cond delay="1200"/>
                            </p:stCondLst>
                            <p:childTnLst>
                              <p:par>
                                <p:cTn id="430" presetClass="entr" nodeType="afterEffect" presetSubtype="8" presetID="2" grpId="86" fill="hold">
                                  <p:stCondLst>
                                    <p:cond delay="0"/>
                                  </p:stCondLst>
                                  <p:iterate type="el" backwards="0">
                                    <p:tmAbs val="0"/>
                                  </p:iterate>
                                  <p:childTnLst>
                                    <p:set>
                                      <p:cBhvr>
                                        <p:cTn id="431" fill="hold"/>
                                        <p:tgtEl>
                                          <p:spTgt spid="730"/>
                                        </p:tgtEl>
                                        <p:attrNameLst>
                                          <p:attrName>style.visibility</p:attrName>
                                        </p:attrNameLst>
                                      </p:cBhvr>
                                      <p:to>
                                        <p:strVal val="visible"/>
                                      </p:to>
                                    </p:set>
                                    <p:anim calcmode="lin" valueType="num">
                                      <p:cBhvr>
                                        <p:cTn id="432" dur="200" fill="hold"/>
                                        <p:tgtEl>
                                          <p:spTgt spid="730"/>
                                        </p:tgtEl>
                                        <p:attrNameLst>
                                          <p:attrName>ppt_x</p:attrName>
                                        </p:attrNameLst>
                                      </p:cBhvr>
                                      <p:tavLst>
                                        <p:tav tm="0">
                                          <p:val>
                                            <p:strVal val="0-#ppt_w/2"/>
                                          </p:val>
                                        </p:tav>
                                        <p:tav tm="100000">
                                          <p:val>
                                            <p:strVal val="#ppt_x"/>
                                          </p:val>
                                        </p:tav>
                                      </p:tavLst>
                                    </p:anim>
                                    <p:anim calcmode="lin" valueType="num">
                                      <p:cBhvr>
                                        <p:cTn id="433" dur="200" fill="hold"/>
                                        <p:tgtEl>
                                          <p:spTgt spid="730"/>
                                        </p:tgtEl>
                                        <p:attrNameLst>
                                          <p:attrName>ppt_y</p:attrName>
                                        </p:attrNameLst>
                                      </p:cBhvr>
                                      <p:tavLst>
                                        <p:tav tm="0">
                                          <p:val>
                                            <p:strVal val="#ppt_y"/>
                                          </p:val>
                                        </p:tav>
                                        <p:tav tm="100000">
                                          <p:val>
                                            <p:strVal val="#ppt_y"/>
                                          </p:val>
                                        </p:tav>
                                      </p:tavLst>
                                    </p:anim>
                                  </p:childTnLst>
                                </p:cTn>
                              </p:par>
                            </p:childTnLst>
                          </p:cTn>
                        </p:par>
                        <p:par>
                          <p:cTn id="434" fill="hold">
                            <p:stCondLst>
                              <p:cond delay="1400"/>
                            </p:stCondLst>
                            <p:childTnLst>
                              <p:par>
                                <p:cTn id="435" presetClass="entr" nodeType="afterEffect" presetSubtype="8" presetID="2" grpId="87" fill="hold">
                                  <p:stCondLst>
                                    <p:cond delay="0"/>
                                  </p:stCondLst>
                                  <p:iterate type="el" backwards="0">
                                    <p:tmAbs val="0"/>
                                  </p:iterate>
                                  <p:childTnLst>
                                    <p:set>
                                      <p:cBhvr>
                                        <p:cTn id="436" fill="hold"/>
                                        <p:tgtEl>
                                          <p:spTgt spid="715"/>
                                        </p:tgtEl>
                                        <p:attrNameLst>
                                          <p:attrName>style.visibility</p:attrName>
                                        </p:attrNameLst>
                                      </p:cBhvr>
                                      <p:to>
                                        <p:strVal val="visible"/>
                                      </p:to>
                                    </p:set>
                                    <p:anim calcmode="lin" valueType="num">
                                      <p:cBhvr>
                                        <p:cTn id="437" dur="200" fill="hold"/>
                                        <p:tgtEl>
                                          <p:spTgt spid="715"/>
                                        </p:tgtEl>
                                        <p:attrNameLst>
                                          <p:attrName>ppt_x</p:attrName>
                                        </p:attrNameLst>
                                      </p:cBhvr>
                                      <p:tavLst>
                                        <p:tav tm="0">
                                          <p:val>
                                            <p:strVal val="0-#ppt_w/2"/>
                                          </p:val>
                                        </p:tav>
                                        <p:tav tm="100000">
                                          <p:val>
                                            <p:strVal val="#ppt_x"/>
                                          </p:val>
                                        </p:tav>
                                      </p:tavLst>
                                    </p:anim>
                                    <p:anim calcmode="lin" valueType="num">
                                      <p:cBhvr>
                                        <p:cTn id="438" dur="200" fill="hold"/>
                                        <p:tgtEl>
                                          <p:spTgt spid="715"/>
                                        </p:tgtEl>
                                        <p:attrNameLst>
                                          <p:attrName>ppt_y</p:attrName>
                                        </p:attrNameLst>
                                      </p:cBhvr>
                                      <p:tavLst>
                                        <p:tav tm="0">
                                          <p:val>
                                            <p:strVal val="#ppt_y"/>
                                          </p:val>
                                        </p:tav>
                                        <p:tav tm="100000">
                                          <p:val>
                                            <p:strVal val="#ppt_y"/>
                                          </p:val>
                                        </p:tav>
                                      </p:tavLst>
                                    </p:anim>
                                  </p:childTnLst>
                                </p:cTn>
                              </p:par>
                            </p:childTnLst>
                          </p:cTn>
                        </p:par>
                        <p:par>
                          <p:cTn id="439" fill="hold">
                            <p:stCondLst>
                              <p:cond delay="1600"/>
                            </p:stCondLst>
                            <p:childTnLst>
                              <p:par>
                                <p:cTn id="440" presetClass="entr" nodeType="afterEffect" presetSubtype="8" presetID="2" grpId="88" fill="hold">
                                  <p:stCondLst>
                                    <p:cond delay="0"/>
                                  </p:stCondLst>
                                  <p:iterate type="el" backwards="0">
                                    <p:tmAbs val="0"/>
                                  </p:iterate>
                                  <p:childTnLst>
                                    <p:set>
                                      <p:cBhvr>
                                        <p:cTn id="441" fill="hold"/>
                                        <p:tgtEl>
                                          <p:spTgt spid="727"/>
                                        </p:tgtEl>
                                        <p:attrNameLst>
                                          <p:attrName>style.visibility</p:attrName>
                                        </p:attrNameLst>
                                      </p:cBhvr>
                                      <p:to>
                                        <p:strVal val="visible"/>
                                      </p:to>
                                    </p:set>
                                    <p:anim calcmode="lin" valueType="num">
                                      <p:cBhvr>
                                        <p:cTn id="442" dur="200" fill="hold"/>
                                        <p:tgtEl>
                                          <p:spTgt spid="727"/>
                                        </p:tgtEl>
                                        <p:attrNameLst>
                                          <p:attrName>ppt_x</p:attrName>
                                        </p:attrNameLst>
                                      </p:cBhvr>
                                      <p:tavLst>
                                        <p:tav tm="0">
                                          <p:val>
                                            <p:strVal val="0-#ppt_w/2"/>
                                          </p:val>
                                        </p:tav>
                                        <p:tav tm="100000">
                                          <p:val>
                                            <p:strVal val="#ppt_x"/>
                                          </p:val>
                                        </p:tav>
                                      </p:tavLst>
                                    </p:anim>
                                    <p:anim calcmode="lin" valueType="num">
                                      <p:cBhvr>
                                        <p:cTn id="443" dur="200" fill="hold"/>
                                        <p:tgtEl>
                                          <p:spTgt spid="727"/>
                                        </p:tgtEl>
                                        <p:attrNameLst>
                                          <p:attrName>ppt_y</p:attrName>
                                        </p:attrNameLst>
                                      </p:cBhvr>
                                      <p:tavLst>
                                        <p:tav tm="0">
                                          <p:val>
                                            <p:strVal val="#ppt_y"/>
                                          </p:val>
                                        </p:tav>
                                        <p:tav tm="100000">
                                          <p:val>
                                            <p:strVal val="#ppt_y"/>
                                          </p:val>
                                        </p:tav>
                                      </p:tavLst>
                                    </p:anim>
                                  </p:childTnLst>
                                </p:cTn>
                              </p:par>
                            </p:childTnLst>
                          </p:cTn>
                        </p:par>
                        <p:par>
                          <p:cTn id="444" fill="hold">
                            <p:stCondLst>
                              <p:cond delay="1800"/>
                            </p:stCondLst>
                            <p:childTnLst>
                              <p:par>
                                <p:cTn id="445" presetClass="entr" nodeType="afterEffect" presetSubtype="8" presetID="2" grpId="89" fill="hold">
                                  <p:stCondLst>
                                    <p:cond delay="0"/>
                                  </p:stCondLst>
                                  <p:iterate type="el" backwards="0">
                                    <p:tmAbs val="0"/>
                                  </p:iterate>
                                  <p:childTnLst>
                                    <p:set>
                                      <p:cBhvr>
                                        <p:cTn id="446" fill="hold"/>
                                        <p:tgtEl>
                                          <p:spTgt spid="716"/>
                                        </p:tgtEl>
                                        <p:attrNameLst>
                                          <p:attrName>style.visibility</p:attrName>
                                        </p:attrNameLst>
                                      </p:cBhvr>
                                      <p:to>
                                        <p:strVal val="visible"/>
                                      </p:to>
                                    </p:set>
                                    <p:anim calcmode="lin" valueType="num">
                                      <p:cBhvr>
                                        <p:cTn id="447" dur="200" fill="hold"/>
                                        <p:tgtEl>
                                          <p:spTgt spid="716"/>
                                        </p:tgtEl>
                                        <p:attrNameLst>
                                          <p:attrName>ppt_x</p:attrName>
                                        </p:attrNameLst>
                                      </p:cBhvr>
                                      <p:tavLst>
                                        <p:tav tm="0">
                                          <p:val>
                                            <p:strVal val="0-#ppt_w/2"/>
                                          </p:val>
                                        </p:tav>
                                        <p:tav tm="100000">
                                          <p:val>
                                            <p:strVal val="#ppt_x"/>
                                          </p:val>
                                        </p:tav>
                                      </p:tavLst>
                                    </p:anim>
                                    <p:anim calcmode="lin" valueType="num">
                                      <p:cBhvr>
                                        <p:cTn id="448" dur="200" fill="hold"/>
                                        <p:tgtEl>
                                          <p:spTgt spid="716"/>
                                        </p:tgtEl>
                                        <p:attrNameLst>
                                          <p:attrName>ppt_y</p:attrName>
                                        </p:attrNameLst>
                                      </p:cBhvr>
                                      <p:tavLst>
                                        <p:tav tm="0">
                                          <p:val>
                                            <p:strVal val="#ppt_y"/>
                                          </p:val>
                                        </p:tav>
                                        <p:tav tm="100000">
                                          <p:val>
                                            <p:strVal val="#ppt_y"/>
                                          </p:val>
                                        </p:tav>
                                      </p:tavLst>
                                    </p:anim>
                                  </p:childTnLst>
                                </p:cTn>
                              </p:par>
                            </p:childTnLst>
                          </p:cTn>
                        </p:par>
                        <p:par>
                          <p:cTn id="449" fill="hold">
                            <p:stCondLst>
                              <p:cond delay="2000"/>
                            </p:stCondLst>
                            <p:childTnLst>
                              <p:par>
                                <p:cTn id="450" presetClass="entr" nodeType="afterEffect" presetSubtype="8" presetID="2" grpId="90" fill="hold">
                                  <p:stCondLst>
                                    <p:cond delay="0"/>
                                  </p:stCondLst>
                                  <p:iterate type="el" backwards="0">
                                    <p:tmAbs val="0"/>
                                  </p:iterate>
                                  <p:childTnLst>
                                    <p:set>
                                      <p:cBhvr>
                                        <p:cTn id="451" fill="hold"/>
                                        <p:tgtEl>
                                          <p:spTgt spid="717"/>
                                        </p:tgtEl>
                                        <p:attrNameLst>
                                          <p:attrName>style.visibility</p:attrName>
                                        </p:attrNameLst>
                                      </p:cBhvr>
                                      <p:to>
                                        <p:strVal val="visible"/>
                                      </p:to>
                                    </p:set>
                                    <p:anim calcmode="lin" valueType="num">
                                      <p:cBhvr>
                                        <p:cTn id="452" dur="200" fill="hold"/>
                                        <p:tgtEl>
                                          <p:spTgt spid="717"/>
                                        </p:tgtEl>
                                        <p:attrNameLst>
                                          <p:attrName>ppt_x</p:attrName>
                                        </p:attrNameLst>
                                      </p:cBhvr>
                                      <p:tavLst>
                                        <p:tav tm="0">
                                          <p:val>
                                            <p:strVal val="0-#ppt_w/2"/>
                                          </p:val>
                                        </p:tav>
                                        <p:tav tm="100000">
                                          <p:val>
                                            <p:strVal val="#ppt_x"/>
                                          </p:val>
                                        </p:tav>
                                      </p:tavLst>
                                    </p:anim>
                                    <p:anim calcmode="lin" valueType="num">
                                      <p:cBhvr>
                                        <p:cTn id="453" dur="200" fill="hold"/>
                                        <p:tgtEl>
                                          <p:spTgt spid="717"/>
                                        </p:tgtEl>
                                        <p:attrNameLst>
                                          <p:attrName>ppt_y</p:attrName>
                                        </p:attrNameLst>
                                      </p:cBhvr>
                                      <p:tavLst>
                                        <p:tav tm="0">
                                          <p:val>
                                            <p:strVal val="#ppt_y"/>
                                          </p:val>
                                        </p:tav>
                                        <p:tav tm="100000">
                                          <p:val>
                                            <p:strVal val="#ppt_y"/>
                                          </p:val>
                                        </p:tav>
                                      </p:tavLst>
                                    </p:anim>
                                  </p:childTnLst>
                                </p:cTn>
                              </p:par>
                            </p:childTnLst>
                          </p:cTn>
                        </p:par>
                      </p:childTnLst>
                    </p:cTn>
                  </p:par>
                  <p:par>
                    <p:cTn id="454" fill="hold">
                      <p:stCondLst>
                        <p:cond delay="indefinite"/>
                      </p:stCondLst>
                      <p:childTnLst>
                        <p:par>
                          <p:cTn id="455" fill="hold">
                            <p:stCondLst>
                              <p:cond delay="0"/>
                            </p:stCondLst>
                            <p:childTnLst>
                              <p:par>
                                <p:cTn id="456" presetClass="entr" nodeType="clickEffect" presetSubtype="8" presetID="2" grpId="91" fill="hold">
                                  <p:stCondLst>
                                    <p:cond delay="0"/>
                                  </p:stCondLst>
                                  <p:iterate type="el" backwards="0">
                                    <p:tmAbs val="0"/>
                                  </p:iterate>
                                  <p:childTnLst>
                                    <p:set>
                                      <p:cBhvr>
                                        <p:cTn id="457" fill="hold"/>
                                        <p:tgtEl>
                                          <p:spTgt spid="732"/>
                                        </p:tgtEl>
                                        <p:attrNameLst>
                                          <p:attrName>style.visibility</p:attrName>
                                        </p:attrNameLst>
                                      </p:cBhvr>
                                      <p:to>
                                        <p:strVal val="visible"/>
                                      </p:to>
                                    </p:set>
                                    <p:anim calcmode="lin" valueType="num">
                                      <p:cBhvr>
                                        <p:cTn id="458" dur="200" fill="hold"/>
                                        <p:tgtEl>
                                          <p:spTgt spid="732"/>
                                        </p:tgtEl>
                                        <p:attrNameLst>
                                          <p:attrName>ppt_x</p:attrName>
                                        </p:attrNameLst>
                                      </p:cBhvr>
                                      <p:tavLst>
                                        <p:tav tm="0">
                                          <p:val>
                                            <p:strVal val="0-#ppt_w/2"/>
                                          </p:val>
                                        </p:tav>
                                        <p:tav tm="100000">
                                          <p:val>
                                            <p:strVal val="#ppt_x"/>
                                          </p:val>
                                        </p:tav>
                                      </p:tavLst>
                                    </p:anim>
                                    <p:anim calcmode="lin" valueType="num">
                                      <p:cBhvr>
                                        <p:cTn id="459" dur="200" fill="hold"/>
                                        <p:tgtEl>
                                          <p:spTgt spid="732"/>
                                        </p:tgtEl>
                                        <p:attrNameLst>
                                          <p:attrName>ppt_y</p:attrName>
                                        </p:attrNameLst>
                                      </p:cBhvr>
                                      <p:tavLst>
                                        <p:tav tm="0">
                                          <p:val>
                                            <p:strVal val="#ppt_y"/>
                                          </p:val>
                                        </p:tav>
                                        <p:tav tm="100000">
                                          <p:val>
                                            <p:strVal val="#ppt_y"/>
                                          </p:val>
                                        </p:tav>
                                      </p:tavLst>
                                    </p:anim>
                                  </p:childTnLst>
                                </p:cTn>
                              </p:par>
                            </p:childTnLst>
                          </p:cTn>
                        </p:par>
                        <p:par>
                          <p:cTn id="460" fill="hold">
                            <p:stCondLst>
                              <p:cond delay="200"/>
                            </p:stCondLst>
                            <p:childTnLst>
                              <p:par>
                                <p:cTn id="461" presetClass="entr" nodeType="afterEffect" presetSubtype="8" presetID="2" grpId="92" fill="hold">
                                  <p:stCondLst>
                                    <p:cond delay="0"/>
                                  </p:stCondLst>
                                  <p:iterate type="el" backwards="0">
                                    <p:tmAbs val="0"/>
                                  </p:iterate>
                                  <p:childTnLst>
                                    <p:set>
                                      <p:cBhvr>
                                        <p:cTn id="462" fill="hold"/>
                                        <p:tgtEl>
                                          <p:spTgt spid="718"/>
                                        </p:tgtEl>
                                        <p:attrNameLst>
                                          <p:attrName>style.visibility</p:attrName>
                                        </p:attrNameLst>
                                      </p:cBhvr>
                                      <p:to>
                                        <p:strVal val="visible"/>
                                      </p:to>
                                    </p:set>
                                    <p:anim calcmode="lin" valueType="num">
                                      <p:cBhvr>
                                        <p:cTn id="463" dur="200" fill="hold"/>
                                        <p:tgtEl>
                                          <p:spTgt spid="718"/>
                                        </p:tgtEl>
                                        <p:attrNameLst>
                                          <p:attrName>ppt_x</p:attrName>
                                        </p:attrNameLst>
                                      </p:cBhvr>
                                      <p:tavLst>
                                        <p:tav tm="0">
                                          <p:val>
                                            <p:strVal val="0-#ppt_w/2"/>
                                          </p:val>
                                        </p:tav>
                                        <p:tav tm="100000">
                                          <p:val>
                                            <p:strVal val="#ppt_x"/>
                                          </p:val>
                                        </p:tav>
                                      </p:tavLst>
                                    </p:anim>
                                    <p:anim calcmode="lin" valueType="num">
                                      <p:cBhvr>
                                        <p:cTn id="464" dur="200" fill="hold"/>
                                        <p:tgtEl>
                                          <p:spTgt spid="718"/>
                                        </p:tgtEl>
                                        <p:attrNameLst>
                                          <p:attrName>ppt_y</p:attrName>
                                        </p:attrNameLst>
                                      </p:cBhvr>
                                      <p:tavLst>
                                        <p:tav tm="0">
                                          <p:val>
                                            <p:strVal val="#ppt_y"/>
                                          </p:val>
                                        </p:tav>
                                        <p:tav tm="100000">
                                          <p:val>
                                            <p:strVal val="#ppt_y"/>
                                          </p:val>
                                        </p:tav>
                                      </p:tavLst>
                                    </p:anim>
                                  </p:childTnLst>
                                </p:cTn>
                              </p:par>
                            </p:childTnLst>
                          </p:cTn>
                        </p:par>
                        <p:par>
                          <p:cTn id="465" fill="hold">
                            <p:stCondLst>
                              <p:cond delay="400"/>
                            </p:stCondLst>
                            <p:childTnLst>
                              <p:par>
                                <p:cTn id="466" presetClass="entr" nodeType="afterEffect" presetSubtype="8" presetID="2" grpId="93" fill="hold">
                                  <p:stCondLst>
                                    <p:cond delay="0"/>
                                  </p:stCondLst>
                                  <p:iterate type="el" backwards="0">
                                    <p:tmAbs val="0"/>
                                  </p:iterate>
                                  <p:childTnLst>
                                    <p:set>
                                      <p:cBhvr>
                                        <p:cTn id="467" fill="hold"/>
                                        <p:tgtEl>
                                          <p:spTgt spid="719"/>
                                        </p:tgtEl>
                                        <p:attrNameLst>
                                          <p:attrName>style.visibility</p:attrName>
                                        </p:attrNameLst>
                                      </p:cBhvr>
                                      <p:to>
                                        <p:strVal val="visible"/>
                                      </p:to>
                                    </p:set>
                                    <p:anim calcmode="lin" valueType="num">
                                      <p:cBhvr>
                                        <p:cTn id="468" dur="200" fill="hold"/>
                                        <p:tgtEl>
                                          <p:spTgt spid="719"/>
                                        </p:tgtEl>
                                        <p:attrNameLst>
                                          <p:attrName>ppt_x</p:attrName>
                                        </p:attrNameLst>
                                      </p:cBhvr>
                                      <p:tavLst>
                                        <p:tav tm="0">
                                          <p:val>
                                            <p:strVal val="0-#ppt_w/2"/>
                                          </p:val>
                                        </p:tav>
                                        <p:tav tm="100000">
                                          <p:val>
                                            <p:strVal val="#ppt_x"/>
                                          </p:val>
                                        </p:tav>
                                      </p:tavLst>
                                    </p:anim>
                                    <p:anim calcmode="lin" valueType="num">
                                      <p:cBhvr>
                                        <p:cTn id="469" dur="200" fill="hold"/>
                                        <p:tgtEl>
                                          <p:spTgt spid="719"/>
                                        </p:tgtEl>
                                        <p:attrNameLst>
                                          <p:attrName>ppt_y</p:attrName>
                                        </p:attrNameLst>
                                      </p:cBhvr>
                                      <p:tavLst>
                                        <p:tav tm="0">
                                          <p:val>
                                            <p:strVal val="#ppt_y"/>
                                          </p:val>
                                        </p:tav>
                                        <p:tav tm="100000">
                                          <p:val>
                                            <p:strVal val="#ppt_y"/>
                                          </p:val>
                                        </p:tav>
                                      </p:tavLst>
                                    </p:anim>
                                  </p:childTnLst>
                                </p:cTn>
                              </p:par>
                            </p:childTnLst>
                          </p:cTn>
                        </p:par>
                      </p:childTnLst>
                    </p:cTn>
                  </p:par>
                  <p:par>
                    <p:cTn id="470" fill="hold">
                      <p:stCondLst>
                        <p:cond delay="indefinite"/>
                      </p:stCondLst>
                      <p:childTnLst>
                        <p:par>
                          <p:cTn id="471" fill="hold">
                            <p:stCondLst>
                              <p:cond delay="0"/>
                            </p:stCondLst>
                            <p:childTnLst>
                              <p:par>
                                <p:cTn id="472" presetClass="entr" nodeType="clickEffect" presetSubtype="8" presetID="2" grpId="94" fill="hold">
                                  <p:stCondLst>
                                    <p:cond delay="0"/>
                                  </p:stCondLst>
                                  <p:iterate type="el" backwards="0">
                                    <p:tmAbs val="0"/>
                                  </p:iterate>
                                  <p:childTnLst>
                                    <p:set>
                                      <p:cBhvr>
                                        <p:cTn id="473" fill="hold"/>
                                        <p:tgtEl>
                                          <p:spTgt spid="725"/>
                                        </p:tgtEl>
                                        <p:attrNameLst>
                                          <p:attrName>style.visibility</p:attrName>
                                        </p:attrNameLst>
                                      </p:cBhvr>
                                      <p:to>
                                        <p:strVal val="visible"/>
                                      </p:to>
                                    </p:set>
                                    <p:anim calcmode="lin" valueType="num">
                                      <p:cBhvr>
                                        <p:cTn id="474" dur="200" fill="hold"/>
                                        <p:tgtEl>
                                          <p:spTgt spid="725"/>
                                        </p:tgtEl>
                                        <p:attrNameLst>
                                          <p:attrName>ppt_x</p:attrName>
                                        </p:attrNameLst>
                                      </p:cBhvr>
                                      <p:tavLst>
                                        <p:tav tm="0">
                                          <p:val>
                                            <p:strVal val="0-#ppt_w/2"/>
                                          </p:val>
                                        </p:tav>
                                        <p:tav tm="100000">
                                          <p:val>
                                            <p:strVal val="#ppt_x"/>
                                          </p:val>
                                        </p:tav>
                                      </p:tavLst>
                                    </p:anim>
                                    <p:anim calcmode="lin" valueType="num">
                                      <p:cBhvr>
                                        <p:cTn id="475" dur="200" fill="hold"/>
                                        <p:tgtEl>
                                          <p:spTgt spid="725"/>
                                        </p:tgtEl>
                                        <p:attrNameLst>
                                          <p:attrName>ppt_y</p:attrName>
                                        </p:attrNameLst>
                                      </p:cBhvr>
                                      <p:tavLst>
                                        <p:tav tm="0">
                                          <p:val>
                                            <p:strVal val="#ppt_y"/>
                                          </p:val>
                                        </p:tav>
                                        <p:tav tm="100000">
                                          <p:val>
                                            <p:strVal val="#ppt_y"/>
                                          </p:val>
                                        </p:tav>
                                      </p:tavLst>
                                    </p:anim>
                                  </p:childTnLst>
                                </p:cTn>
                              </p:par>
                            </p:childTnLst>
                          </p:cTn>
                        </p:par>
                        <p:par>
                          <p:cTn id="476" fill="hold">
                            <p:stCondLst>
                              <p:cond delay="200"/>
                            </p:stCondLst>
                            <p:childTnLst>
                              <p:par>
                                <p:cTn id="477" presetClass="entr" nodeType="afterEffect" presetSubtype="8" presetID="2" grpId="95" fill="hold">
                                  <p:stCondLst>
                                    <p:cond delay="0"/>
                                  </p:stCondLst>
                                  <p:iterate type="el" backwards="0">
                                    <p:tmAbs val="0"/>
                                  </p:iterate>
                                  <p:childTnLst>
                                    <p:set>
                                      <p:cBhvr>
                                        <p:cTn id="478" fill="hold"/>
                                        <p:tgtEl>
                                          <p:spTgt spid="720"/>
                                        </p:tgtEl>
                                        <p:attrNameLst>
                                          <p:attrName>style.visibility</p:attrName>
                                        </p:attrNameLst>
                                      </p:cBhvr>
                                      <p:to>
                                        <p:strVal val="visible"/>
                                      </p:to>
                                    </p:set>
                                    <p:anim calcmode="lin" valueType="num">
                                      <p:cBhvr>
                                        <p:cTn id="479" dur="200" fill="hold"/>
                                        <p:tgtEl>
                                          <p:spTgt spid="720"/>
                                        </p:tgtEl>
                                        <p:attrNameLst>
                                          <p:attrName>ppt_x</p:attrName>
                                        </p:attrNameLst>
                                      </p:cBhvr>
                                      <p:tavLst>
                                        <p:tav tm="0">
                                          <p:val>
                                            <p:strVal val="0-#ppt_w/2"/>
                                          </p:val>
                                        </p:tav>
                                        <p:tav tm="100000">
                                          <p:val>
                                            <p:strVal val="#ppt_x"/>
                                          </p:val>
                                        </p:tav>
                                      </p:tavLst>
                                    </p:anim>
                                    <p:anim calcmode="lin" valueType="num">
                                      <p:cBhvr>
                                        <p:cTn id="480" dur="200" fill="hold"/>
                                        <p:tgtEl>
                                          <p:spTgt spid="720"/>
                                        </p:tgtEl>
                                        <p:attrNameLst>
                                          <p:attrName>ppt_y</p:attrName>
                                        </p:attrNameLst>
                                      </p:cBhvr>
                                      <p:tavLst>
                                        <p:tav tm="0">
                                          <p:val>
                                            <p:strVal val="#ppt_y"/>
                                          </p:val>
                                        </p:tav>
                                        <p:tav tm="100000">
                                          <p:val>
                                            <p:strVal val="#ppt_y"/>
                                          </p:val>
                                        </p:tav>
                                      </p:tavLst>
                                    </p:anim>
                                  </p:childTnLst>
                                </p:cTn>
                              </p:par>
                            </p:childTnLst>
                          </p:cTn>
                        </p:par>
                        <p:par>
                          <p:cTn id="481" fill="hold">
                            <p:stCondLst>
                              <p:cond delay="400"/>
                            </p:stCondLst>
                            <p:childTnLst>
                              <p:par>
                                <p:cTn id="482" presetClass="entr" nodeType="afterEffect" presetSubtype="8" presetID="2" grpId="96" fill="hold">
                                  <p:stCondLst>
                                    <p:cond delay="0"/>
                                  </p:stCondLst>
                                  <p:iterate type="el" backwards="0">
                                    <p:tmAbs val="0"/>
                                  </p:iterate>
                                  <p:childTnLst>
                                    <p:set>
                                      <p:cBhvr>
                                        <p:cTn id="483" fill="hold"/>
                                        <p:tgtEl>
                                          <p:spTgt spid="721"/>
                                        </p:tgtEl>
                                        <p:attrNameLst>
                                          <p:attrName>style.visibility</p:attrName>
                                        </p:attrNameLst>
                                      </p:cBhvr>
                                      <p:to>
                                        <p:strVal val="visible"/>
                                      </p:to>
                                    </p:set>
                                    <p:anim calcmode="lin" valueType="num">
                                      <p:cBhvr>
                                        <p:cTn id="484" dur="200" fill="hold"/>
                                        <p:tgtEl>
                                          <p:spTgt spid="721"/>
                                        </p:tgtEl>
                                        <p:attrNameLst>
                                          <p:attrName>ppt_x</p:attrName>
                                        </p:attrNameLst>
                                      </p:cBhvr>
                                      <p:tavLst>
                                        <p:tav tm="0">
                                          <p:val>
                                            <p:strVal val="0-#ppt_w/2"/>
                                          </p:val>
                                        </p:tav>
                                        <p:tav tm="100000">
                                          <p:val>
                                            <p:strVal val="#ppt_x"/>
                                          </p:val>
                                        </p:tav>
                                      </p:tavLst>
                                    </p:anim>
                                    <p:anim calcmode="lin" valueType="num">
                                      <p:cBhvr>
                                        <p:cTn id="485" dur="200" fill="hold"/>
                                        <p:tgtEl>
                                          <p:spTgt spid="721"/>
                                        </p:tgtEl>
                                        <p:attrNameLst>
                                          <p:attrName>ppt_y</p:attrName>
                                        </p:attrNameLst>
                                      </p:cBhvr>
                                      <p:tavLst>
                                        <p:tav tm="0">
                                          <p:val>
                                            <p:strVal val="#ppt_y"/>
                                          </p:val>
                                        </p:tav>
                                        <p:tav tm="100000">
                                          <p:val>
                                            <p:strVal val="#ppt_y"/>
                                          </p:val>
                                        </p:tav>
                                      </p:tavLst>
                                    </p:anim>
                                  </p:childTnLst>
                                </p:cTn>
                              </p:par>
                            </p:childTnLst>
                          </p:cTn>
                        </p:par>
                        <p:par>
                          <p:cTn id="486" fill="hold">
                            <p:stCondLst>
                              <p:cond delay="600"/>
                            </p:stCondLst>
                            <p:childTnLst>
                              <p:par>
                                <p:cTn id="487" presetClass="entr" nodeType="afterEffect" presetSubtype="8" presetID="2" grpId="97" fill="hold">
                                  <p:stCondLst>
                                    <p:cond delay="0"/>
                                  </p:stCondLst>
                                  <p:iterate type="el" backwards="0">
                                    <p:tmAbs val="0"/>
                                  </p:iterate>
                                  <p:childTnLst>
                                    <p:set>
                                      <p:cBhvr>
                                        <p:cTn id="488" fill="hold"/>
                                        <p:tgtEl>
                                          <p:spTgt spid="722"/>
                                        </p:tgtEl>
                                        <p:attrNameLst>
                                          <p:attrName>style.visibility</p:attrName>
                                        </p:attrNameLst>
                                      </p:cBhvr>
                                      <p:to>
                                        <p:strVal val="visible"/>
                                      </p:to>
                                    </p:set>
                                    <p:anim calcmode="lin" valueType="num">
                                      <p:cBhvr>
                                        <p:cTn id="489" dur="200" fill="hold"/>
                                        <p:tgtEl>
                                          <p:spTgt spid="722"/>
                                        </p:tgtEl>
                                        <p:attrNameLst>
                                          <p:attrName>ppt_x</p:attrName>
                                        </p:attrNameLst>
                                      </p:cBhvr>
                                      <p:tavLst>
                                        <p:tav tm="0">
                                          <p:val>
                                            <p:strVal val="0-#ppt_w/2"/>
                                          </p:val>
                                        </p:tav>
                                        <p:tav tm="100000">
                                          <p:val>
                                            <p:strVal val="#ppt_x"/>
                                          </p:val>
                                        </p:tav>
                                      </p:tavLst>
                                    </p:anim>
                                    <p:anim calcmode="lin" valueType="num">
                                      <p:cBhvr>
                                        <p:cTn id="490" dur="200" fill="hold"/>
                                        <p:tgtEl>
                                          <p:spTgt spid="722"/>
                                        </p:tgtEl>
                                        <p:attrNameLst>
                                          <p:attrName>ppt_y</p:attrName>
                                        </p:attrNameLst>
                                      </p:cBhvr>
                                      <p:tavLst>
                                        <p:tav tm="0">
                                          <p:val>
                                            <p:strVal val="#ppt_y"/>
                                          </p:val>
                                        </p:tav>
                                        <p:tav tm="100000">
                                          <p:val>
                                            <p:strVal val="#ppt_y"/>
                                          </p:val>
                                        </p:tav>
                                      </p:tavLst>
                                    </p:anim>
                                  </p:childTnLst>
                                </p:cTn>
                              </p:par>
                            </p:childTnLst>
                          </p:cTn>
                        </p:par>
                        <p:par>
                          <p:cTn id="491" fill="hold">
                            <p:stCondLst>
                              <p:cond delay="800"/>
                            </p:stCondLst>
                            <p:childTnLst>
                              <p:par>
                                <p:cTn id="492" presetClass="entr" nodeType="afterEffect" presetSubtype="8" presetID="2" grpId="98" fill="hold">
                                  <p:stCondLst>
                                    <p:cond delay="0"/>
                                  </p:stCondLst>
                                  <p:iterate type="el" backwards="0">
                                    <p:tmAbs val="0"/>
                                  </p:iterate>
                                  <p:childTnLst>
                                    <p:set>
                                      <p:cBhvr>
                                        <p:cTn id="493" fill="hold"/>
                                        <p:tgtEl>
                                          <p:spTgt spid="726"/>
                                        </p:tgtEl>
                                        <p:attrNameLst>
                                          <p:attrName>style.visibility</p:attrName>
                                        </p:attrNameLst>
                                      </p:cBhvr>
                                      <p:to>
                                        <p:strVal val="visible"/>
                                      </p:to>
                                    </p:set>
                                    <p:anim calcmode="lin" valueType="num">
                                      <p:cBhvr>
                                        <p:cTn id="494" dur="200" fill="hold"/>
                                        <p:tgtEl>
                                          <p:spTgt spid="726"/>
                                        </p:tgtEl>
                                        <p:attrNameLst>
                                          <p:attrName>ppt_x</p:attrName>
                                        </p:attrNameLst>
                                      </p:cBhvr>
                                      <p:tavLst>
                                        <p:tav tm="0">
                                          <p:val>
                                            <p:strVal val="0-#ppt_w/2"/>
                                          </p:val>
                                        </p:tav>
                                        <p:tav tm="100000">
                                          <p:val>
                                            <p:strVal val="#ppt_x"/>
                                          </p:val>
                                        </p:tav>
                                      </p:tavLst>
                                    </p:anim>
                                    <p:anim calcmode="lin" valueType="num">
                                      <p:cBhvr>
                                        <p:cTn id="495" dur="200" fill="hold"/>
                                        <p:tgtEl>
                                          <p:spTgt spid="726"/>
                                        </p:tgtEl>
                                        <p:attrNameLst>
                                          <p:attrName>ppt_y</p:attrName>
                                        </p:attrNameLst>
                                      </p:cBhvr>
                                      <p:tavLst>
                                        <p:tav tm="0">
                                          <p:val>
                                            <p:strVal val="#ppt_y"/>
                                          </p:val>
                                        </p:tav>
                                        <p:tav tm="100000">
                                          <p:val>
                                            <p:strVal val="#ppt_y"/>
                                          </p:val>
                                        </p:tav>
                                      </p:tavLst>
                                    </p:anim>
                                  </p:childTnLst>
                                </p:cTn>
                              </p:par>
                            </p:childTnLst>
                          </p:cTn>
                        </p:par>
                        <p:par>
                          <p:cTn id="496" fill="hold">
                            <p:stCondLst>
                              <p:cond delay="1000"/>
                            </p:stCondLst>
                            <p:childTnLst>
                              <p:par>
                                <p:cTn id="497" presetClass="entr" nodeType="afterEffect" presetSubtype="8" presetID="2" grpId="99" fill="hold">
                                  <p:stCondLst>
                                    <p:cond delay="0"/>
                                  </p:stCondLst>
                                  <p:iterate type="el" backwards="0">
                                    <p:tmAbs val="0"/>
                                  </p:iterate>
                                  <p:childTnLst>
                                    <p:set>
                                      <p:cBhvr>
                                        <p:cTn id="498" fill="hold"/>
                                        <p:tgtEl>
                                          <p:spTgt spid="723"/>
                                        </p:tgtEl>
                                        <p:attrNameLst>
                                          <p:attrName>style.visibility</p:attrName>
                                        </p:attrNameLst>
                                      </p:cBhvr>
                                      <p:to>
                                        <p:strVal val="visible"/>
                                      </p:to>
                                    </p:set>
                                    <p:anim calcmode="lin" valueType="num">
                                      <p:cBhvr>
                                        <p:cTn id="499" dur="200" fill="hold"/>
                                        <p:tgtEl>
                                          <p:spTgt spid="723"/>
                                        </p:tgtEl>
                                        <p:attrNameLst>
                                          <p:attrName>ppt_x</p:attrName>
                                        </p:attrNameLst>
                                      </p:cBhvr>
                                      <p:tavLst>
                                        <p:tav tm="0">
                                          <p:val>
                                            <p:strVal val="0-#ppt_w/2"/>
                                          </p:val>
                                        </p:tav>
                                        <p:tav tm="100000">
                                          <p:val>
                                            <p:strVal val="#ppt_x"/>
                                          </p:val>
                                        </p:tav>
                                      </p:tavLst>
                                    </p:anim>
                                    <p:anim calcmode="lin" valueType="num">
                                      <p:cBhvr>
                                        <p:cTn id="500" dur="200" fill="hold"/>
                                        <p:tgtEl>
                                          <p:spTgt spid="723"/>
                                        </p:tgtEl>
                                        <p:attrNameLst>
                                          <p:attrName>ppt_y</p:attrName>
                                        </p:attrNameLst>
                                      </p:cBhvr>
                                      <p:tavLst>
                                        <p:tav tm="0">
                                          <p:val>
                                            <p:strVal val="#ppt_y"/>
                                          </p:val>
                                        </p:tav>
                                        <p:tav tm="100000">
                                          <p:val>
                                            <p:strVal val="#ppt_y"/>
                                          </p:val>
                                        </p:tav>
                                      </p:tavLst>
                                    </p:anim>
                                  </p:childTnLst>
                                </p:cTn>
                              </p:par>
                            </p:childTnLst>
                          </p:cTn>
                        </p:par>
                        <p:par>
                          <p:cTn id="501" fill="hold">
                            <p:stCondLst>
                              <p:cond delay="1200"/>
                            </p:stCondLst>
                            <p:childTnLst>
                              <p:par>
                                <p:cTn id="502" presetClass="entr" nodeType="afterEffect" presetSubtype="8" presetID="2" grpId="100" fill="hold">
                                  <p:stCondLst>
                                    <p:cond delay="0"/>
                                  </p:stCondLst>
                                  <p:iterate type="el" backwards="0">
                                    <p:tmAbs val="0"/>
                                  </p:iterate>
                                  <p:childTnLst>
                                    <p:set>
                                      <p:cBhvr>
                                        <p:cTn id="503" fill="hold"/>
                                        <p:tgtEl>
                                          <p:spTgt spid="724"/>
                                        </p:tgtEl>
                                        <p:attrNameLst>
                                          <p:attrName>style.visibility</p:attrName>
                                        </p:attrNameLst>
                                      </p:cBhvr>
                                      <p:to>
                                        <p:strVal val="visible"/>
                                      </p:to>
                                    </p:set>
                                    <p:anim calcmode="lin" valueType="num">
                                      <p:cBhvr>
                                        <p:cTn id="504" dur="200" fill="hold"/>
                                        <p:tgtEl>
                                          <p:spTgt spid="724"/>
                                        </p:tgtEl>
                                        <p:attrNameLst>
                                          <p:attrName>ppt_x</p:attrName>
                                        </p:attrNameLst>
                                      </p:cBhvr>
                                      <p:tavLst>
                                        <p:tav tm="0">
                                          <p:val>
                                            <p:strVal val="0-#ppt_w/2"/>
                                          </p:val>
                                        </p:tav>
                                        <p:tav tm="100000">
                                          <p:val>
                                            <p:strVal val="#ppt_x"/>
                                          </p:val>
                                        </p:tav>
                                      </p:tavLst>
                                    </p:anim>
                                    <p:anim calcmode="lin" valueType="num">
                                      <p:cBhvr>
                                        <p:cTn id="505" dur="200" fill="hold"/>
                                        <p:tgtEl>
                                          <p:spTgt spid="724"/>
                                        </p:tgtEl>
                                        <p:attrNameLst>
                                          <p:attrName>ppt_y</p:attrName>
                                        </p:attrNameLst>
                                      </p:cBhvr>
                                      <p:tavLst>
                                        <p:tav tm="0">
                                          <p:val>
                                            <p:strVal val="#ppt_y"/>
                                          </p:val>
                                        </p:tav>
                                        <p:tav tm="100000">
                                          <p:val>
                                            <p:strVal val="#ppt_y"/>
                                          </p:val>
                                        </p:tav>
                                      </p:tavLst>
                                    </p:anim>
                                  </p:childTnLst>
                                </p:cTn>
                              </p:par>
                            </p:childTnLst>
                          </p:cTn>
                        </p:par>
                      </p:childTnLst>
                    </p:cTn>
                  </p:par>
                  <p:par>
                    <p:cTn id="506" fill="hold">
                      <p:stCondLst>
                        <p:cond delay="indefinite"/>
                      </p:stCondLst>
                      <p:childTnLst>
                        <p:par>
                          <p:cTn id="507" fill="hold">
                            <p:stCondLst>
                              <p:cond delay="0"/>
                            </p:stCondLst>
                            <p:childTnLst>
                              <p:par>
                                <p:cTn id="508" presetClass="entr" nodeType="clickEffect" presetSubtype="8" presetID="2" grpId="101" fill="hold">
                                  <p:stCondLst>
                                    <p:cond delay="0"/>
                                  </p:stCondLst>
                                  <p:iterate type="el" backwards="0">
                                    <p:tmAbs val="0"/>
                                  </p:iterate>
                                  <p:childTnLst>
                                    <p:set>
                                      <p:cBhvr>
                                        <p:cTn id="509" fill="hold"/>
                                        <p:tgtEl>
                                          <p:spTgt spid="712"/>
                                        </p:tgtEl>
                                        <p:attrNameLst>
                                          <p:attrName>style.visibility</p:attrName>
                                        </p:attrNameLst>
                                      </p:cBhvr>
                                      <p:to>
                                        <p:strVal val="visible"/>
                                      </p:to>
                                    </p:set>
                                    <p:anim calcmode="lin" valueType="num">
                                      <p:cBhvr>
                                        <p:cTn id="510" dur="200" fill="hold"/>
                                        <p:tgtEl>
                                          <p:spTgt spid="712"/>
                                        </p:tgtEl>
                                        <p:attrNameLst>
                                          <p:attrName>ppt_x</p:attrName>
                                        </p:attrNameLst>
                                      </p:cBhvr>
                                      <p:tavLst>
                                        <p:tav tm="0">
                                          <p:val>
                                            <p:strVal val="0-#ppt_w/2"/>
                                          </p:val>
                                        </p:tav>
                                        <p:tav tm="100000">
                                          <p:val>
                                            <p:strVal val="#ppt_x"/>
                                          </p:val>
                                        </p:tav>
                                      </p:tavLst>
                                    </p:anim>
                                    <p:anim calcmode="lin" valueType="num">
                                      <p:cBhvr>
                                        <p:cTn id="511" dur="200" fill="hold"/>
                                        <p:tgtEl>
                                          <p:spTgt spid="712"/>
                                        </p:tgtEl>
                                        <p:attrNameLst>
                                          <p:attrName>ppt_y</p:attrName>
                                        </p:attrNameLst>
                                      </p:cBhvr>
                                      <p:tavLst>
                                        <p:tav tm="0">
                                          <p:val>
                                            <p:strVal val="#ppt_y"/>
                                          </p:val>
                                        </p:tav>
                                        <p:tav tm="100000">
                                          <p:val>
                                            <p:strVal val="#ppt_y"/>
                                          </p:val>
                                        </p:tav>
                                      </p:tavLst>
                                    </p:anim>
                                  </p:childTnLst>
                                </p:cTn>
                              </p:par>
                            </p:childTnLst>
                          </p:cTn>
                        </p:par>
                        <p:par>
                          <p:cTn id="512" fill="hold">
                            <p:stCondLst>
                              <p:cond delay="200"/>
                            </p:stCondLst>
                            <p:childTnLst>
                              <p:par>
                                <p:cTn id="513" presetClass="entr" nodeType="afterEffect" presetSubtype="8" presetID="2" grpId="102" fill="hold">
                                  <p:stCondLst>
                                    <p:cond delay="0"/>
                                  </p:stCondLst>
                                  <p:iterate type="el" backwards="0">
                                    <p:tmAbs val="0"/>
                                  </p:iterate>
                                  <p:childTnLst>
                                    <p:set>
                                      <p:cBhvr>
                                        <p:cTn id="514" fill="hold"/>
                                        <p:tgtEl>
                                          <p:spTgt spid="707"/>
                                        </p:tgtEl>
                                        <p:attrNameLst>
                                          <p:attrName>style.visibility</p:attrName>
                                        </p:attrNameLst>
                                      </p:cBhvr>
                                      <p:to>
                                        <p:strVal val="visible"/>
                                      </p:to>
                                    </p:set>
                                    <p:anim calcmode="lin" valueType="num">
                                      <p:cBhvr>
                                        <p:cTn id="515" dur="200" fill="hold"/>
                                        <p:tgtEl>
                                          <p:spTgt spid="707"/>
                                        </p:tgtEl>
                                        <p:attrNameLst>
                                          <p:attrName>ppt_x</p:attrName>
                                        </p:attrNameLst>
                                      </p:cBhvr>
                                      <p:tavLst>
                                        <p:tav tm="0">
                                          <p:val>
                                            <p:strVal val="0-#ppt_w/2"/>
                                          </p:val>
                                        </p:tav>
                                        <p:tav tm="100000">
                                          <p:val>
                                            <p:strVal val="#ppt_x"/>
                                          </p:val>
                                        </p:tav>
                                      </p:tavLst>
                                    </p:anim>
                                    <p:anim calcmode="lin" valueType="num">
                                      <p:cBhvr>
                                        <p:cTn id="516" dur="200" fill="hold"/>
                                        <p:tgtEl>
                                          <p:spTgt spid="707"/>
                                        </p:tgtEl>
                                        <p:attrNameLst>
                                          <p:attrName>ppt_y</p:attrName>
                                        </p:attrNameLst>
                                      </p:cBhvr>
                                      <p:tavLst>
                                        <p:tav tm="0">
                                          <p:val>
                                            <p:strVal val="#ppt_y"/>
                                          </p:val>
                                        </p:tav>
                                        <p:tav tm="100000">
                                          <p:val>
                                            <p:strVal val="#ppt_y"/>
                                          </p:val>
                                        </p:tav>
                                      </p:tavLst>
                                    </p:anim>
                                  </p:childTnLst>
                                </p:cTn>
                              </p:par>
                            </p:childTnLst>
                          </p:cTn>
                        </p:par>
                        <p:par>
                          <p:cTn id="517" fill="hold">
                            <p:stCondLst>
                              <p:cond delay="400"/>
                            </p:stCondLst>
                            <p:childTnLst>
                              <p:par>
                                <p:cTn id="518" presetClass="entr" nodeType="afterEffect" presetSubtype="8" presetID="2" grpId="103" fill="hold">
                                  <p:stCondLst>
                                    <p:cond delay="0"/>
                                  </p:stCondLst>
                                  <p:iterate type="el" backwards="0">
                                    <p:tmAbs val="0"/>
                                  </p:iterate>
                                  <p:childTnLst>
                                    <p:set>
                                      <p:cBhvr>
                                        <p:cTn id="519" fill="hold"/>
                                        <p:tgtEl>
                                          <p:spTgt spid="695"/>
                                        </p:tgtEl>
                                        <p:attrNameLst>
                                          <p:attrName>style.visibility</p:attrName>
                                        </p:attrNameLst>
                                      </p:cBhvr>
                                      <p:to>
                                        <p:strVal val="visible"/>
                                      </p:to>
                                    </p:set>
                                    <p:anim calcmode="lin" valueType="num">
                                      <p:cBhvr>
                                        <p:cTn id="520" dur="200" fill="hold"/>
                                        <p:tgtEl>
                                          <p:spTgt spid="695"/>
                                        </p:tgtEl>
                                        <p:attrNameLst>
                                          <p:attrName>ppt_x</p:attrName>
                                        </p:attrNameLst>
                                      </p:cBhvr>
                                      <p:tavLst>
                                        <p:tav tm="0">
                                          <p:val>
                                            <p:strVal val="0-#ppt_w/2"/>
                                          </p:val>
                                        </p:tav>
                                        <p:tav tm="100000">
                                          <p:val>
                                            <p:strVal val="#ppt_x"/>
                                          </p:val>
                                        </p:tav>
                                      </p:tavLst>
                                    </p:anim>
                                    <p:anim calcmode="lin" valueType="num">
                                      <p:cBhvr>
                                        <p:cTn id="521" dur="200" fill="hold"/>
                                        <p:tgtEl>
                                          <p:spTgt spid="695"/>
                                        </p:tgtEl>
                                        <p:attrNameLst>
                                          <p:attrName>ppt_y</p:attrName>
                                        </p:attrNameLst>
                                      </p:cBhvr>
                                      <p:tavLst>
                                        <p:tav tm="0">
                                          <p:val>
                                            <p:strVal val="#ppt_y"/>
                                          </p:val>
                                        </p:tav>
                                        <p:tav tm="100000">
                                          <p:val>
                                            <p:strVal val="#ppt_y"/>
                                          </p:val>
                                        </p:tav>
                                      </p:tavLst>
                                    </p:anim>
                                  </p:childTnLst>
                                </p:cTn>
                              </p:par>
                            </p:childTnLst>
                          </p:cTn>
                        </p:par>
                        <p:par>
                          <p:cTn id="522" fill="hold">
                            <p:stCondLst>
                              <p:cond delay="600"/>
                            </p:stCondLst>
                            <p:childTnLst>
                              <p:par>
                                <p:cTn id="523" presetClass="entr" nodeType="afterEffect" presetSubtype="8" presetID="2" grpId="104" fill="hold">
                                  <p:stCondLst>
                                    <p:cond delay="0"/>
                                  </p:stCondLst>
                                  <p:iterate type="el" backwards="0">
                                    <p:tmAbs val="0"/>
                                  </p:iterate>
                                  <p:childTnLst>
                                    <p:set>
                                      <p:cBhvr>
                                        <p:cTn id="524" fill="hold"/>
                                        <p:tgtEl>
                                          <p:spTgt spid="690"/>
                                        </p:tgtEl>
                                        <p:attrNameLst>
                                          <p:attrName>style.visibility</p:attrName>
                                        </p:attrNameLst>
                                      </p:cBhvr>
                                      <p:to>
                                        <p:strVal val="visible"/>
                                      </p:to>
                                    </p:set>
                                    <p:anim calcmode="lin" valueType="num">
                                      <p:cBhvr>
                                        <p:cTn id="525" dur="200" fill="hold"/>
                                        <p:tgtEl>
                                          <p:spTgt spid="690"/>
                                        </p:tgtEl>
                                        <p:attrNameLst>
                                          <p:attrName>ppt_x</p:attrName>
                                        </p:attrNameLst>
                                      </p:cBhvr>
                                      <p:tavLst>
                                        <p:tav tm="0">
                                          <p:val>
                                            <p:strVal val="0-#ppt_w/2"/>
                                          </p:val>
                                        </p:tav>
                                        <p:tav tm="100000">
                                          <p:val>
                                            <p:strVal val="#ppt_x"/>
                                          </p:val>
                                        </p:tav>
                                      </p:tavLst>
                                    </p:anim>
                                    <p:anim calcmode="lin" valueType="num">
                                      <p:cBhvr>
                                        <p:cTn id="526" dur="200" fill="hold"/>
                                        <p:tgtEl>
                                          <p:spTgt spid="690"/>
                                        </p:tgtEl>
                                        <p:attrNameLst>
                                          <p:attrName>ppt_y</p:attrName>
                                        </p:attrNameLst>
                                      </p:cBhvr>
                                      <p:tavLst>
                                        <p:tav tm="0">
                                          <p:val>
                                            <p:strVal val="#ppt_y"/>
                                          </p:val>
                                        </p:tav>
                                        <p:tav tm="100000">
                                          <p:val>
                                            <p:strVal val="#ppt_y"/>
                                          </p:val>
                                        </p:tav>
                                      </p:tavLst>
                                    </p:anim>
                                  </p:childTnLst>
                                </p:cTn>
                              </p:par>
                            </p:childTnLst>
                          </p:cTn>
                        </p:par>
                        <p:par>
                          <p:cTn id="527" fill="hold">
                            <p:stCondLst>
                              <p:cond delay="800"/>
                            </p:stCondLst>
                            <p:childTnLst>
                              <p:par>
                                <p:cTn id="528" presetClass="entr" nodeType="afterEffect" presetSubtype="8" presetID="2" grpId="105" fill="hold">
                                  <p:stCondLst>
                                    <p:cond delay="0"/>
                                  </p:stCondLst>
                                  <p:iterate type="el" backwards="0">
                                    <p:tmAbs val="0"/>
                                  </p:iterate>
                                  <p:childTnLst>
                                    <p:set>
                                      <p:cBhvr>
                                        <p:cTn id="529" fill="hold"/>
                                        <p:tgtEl>
                                          <p:spTgt spid="700"/>
                                        </p:tgtEl>
                                        <p:attrNameLst>
                                          <p:attrName>style.visibility</p:attrName>
                                        </p:attrNameLst>
                                      </p:cBhvr>
                                      <p:to>
                                        <p:strVal val="visible"/>
                                      </p:to>
                                    </p:set>
                                    <p:anim calcmode="lin" valueType="num">
                                      <p:cBhvr>
                                        <p:cTn id="530" dur="200" fill="hold"/>
                                        <p:tgtEl>
                                          <p:spTgt spid="700"/>
                                        </p:tgtEl>
                                        <p:attrNameLst>
                                          <p:attrName>ppt_x</p:attrName>
                                        </p:attrNameLst>
                                      </p:cBhvr>
                                      <p:tavLst>
                                        <p:tav tm="0">
                                          <p:val>
                                            <p:strVal val="0-#ppt_w/2"/>
                                          </p:val>
                                        </p:tav>
                                        <p:tav tm="100000">
                                          <p:val>
                                            <p:strVal val="#ppt_x"/>
                                          </p:val>
                                        </p:tav>
                                      </p:tavLst>
                                    </p:anim>
                                    <p:anim calcmode="lin" valueType="num">
                                      <p:cBhvr>
                                        <p:cTn id="531" dur="200" fill="hold"/>
                                        <p:tgtEl>
                                          <p:spTgt spid="700"/>
                                        </p:tgtEl>
                                        <p:attrNameLst>
                                          <p:attrName>ppt_y</p:attrName>
                                        </p:attrNameLst>
                                      </p:cBhvr>
                                      <p:tavLst>
                                        <p:tav tm="0">
                                          <p:val>
                                            <p:strVal val="#ppt_y"/>
                                          </p:val>
                                        </p:tav>
                                        <p:tav tm="100000">
                                          <p:val>
                                            <p:strVal val="#ppt_y"/>
                                          </p:val>
                                        </p:tav>
                                      </p:tavLst>
                                    </p:anim>
                                  </p:childTnLst>
                                </p:cTn>
                              </p:par>
                            </p:childTnLst>
                          </p:cTn>
                        </p:par>
                        <p:par>
                          <p:cTn id="532" fill="hold">
                            <p:stCondLst>
                              <p:cond delay="1000"/>
                            </p:stCondLst>
                            <p:childTnLst>
                              <p:par>
                                <p:cTn id="533" presetClass="entr" nodeType="afterEffect" presetSubtype="8" presetID="2" grpId="106" fill="hold">
                                  <p:stCondLst>
                                    <p:cond delay="0"/>
                                  </p:stCondLst>
                                  <p:iterate type="el" backwards="0">
                                    <p:tmAbs val="0"/>
                                  </p:iterate>
                                  <p:childTnLst>
                                    <p:set>
                                      <p:cBhvr>
                                        <p:cTn id="534" fill="hold"/>
                                        <p:tgtEl>
                                          <p:spTgt spid="708"/>
                                        </p:tgtEl>
                                        <p:attrNameLst>
                                          <p:attrName>style.visibility</p:attrName>
                                        </p:attrNameLst>
                                      </p:cBhvr>
                                      <p:to>
                                        <p:strVal val="visible"/>
                                      </p:to>
                                    </p:set>
                                    <p:anim calcmode="lin" valueType="num">
                                      <p:cBhvr>
                                        <p:cTn id="535" dur="200" fill="hold"/>
                                        <p:tgtEl>
                                          <p:spTgt spid="708"/>
                                        </p:tgtEl>
                                        <p:attrNameLst>
                                          <p:attrName>ppt_x</p:attrName>
                                        </p:attrNameLst>
                                      </p:cBhvr>
                                      <p:tavLst>
                                        <p:tav tm="0">
                                          <p:val>
                                            <p:strVal val="0-#ppt_w/2"/>
                                          </p:val>
                                        </p:tav>
                                        <p:tav tm="100000">
                                          <p:val>
                                            <p:strVal val="#ppt_x"/>
                                          </p:val>
                                        </p:tav>
                                      </p:tavLst>
                                    </p:anim>
                                    <p:anim calcmode="lin" valueType="num">
                                      <p:cBhvr>
                                        <p:cTn id="536" dur="200" fill="hold"/>
                                        <p:tgtEl>
                                          <p:spTgt spid="708"/>
                                        </p:tgtEl>
                                        <p:attrNameLst>
                                          <p:attrName>ppt_y</p:attrName>
                                        </p:attrNameLst>
                                      </p:cBhvr>
                                      <p:tavLst>
                                        <p:tav tm="0">
                                          <p:val>
                                            <p:strVal val="#ppt_y"/>
                                          </p:val>
                                        </p:tav>
                                        <p:tav tm="100000">
                                          <p:val>
                                            <p:strVal val="#ppt_y"/>
                                          </p:val>
                                        </p:tav>
                                      </p:tavLst>
                                    </p:anim>
                                  </p:childTnLst>
                                </p:cTn>
                              </p:par>
                            </p:childTnLst>
                          </p:cTn>
                        </p:par>
                        <p:par>
                          <p:cTn id="537" fill="hold">
                            <p:stCondLst>
                              <p:cond delay="1200"/>
                            </p:stCondLst>
                            <p:childTnLst>
                              <p:par>
                                <p:cTn id="538" presetClass="entr" nodeType="afterEffect" presetSubtype="8" presetID="2" grpId="107" fill="hold">
                                  <p:stCondLst>
                                    <p:cond delay="0"/>
                                  </p:stCondLst>
                                  <p:iterate type="el" backwards="0">
                                    <p:tmAbs val="0"/>
                                  </p:iterate>
                                  <p:childTnLst>
                                    <p:set>
                                      <p:cBhvr>
                                        <p:cTn id="539" fill="hold"/>
                                        <p:tgtEl>
                                          <p:spTgt spid="696"/>
                                        </p:tgtEl>
                                        <p:attrNameLst>
                                          <p:attrName>style.visibility</p:attrName>
                                        </p:attrNameLst>
                                      </p:cBhvr>
                                      <p:to>
                                        <p:strVal val="visible"/>
                                      </p:to>
                                    </p:set>
                                    <p:anim calcmode="lin" valueType="num">
                                      <p:cBhvr>
                                        <p:cTn id="540" dur="200" fill="hold"/>
                                        <p:tgtEl>
                                          <p:spTgt spid="696"/>
                                        </p:tgtEl>
                                        <p:attrNameLst>
                                          <p:attrName>ppt_x</p:attrName>
                                        </p:attrNameLst>
                                      </p:cBhvr>
                                      <p:tavLst>
                                        <p:tav tm="0">
                                          <p:val>
                                            <p:strVal val="0-#ppt_w/2"/>
                                          </p:val>
                                        </p:tav>
                                        <p:tav tm="100000">
                                          <p:val>
                                            <p:strVal val="#ppt_x"/>
                                          </p:val>
                                        </p:tav>
                                      </p:tavLst>
                                    </p:anim>
                                    <p:anim calcmode="lin" valueType="num">
                                      <p:cBhvr>
                                        <p:cTn id="541" dur="200" fill="hold"/>
                                        <p:tgtEl>
                                          <p:spTgt spid="696"/>
                                        </p:tgtEl>
                                        <p:attrNameLst>
                                          <p:attrName>ppt_y</p:attrName>
                                        </p:attrNameLst>
                                      </p:cBhvr>
                                      <p:tavLst>
                                        <p:tav tm="0">
                                          <p:val>
                                            <p:strVal val="#ppt_y"/>
                                          </p:val>
                                        </p:tav>
                                        <p:tav tm="100000">
                                          <p:val>
                                            <p:strVal val="#ppt_y"/>
                                          </p:val>
                                        </p:tav>
                                      </p:tavLst>
                                    </p:anim>
                                  </p:childTnLst>
                                </p:cTn>
                              </p:par>
                            </p:childTnLst>
                          </p:cTn>
                        </p:par>
                        <p:par>
                          <p:cTn id="542" fill="hold">
                            <p:stCondLst>
                              <p:cond delay="1400"/>
                            </p:stCondLst>
                            <p:childTnLst>
                              <p:par>
                                <p:cTn id="543" presetClass="entr" nodeType="afterEffect" presetSubtype="8" presetID="2" grpId="108" fill="hold">
                                  <p:stCondLst>
                                    <p:cond delay="0"/>
                                  </p:stCondLst>
                                  <p:iterate type="el" backwards="0">
                                    <p:tmAbs val="0"/>
                                  </p:iterate>
                                  <p:childTnLst>
                                    <p:set>
                                      <p:cBhvr>
                                        <p:cTn id="544" fill="hold"/>
                                        <p:tgtEl>
                                          <p:spTgt spid="691"/>
                                        </p:tgtEl>
                                        <p:attrNameLst>
                                          <p:attrName>style.visibility</p:attrName>
                                        </p:attrNameLst>
                                      </p:cBhvr>
                                      <p:to>
                                        <p:strVal val="visible"/>
                                      </p:to>
                                    </p:set>
                                    <p:anim calcmode="lin" valueType="num">
                                      <p:cBhvr>
                                        <p:cTn id="545" dur="200" fill="hold"/>
                                        <p:tgtEl>
                                          <p:spTgt spid="691"/>
                                        </p:tgtEl>
                                        <p:attrNameLst>
                                          <p:attrName>ppt_x</p:attrName>
                                        </p:attrNameLst>
                                      </p:cBhvr>
                                      <p:tavLst>
                                        <p:tav tm="0">
                                          <p:val>
                                            <p:strVal val="0-#ppt_w/2"/>
                                          </p:val>
                                        </p:tav>
                                        <p:tav tm="100000">
                                          <p:val>
                                            <p:strVal val="#ppt_x"/>
                                          </p:val>
                                        </p:tav>
                                      </p:tavLst>
                                    </p:anim>
                                    <p:anim calcmode="lin" valueType="num">
                                      <p:cBhvr>
                                        <p:cTn id="546" dur="200" fill="hold"/>
                                        <p:tgtEl>
                                          <p:spTgt spid="691"/>
                                        </p:tgtEl>
                                        <p:attrNameLst>
                                          <p:attrName>ppt_y</p:attrName>
                                        </p:attrNameLst>
                                      </p:cBhvr>
                                      <p:tavLst>
                                        <p:tav tm="0">
                                          <p:val>
                                            <p:strVal val="#ppt_y"/>
                                          </p:val>
                                        </p:tav>
                                        <p:tav tm="100000">
                                          <p:val>
                                            <p:strVal val="#ppt_y"/>
                                          </p:val>
                                        </p:tav>
                                      </p:tavLst>
                                    </p:anim>
                                  </p:childTnLst>
                                </p:cTn>
                              </p:par>
                            </p:childTnLst>
                          </p:cTn>
                        </p:par>
                        <p:par>
                          <p:cTn id="547" fill="hold">
                            <p:stCondLst>
                              <p:cond delay="1600"/>
                            </p:stCondLst>
                            <p:childTnLst>
                              <p:par>
                                <p:cTn id="548" presetClass="entr" nodeType="afterEffect" presetSubtype="8" presetID="2" grpId="109" fill="hold">
                                  <p:stCondLst>
                                    <p:cond delay="0"/>
                                  </p:stCondLst>
                                  <p:iterate type="el" backwards="0">
                                    <p:tmAbs val="0"/>
                                  </p:iterate>
                                  <p:childTnLst>
                                    <p:set>
                                      <p:cBhvr>
                                        <p:cTn id="549" fill="hold"/>
                                        <p:tgtEl>
                                          <p:spTgt spid="701"/>
                                        </p:tgtEl>
                                        <p:attrNameLst>
                                          <p:attrName>style.visibility</p:attrName>
                                        </p:attrNameLst>
                                      </p:cBhvr>
                                      <p:to>
                                        <p:strVal val="visible"/>
                                      </p:to>
                                    </p:set>
                                    <p:anim calcmode="lin" valueType="num">
                                      <p:cBhvr>
                                        <p:cTn id="550" dur="200" fill="hold"/>
                                        <p:tgtEl>
                                          <p:spTgt spid="701"/>
                                        </p:tgtEl>
                                        <p:attrNameLst>
                                          <p:attrName>ppt_x</p:attrName>
                                        </p:attrNameLst>
                                      </p:cBhvr>
                                      <p:tavLst>
                                        <p:tav tm="0">
                                          <p:val>
                                            <p:strVal val="0-#ppt_w/2"/>
                                          </p:val>
                                        </p:tav>
                                        <p:tav tm="100000">
                                          <p:val>
                                            <p:strVal val="#ppt_x"/>
                                          </p:val>
                                        </p:tav>
                                      </p:tavLst>
                                    </p:anim>
                                    <p:anim calcmode="lin" valueType="num">
                                      <p:cBhvr>
                                        <p:cTn id="551" dur="200" fill="hold"/>
                                        <p:tgtEl>
                                          <p:spTgt spid="701"/>
                                        </p:tgtEl>
                                        <p:attrNameLst>
                                          <p:attrName>ppt_y</p:attrName>
                                        </p:attrNameLst>
                                      </p:cBhvr>
                                      <p:tavLst>
                                        <p:tav tm="0">
                                          <p:val>
                                            <p:strVal val="#ppt_y"/>
                                          </p:val>
                                        </p:tav>
                                        <p:tav tm="100000">
                                          <p:val>
                                            <p:strVal val="#ppt_y"/>
                                          </p:val>
                                        </p:tav>
                                      </p:tavLst>
                                    </p:anim>
                                  </p:childTnLst>
                                </p:cTn>
                              </p:par>
                            </p:childTnLst>
                          </p:cTn>
                        </p:par>
                        <p:par>
                          <p:cTn id="552" fill="hold">
                            <p:stCondLst>
                              <p:cond delay="1800"/>
                            </p:stCondLst>
                            <p:childTnLst>
                              <p:par>
                                <p:cTn id="553" presetClass="entr" nodeType="afterEffect" presetSubtype="8" presetID="2" grpId="110" fill="hold">
                                  <p:stCondLst>
                                    <p:cond delay="0"/>
                                  </p:stCondLst>
                                  <p:iterate type="el" backwards="0">
                                    <p:tmAbs val="0"/>
                                  </p:iterate>
                                  <p:childTnLst>
                                    <p:set>
                                      <p:cBhvr>
                                        <p:cTn id="554" fill="hold"/>
                                        <p:tgtEl>
                                          <p:spTgt spid="709"/>
                                        </p:tgtEl>
                                        <p:attrNameLst>
                                          <p:attrName>style.visibility</p:attrName>
                                        </p:attrNameLst>
                                      </p:cBhvr>
                                      <p:to>
                                        <p:strVal val="visible"/>
                                      </p:to>
                                    </p:set>
                                    <p:anim calcmode="lin" valueType="num">
                                      <p:cBhvr>
                                        <p:cTn id="555" dur="200" fill="hold"/>
                                        <p:tgtEl>
                                          <p:spTgt spid="709"/>
                                        </p:tgtEl>
                                        <p:attrNameLst>
                                          <p:attrName>ppt_x</p:attrName>
                                        </p:attrNameLst>
                                      </p:cBhvr>
                                      <p:tavLst>
                                        <p:tav tm="0">
                                          <p:val>
                                            <p:strVal val="0-#ppt_w/2"/>
                                          </p:val>
                                        </p:tav>
                                        <p:tav tm="100000">
                                          <p:val>
                                            <p:strVal val="#ppt_x"/>
                                          </p:val>
                                        </p:tav>
                                      </p:tavLst>
                                    </p:anim>
                                    <p:anim calcmode="lin" valueType="num">
                                      <p:cBhvr>
                                        <p:cTn id="556" dur="200" fill="hold"/>
                                        <p:tgtEl>
                                          <p:spTgt spid="709"/>
                                        </p:tgtEl>
                                        <p:attrNameLst>
                                          <p:attrName>ppt_y</p:attrName>
                                        </p:attrNameLst>
                                      </p:cBhvr>
                                      <p:tavLst>
                                        <p:tav tm="0">
                                          <p:val>
                                            <p:strVal val="#ppt_y"/>
                                          </p:val>
                                        </p:tav>
                                        <p:tav tm="100000">
                                          <p:val>
                                            <p:strVal val="#ppt_y"/>
                                          </p:val>
                                        </p:tav>
                                      </p:tavLst>
                                    </p:anim>
                                  </p:childTnLst>
                                </p:cTn>
                              </p:par>
                            </p:childTnLst>
                          </p:cTn>
                        </p:par>
                        <p:par>
                          <p:cTn id="557" fill="hold">
                            <p:stCondLst>
                              <p:cond delay="2000"/>
                            </p:stCondLst>
                            <p:childTnLst>
                              <p:par>
                                <p:cTn id="558" presetClass="entr" nodeType="afterEffect" presetSubtype="8" presetID="2" grpId="111" fill="hold">
                                  <p:stCondLst>
                                    <p:cond delay="0"/>
                                  </p:stCondLst>
                                  <p:iterate type="el" backwards="0">
                                    <p:tmAbs val="0"/>
                                  </p:iterate>
                                  <p:childTnLst>
                                    <p:set>
                                      <p:cBhvr>
                                        <p:cTn id="559" fill="hold"/>
                                        <p:tgtEl>
                                          <p:spTgt spid="697"/>
                                        </p:tgtEl>
                                        <p:attrNameLst>
                                          <p:attrName>style.visibility</p:attrName>
                                        </p:attrNameLst>
                                      </p:cBhvr>
                                      <p:to>
                                        <p:strVal val="visible"/>
                                      </p:to>
                                    </p:set>
                                    <p:anim calcmode="lin" valueType="num">
                                      <p:cBhvr>
                                        <p:cTn id="560" dur="200" fill="hold"/>
                                        <p:tgtEl>
                                          <p:spTgt spid="697"/>
                                        </p:tgtEl>
                                        <p:attrNameLst>
                                          <p:attrName>ppt_x</p:attrName>
                                        </p:attrNameLst>
                                      </p:cBhvr>
                                      <p:tavLst>
                                        <p:tav tm="0">
                                          <p:val>
                                            <p:strVal val="0-#ppt_w/2"/>
                                          </p:val>
                                        </p:tav>
                                        <p:tav tm="100000">
                                          <p:val>
                                            <p:strVal val="#ppt_x"/>
                                          </p:val>
                                        </p:tav>
                                      </p:tavLst>
                                    </p:anim>
                                    <p:anim calcmode="lin" valueType="num">
                                      <p:cBhvr>
                                        <p:cTn id="561" dur="200" fill="hold"/>
                                        <p:tgtEl>
                                          <p:spTgt spid="697"/>
                                        </p:tgtEl>
                                        <p:attrNameLst>
                                          <p:attrName>ppt_y</p:attrName>
                                        </p:attrNameLst>
                                      </p:cBhvr>
                                      <p:tavLst>
                                        <p:tav tm="0">
                                          <p:val>
                                            <p:strVal val="#ppt_y"/>
                                          </p:val>
                                        </p:tav>
                                        <p:tav tm="100000">
                                          <p:val>
                                            <p:strVal val="#ppt_y"/>
                                          </p:val>
                                        </p:tav>
                                      </p:tavLst>
                                    </p:anim>
                                  </p:childTnLst>
                                </p:cTn>
                              </p:par>
                            </p:childTnLst>
                          </p:cTn>
                        </p:par>
                        <p:par>
                          <p:cTn id="562" fill="hold">
                            <p:stCondLst>
                              <p:cond delay="2200"/>
                            </p:stCondLst>
                            <p:childTnLst>
                              <p:par>
                                <p:cTn id="563" presetClass="entr" nodeType="afterEffect" presetSubtype="8" presetID="2" grpId="112" fill="hold">
                                  <p:stCondLst>
                                    <p:cond delay="0"/>
                                  </p:stCondLst>
                                  <p:iterate type="el" backwards="0">
                                    <p:tmAbs val="0"/>
                                  </p:iterate>
                                  <p:childTnLst>
                                    <p:set>
                                      <p:cBhvr>
                                        <p:cTn id="564" fill="hold"/>
                                        <p:tgtEl>
                                          <p:spTgt spid="692"/>
                                        </p:tgtEl>
                                        <p:attrNameLst>
                                          <p:attrName>style.visibility</p:attrName>
                                        </p:attrNameLst>
                                      </p:cBhvr>
                                      <p:to>
                                        <p:strVal val="visible"/>
                                      </p:to>
                                    </p:set>
                                    <p:anim calcmode="lin" valueType="num">
                                      <p:cBhvr>
                                        <p:cTn id="565" dur="200" fill="hold"/>
                                        <p:tgtEl>
                                          <p:spTgt spid="692"/>
                                        </p:tgtEl>
                                        <p:attrNameLst>
                                          <p:attrName>ppt_x</p:attrName>
                                        </p:attrNameLst>
                                      </p:cBhvr>
                                      <p:tavLst>
                                        <p:tav tm="0">
                                          <p:val>
                                            <p:strVal val="0-#ppt_w/2"/>
                                          </p:val>
                                        </p:tav>
                                        <p:tav tm="100000">
                                          <p:val>
                                            <p:strVal val="#ppt_x"/>
                                          </p:val>
                                        </p:tav>
                                      </p:tavLst>
                                    </p:anim>
                                    <p:anim calcmode="lin" valueType="num">
                                      <p:cBhvr>
                                        <p:cTn id="566" dur="200" fill="hold"/>
                                        <p:tgtEl>
                                          <p:spTgt spid="692"/>
                                        </p:tgtEl>
                                        <p:attrNameLst>
                                          <p:attrName>ppt_y</p:attrName>
                                        </p:attrNameLst>
                                      </p:cBhvr>
                                      <p:tavLst>
                                        <p:tav tm="0">
                                          <p:val>
                                            <p:strVal val="#ppt_y"/>
                                          </p:val>
                                        </p:tav>
                                        <p:tav tm="100000">
                                          <p:val>
                                            <p:strVal val="#ppt_y"/>
                                          </p:val>
                                        </p:tav>
                                      </p:tavLst>
                                    </p:anim>
                                  </p:childTnLst>
                                </p:cTn>
                              </p:par>
                            </p:childTnLst>
                          </p:cTn>
                        </p:par>
                        <p:par>
                          <p:cTn id="567" fill="hold">
                            <p:stCondLst>
                              <p:cond delay="2400"/>
                            </p:stCondLst>
                            <p:childTnLst>
                              <p:par>
                                <p:cTn id="568" presetClass="entr" nodeType="afterEffect" presetSubtype="8" presetID="2" grpId="113" fill="hold">
                                  <p:stCondLst>
                                    <p:cond delay="0"/>
                                  </p:stCondLst>
                                  <p:iterate type="el" backwards="0">
                                    <p:tmAbs val="0"/>
                                  </p:iterate>
                                  <p:childTnLst>
                                    <p:set>
                                      <p:cBhvr>
                                        <p:cTn id="569" fill="hold"/>
                                        <p:tgtEl>
                                          <p:spTgt spid="702"/>
                                        </p:tgtEl>
                                        <p:attrNameLst>
                                          <p:attrName>style.visibility</p:attrName>
                                        </p:attrNameLst>
                                      </p:cBhvr>
                                      <p:to>
                                        <p:strVal val="visible"/>
                                      </p:to>
                                    </p:set>
                                    <p:anim calcmode="lin" valueType="num">
                                      <p:cBhvr>
                                        <p:cTn id="570" dur="200" fill="hold"/>
                                        <p:tgtEl>
                                          <p:spTgt spid="702"/>
                                        </p:tgtEl>
                                        <p:attrNameLst>
                                          <p:attrName>ppt_x</p:attrName>
                                        </p:attrNameLst>
                                      </p:cBhvr>
                                      <p:tavLst>
                                        <p:tav tm="0">
                                          <p:val>
                                            <p:strVal val="0-#ppt_w/2"/>
                                          </p:val>
                                        </p:tav>
                                        <p:tav tm="100000">
                                          <p:val>
                                            <p:strVal val="#ppt_x"/>
                                          </p:val>
                                        </p:tav>
                                      </p:tavLst>
                                    </p:anim>
                                    <p:anim calcmode="lin" valueType="num">
                                      <p:cBhvr>
                                        <p:cTn id="571" dur="200" fill="hold"/>
                                        <p:tgtEl>
                                          <p:spTgt spid="702"/>
                                        </p:tgtEl>
                                        <p:attrNameLst>
                                          <p:attrName>ppt_y</p:attrName>
                                        </p:attrNameLst>
                                      </p:cBhvr>
                                      <p:tavLst>
                                        <p:tav tm="0">
                                          <p:val>
                                            <p:strVal val="#ppt_y"/>
                                          </p:val>
                                        </p:tav>
                                        <p:tav tm="100000">
                                          <p:val>
                                            <p:strVal val="#ppt_y"/>
                                          </p:val>
                                        </p:tav>
                                      </p:tavLst>
                                    </p:anim>
                                  </p:childTnLst>
                                </p:cTn>
                              </p:par>
                            </p:childTnLst>
                          </p:cTn>
                        </p:par>
                        <p:par>
                          <p:cTn id="572" fill="hold">
                            <p:stCondLst>
                              <p:cond delay="2600"/>
                            </p:stCondLst>
                            <p:childTnLst>
                              <p:par>
                                <p:cTn id="573" presetClass="entr" nodeType="afterEffect" presetSubtype="8" presetID="2" grpId="114" fill="hold">
                                  <p:stCondLst>
                                    <p:cond delay="0"/>
                                  </p:stCondLst>
                                  <p:iterate type="el" backwards="0">
                                    <p:tmAbs val="0"/>
                                  </p:iterate>
                                  <p:childTnLst>
                                    <p:set>
                                      <p:cBhvr>
                                        <p:cTn id="574" fill="hold"/>
                                        <p:tgtEl>
                                          <p:spTgt spid="710"/>
                                        </p:tgtEl>
                                        <p:attrNameLst>
                                          <p:attrName>style.visibility</p:attrName>
                                        </p:attrNameLst>
                                      </p:cBhvr>
                                      <p:to>
                                        <p:strVal val="visible"/>
                                      </p:to>
                                    </p:set>
                                    <p:anim calcmode="lin" valueType="num">
                                      <p:cBhvr>
                                        <p:cTn id="575" dur="200" fill="hold"/>
                                        <p:tgtEl>
                                          <p:spTgt spid="710"/>
                                        </p:tgtEl>
                                        <p:attrNameLst>
                                          <p:attrName>ppt_x</p:attrName>
                                        </p:attrNameLst>
                                      </p:cBhvr>
                                      <p:tavLst>
                                        <p:tav tm="0">
                                          <p:val>
                                            <p:strVal val="0-#ppt_w/2"/>
                                          </p:val>
                                        </p:tav>
                                        <p:tav tm="100000">
                                          <p:val>
                                            <p:strVal val="#ppt_x"/>
                                          </p:val>
                                        </p:tav>
                                      </p:tavLst>
                                    </p:anim>
                                    <p:anim calcmode="lin" valueType="num">
                                      <p:cBhvr>
                                        <p:cTn id="576" dur="200" fill="hold"/>
                                        <p:tgtEl>
                                          <p:spTgt spid="710"/>
                                        </p:tgtEl>
                                        <p:attrNameLst>
                                          <p:attrName>ppt_y</p:attrName>
                                        </p:attrNameLst>
                                      </p:cBhvr>
                                      <p:tavLst>
                                        <p:tav tm="0">
                                          <p:val>
                                            <p:strVal val="#ppt_y"/>
                                          </p:val>
                                        </p:tav>
                                        <p:tav tm="100000">
                                          <p:val>
                                            <p:strVal val="#ppt_y"/>
                                          </p:val>
                                        </p:tav>
                                      </p:tavLst>
                                    </p:anim>
                                  </p:childTnLst>
                                </p:cTn>
                              </p:par>
                            </p:childTnLst>
                          </p:cTn>
                        </p:par>
                        <p:par>
                          <p:cTn id="577" fill="hold">
                            <p:stCondLst>
                              <p:cond delay="2800"/>
                            </p:stCondLst>
                            <p:childTnLst>
                              <p:par>
                                <p:cTn id="578" presetClass="entr" nodeType="afterEffect" presetSubtype="8" presetID="2" grpId="115" fill="hold">
                                  <p:stCondLst>
                                    <p:cond delay="0"/>
                                  </p:stCondLst>
                                  <p:iterate type="el" backwards="0">
                                    <p:tmAbs val="0"/>
                                  </p:iterate>
                                  <p:childTnLst>
                                    <p:set>
                                      <p:cBhvr>
                                        <p:cTn id="579" fill="hold"/>
                                        <p:tgtEl>
                                          <p:spTgt spid="698"/>
                                        </p:tgtEl>
                                        <p:attrNameLst>
                                          <p:attrName>style.visibility</p:attrName>
                                        </p:attrNameLst>
                                      </p:cBhvr>
                                      <p:to>
                                        <p:strVal val="visible"/>
                                      </p:to>
                                    </p:set>
                                    <p:anim calcmode="lin" valueType="num">
                                      <p:cBhvr>
                                        <p:cTn id="580" dur="200" fill="hold"/>
                                        <p:tgtEl>
                                          <p:spTgt spid="698"/>
                                        </p:tgtEl>
                                        <p:attrNameLst>
                                          <p:attrName>ppt_x</p:attrName>
                                        </p:attrNameLst>
                                      </p:cBhvr>
                                      <p:tavLst>
                                        <p:tav tm="0">
                                          <p:val>
                                            <p:strVal val="0-#ppt_w/2"/>
                                          </p:val>
                                        </p:tav>
                                        <p:tav tm="100000">
                                          <p:val>
                                            <p:strVal val="#ppt_x"/>
                                          </p:val>
                                        </p:tav>
                                      </p:tavLst>
                                    </p:anim>
                                    <p:anim calcmode="lin" valueType="num">
                                      <p:cBhvr>
                                        <p:cTn id="581" dur="200" fill="hold"/>
                                        <p:tgtEl>
                                          <p:spTgt spid="698"/>
                                        </p:tgtEl>
                                        <p:attrNameLst>
                                          <p:attrName>ppt_y</p:attrName>
                                        </p:attrNameLst>
                                      </p:cBhvr>
                                      <p:tavLst>
                                        <p:tav tm="0">
                                          <p:val>
                                            <p:strVal val="#ppt_y"/>
                                          </p:val>
                                        </p:tav>
                                        <p:tav tm="100000">
                                          <p:val>
                                            <p:strVal val="#ppt_y"/>
                                          </p:val>
                                        </p:tav>
                                      </p:tavLst>
                                    </p:anim>
                                  </p:childTnLst>
                                </p:cTn>
                              </p:par>
                            </p:childTnLst>
                          </p:cTn>
                        </p:par>
                        <p:par>
                          <p:cTn id="582" fill="hold">
                            <p:stCondLst>
                              <p:cond delay="3000"/>
                            </p:stCondLst>
                            <p:childTnLst>
                              <p:par>
                                <p:cTn id="583" presetClass="entr" nodeType="afterEffect" presetSubtype="8" presetID="2" grpId="116" fill="hold">
                                  <p:stCondLst>
                                    <p:cond delay="0"/>
                                  </p:stCondLst>
                                  <p:iterate type="el" backwards="0">
                                    <p:tmAbs val="0"/>
                                  </p:iterate>
                                  <p:childTnLst>
                                    <p:set>
                                      <p:cBhvr>
                                        <p:cTn id="584" fill="hold"/>
                                        <p:tgtEl>
                                          <p:spTgt spid="703"/>
                                        </p:tgtEl>
                                        <p:attrNameLst>
                                          <p:attrName>style.visibility</p:attrName>
                                        </p:attrNameLst>
                                      </p:cBhvr>
                                      <p:to>
                                        <p:strVal val="visible"/>
                                      </p:to>
                                    </p:set>
                                    <p:anim calcmode="lin" valueType="num">
                                      <p:cBhvr>
                                        <p:cTn id="585" dur="200" fill="hold"/>
                                        <p:tgtEl>
                                          <p:spTgt spid="703"/>
                                        </p:tgtEl>
                                        <p:attrNameLst>
                                          <p:attrName>ppt_x</p:attrName>
                                        </p:attrNameLst>
                                      </p:cBhvr>
                                      <p:tavLst>
                                        <p:tav tm="0">
                                          <p:val>
                                            <p:strVal val="0-#ppt_w/2"/>
                                          </p:val>
                                        </p:tav>
                                        <p:tav tm="100000">
                                          <p:val>
                                            <p:strVal val="#ppt_x"/>
                                          </p:val>
                                        </p:tav>
                                      </p:tavLst>
                                    </p:anim>
                                    <p:anim calcmode="lin" valueType="num">
                                      <p:cBhvr>
                                        <p:cTn id="586" dur="200" fill="hold"/>
                                        <p:tgtEl>
                                          <p:spTgt spid="703"/>
                                        </p:tgtEl>
                                        <p:attrNameLst>
                                          <p:attrName>ppt_y</p:attrName>
                                        </p:attrNameLst>
                                      </p:cBhvr>
                                      <p:tavLst>
                                        <p:tav tm="0">
                                          <p:val>
                                            <p:strVal val="#ppt_y"/>
                                          </p:val>
                                        </p:tav>
                                        <p:tav tm="100000">
                                          <p:val>
                                            <p:strVal val="#ppt_y"/>
                                          </p:val>
                                        </p:tav>
                                      </p:tavLst>
                                    </p:anim>
                                  </p:childTnLst>
                                </p:cTn>
                              </p:par>
                            </p:childTnLst>
                          </p:cTn>
                        </p:par>
                        <p:par>
                          <p:cTn id="587" fill="hold">
                            <p:stCondLst>
                              <p:cond delay="3200"/>
                            </p:stCondLst>
                            <p:childTnLst>
                              <p:par>
                                <p:cTn id="588" presetClass="entr" nodeType="afterEffect" presetSubtype="8" presetID="2" grpId="117" fill="hold">
                                  <p:stCondLst>
                                    <p:cond delay="0"/>
                                  </p:stCondLst>
                                  <p:iterate type="el" backwards="0">
                                    <p:tmAbs val="0"/>
                                  </p:iterate>
                                  <p:childTnLst>
                                    <p:set>
                                      <p:cBhvr>
                                        <p:cTn id="589" fill="hold"/>
                                        <p:tgtEl>
                                          <p:spTgt spid="693"/>
                                        </p:tgtEl>
                                        <p:attrNameLst>
                                          <p:attrName>style.visibility</p:attrName>
                                        </p:attrNameLst>
                                      </p:cBhvr>
                                      <p:to>
                                        <p:strVal val="visible"/>
                                      </p:to>
                                    </p:set>
                                    <p:anim calcmode="lin" valueType="num">
                                      <p:cBhvr>
                                        <p:cTn id="590" dur="200" fill="hold"/>
                                        <p:tgtEl>
                                          <p:spTgt spid="693"/>
                                        </p:tgtEl>
                                        <p:attrNameLst>
                                          <p:attrName>ppt_x</p:attrName>
                                        </p:attrNameLst>
                                      </p:cBhvr>
                                      <p:tavLst>
                                        <p:tav tm="0">
                                          <p:val>
                                            <p:strVal val="0-#ppt_w/2"/>
                                          </p:val>
                                        </p:tav>
                                        <p:tav tm="100000">
                                          <p:val>
                                            <p:strVal val="#ppt_x"/>
                                          </p:val>
                                        </p:tav>
                                      </p:tavLst>
                                    </p:anim>
                                    <p:anim calcmode="lin" valueType="num">
                                      <p:cBhvr>
                                        <p:cTn id="591" dur="200" fill="hold"/>
                                        <p:tgtEl>
                                          <p:spTgt spid="693"/>
                                        </p:tgtEl>
                                        <p:attrNameLst>
                                          <p:attrName>ppt_y</p:attrName>
                                        </p:attrNameLst>
                                      </p:cBhvr>
                                      <p:tavLst>
                                        <p:tav tm="0">
                                          <p:val>
                                            <p:strVal val="#ppt_y"/>
                                          </p:val>
                                        </p:tav>
                                        <p:tav tm="100000">
                                          <p:val>
                                            <p:strVal val="#ppt_y"/>
                                          </p:val>
                                        </p:tav>
                                      </p:tavLst>
                                    </p:anim>
                                  </p:childTnLst>
                                </p:cTn>
                              </p:par>
                            </p:childTnLst>
                          </p:cTn>
                        </p:par>
                        <p:par>
                          <p:cTn id="592" fill="hold">
                            <p:stCondLst>
                              <p:cond delay="3400"/>
                            </p:stCondLst>
                            <p:childTnLst>
                              <p:par>
                                <p:cTn id="593" presetClass="entr" nodeType="afterEffect" presetSubtype="8" presetID="2" grpId="118" fill="hold">
                                  <p:stCondLst>
                                    <p:cond delay="0"/>
                                  </p:stCondLst>
                                  <p:iterate type="el" backwards="0">
                                    <p:tmAbs val="0"/>
                                  </p:iterate>
                                  <p:childTnLst>
                                    <p:set>
                                      <p:cBhvr>
                                        <p:cTn id="594" fill="hold"/>
                                        <p:tgtEl>
                                          <p:spTgt spid="711"/>
                                        </p:tgtEl>
                                        <p:attrNameLst>
                                          <p:attrName>style.visibility</p:attrName>
                                        </p:attrNameLst>
                                      </p:cBhvr>
                                      <p:to>
                                        <p:strVal val="visible"/>
                                      </p:to>
                                    </p:set>
                                    <p:anim calcmode="lin" valueType="num">
                                      <p:cBhvr>
                                        <p:cTn id="595" dur="200" fill="hold"/>
                                        <p:tgtEl>
                                          <p:spTgt spid="711"/>
                                        </p:tgtEl>
                                        <p:attrNameLst>
                                          <p:attrName>ppt_x</p:attrName>
                                        </p:attrNameLst>
                                      </p:cBhvr>
                                      <p:tavLst>
                                        <p:tav tm="0">
                                          <p:val>
                                            <p:strVal val="0-#ppt_w/2"/>
                                          </p:val>
                                        </p:tav>
                                        <p:tav tm="100000">
                                          <p:val>
                                            <p:strVal val="#ppt_x"/>
                                          </p:val>
                                        </p:tav>
                                      </p:tavLst>
                                    </p:anim>
                                    <p:anim calcmode="lin" valueType="num">
                                      <p:cBhvr>
                                        <p:cTn id="596" dur="200" fill="hold"/>
                                        <p:tgtEl>
                                          <p:spTgt spid="711"/>
                                        </p:tgtEl>
                                        <p:attrNameLst>
                                          <p:attrName>ppt_y</p:attrName>
                                        </p:attrNameLst>
                                      </p:cBhvr>
                                      <p:tavLst>
                                        <p:tav tm="0">
                                          <p:val>
                                            <p:strVal val="#ppt_y"/>
                                          </p:val>
                                        </p:tav>
                                        <p:tav tm="100000">
                                          <p:val>
                                            <p:strVal val="#ppt_y"/>
                                          </p:val>
                                        </p:tav>
                                      </p:tavLst>
                                    </p:anim>
                                  </p:childTnLst>
                                </p:cTn>
                              </p:par>
                            </p:childTnLst>
                          </p:cTn>
                        </p:par>
                        <p:par>
                          <p:cTn id="597" fill="hold">
                            <p:stCondLst>
                              <p:cond delay="3600"/>
                            </p:stCondLst>
                            <p:childTnLst>
                              <p:par>
                                <p:cTn id="598" presetClass="entr" nodeType="afterEffect" presetSubtype="8" presetID="2" grpId="119" fill="hold">
                                  <p:stCondLst>
                                    <p:cond delay="0"/>
                                  </p:stCondLst>
                                  <p:iterate type="el" backwards="0">
                                    <p:tmAbs val="0"/>
                                  </p:iterate>
                                  <p:childTnLst>
                                    <p:set>
                                      <p:cBhvr>
                                        <p:cTn id="599" fill="hold"/>
                                        <p:tgtEl>
                                          <p:spTgt spid="699"/>
                                        </p:tgtEl>
                                        <p:attrNameLst>
                                          <p:attrName>style.visibility</p:attrName>
                                        </p:attrNameLst>
                                      </p:cBhvr>
                                      <p:to>
                                        <p:strVal val="visible"/>
                                      </p:to>
                                    </p:set>
                                    <p:anim calcmode="lin" valueType="num">
                                      <p:cBhvr>
                                        <p:cTn id="600" dur="200" fill="hold"/>
                                        <p:tgtEl>
                                          <p:spTgt spid="699"/>
                                        </p:tgtEl>
                                        <p:attrNameLst>
                                          <p:attrName>ppt_x</p:attrName>
                                        </p:attrNameLst>
                                      </p:cBhvr>
                                      <p:tavLst>
                                        <p:tav tm="0">
                                          <p:val>
                                            <p:strVal val="0-#ppt_w/2"/>
                                          </p:val>
                                        </p:tav>
                                        <p:tav tm="100000">
                                          <p:val>
                                            <p:strVal val="#ppt_x"/>
                                          </p:val>
                                        </p:tav>
                                      </p:tavLst>
                                    </p:anim>
                                    <p:anim calcmode="lin" valueType="num">
                                      <p:cBhvr>
                                        <p:cTn id="601" dur="200" fill="hold"/>
                                        <p:tgtEl>
                                          <p:spTgt spid="699"/>
                                        </p:tgtEl>
                                        <p:attrNameLst>
                                          <p:attrName>ppt_y</p:attrName>
                                        </p:attrNameLst>
                                      </p:cBhvr>
                                      <p:tavLst>
                                        <p:tav tm="0">
                                          <p:val>
                                            <p:strVal val="#ppt_y"/>
                                          </p:val>
                                        </p:tav>
                                        <p:tav tm="100000">
                                          <p:val>
                                            <p:strVal val="#ppt_y"/>
                                          </p:val>
                                        </p:tav>
                                      </p:tavLst>
                                    </p:anim>
                                  </p:childTnLst>
                                </p:cTn>
                              </p:par>
                            </p:childTnLst>
                          </p:cTn>
                        </p:par>
                        <p:par>
                          <p:cTn id="602" fill="hold">
                            <p:stCondLst>
                              <p:cond delay="3800"/>
                            </p:stCondLst>
                            <p:childTnLst>
                              <p:par>
                                <p:cTn id="603" presetClass="entr" nodeType="afterEffect" presetSubtype="8" presetID="2" grpId="120" fill="hold">
                                  <p:stCondLst>
                                    <p:cond delay="0"/>
                                  </p:stCondLst>
                                  <p:iterate type="el" backwards="0">
                                    <p:tmAbs val="0"/>
                                  </p:iterate>
                                  <p:childTnLst>
                                    <p:set>
                                      <p:cBhvr>
                                        <p:cTn id="604" fill="hold"/>
                                        <p:tgtEl>
                                          <p:spTgt spid="694"/>
                                        </p:tgtEl>
                                        <p:attrNameLst>
                                          <p:attrName>style.visibility</p:attrName>
                                        </p:attrNameLst>
                                      </p:cBhvr>
                                      <p:to>
                                        <p:strVal val="visible"/>
                                      </p:to>
                                    </p:set>
                                    <p:anim calcmode="lin" valueType="num">
                                      <p:cBhvr>
                                        <p:cTn id="605" dur="200" fill="hold"/>
                                        <p:tgtEl>
                                          <p:spTgt spid="694"/>
                                        </p:tgtEl>
                                        <p:attrNameLst>
                                          <p:attrName>ppt_x</p:attrName>
                                        </p:attrNameLst>
                                      </p:cBhvr>
                                      <p:tavLst>
                                        <p:tav tm="0">
                                          <p:val>
                                            <p:strVal val="0-#ppt_w/2"/>
                                          </p:val>
                                        </p:tav>
                                        <p:tav tm="100000">
                                          <p:val>
                                            <p:strVal val="#ppt_x"/>
                                          </p:val>
                                        </p:tav>
                                      </p:tavLst>
                                    </p:anim>
                                    <p:anim calcmode="lin" valueType="num">
                                      <p:cBhvr>
                                        <p:cTn id="606" dur="200" fill="hold"/>
                                        <p:tgtEl>
                                          <p:spTgt spid="694"/>
                                        </p:tgtEl>
                                        <p:attrNameLst>
                                          <p:attrName>ppt_y</p:attrName>
                                        </p:attrNameLst>
                                      </p:cBhvr>
                                      <p:tavLst>
                                        <p:tav tm="0">
                                          <p:val>
                                            <p:strVal val="#ppt_y"/>
                                          </p:val>
                                        </p:tav>
                                        <p:tav tm="100000">
                                          <p:val>
                                            <p:strVal val="#ppt_y"/>
                                          </p:val>
                                        </p:tav>
                                      </p:tavLst>
                                    </p:anim>
                                  </p:childTnLst>
                                </p:cTn>
                              </p:par>
                            </p:childTnLst>
                          </p:cTn>
                        </p:par>
                        <p:par>
                          <p:cTn id="607" fill="hold">
                            <p:stCondLst>
                              <p:cond delay="4000"/>
                            </p:stCondLst>
                            <p:childTnLst>
                              <p:par>
                                <p:cTn id="608" presetClass="entr" nodeType="afterEffect" presetSubtype="8" presetID="2" grpId="121" fill="hold">
                                  <p:stCondLst>
                                    <p:cond delay="0"/>
                                  </p:stCondLst>
                                  <p:iterate type="el" backwards="0">
                                    <p:tmAbs val="0"/>
                                  </p:iterate>
                                  <p:childTnLst>
                                    <p:set>
                                      <p:cBhvr>
                                        <p:cTn id="609" fill="hold"/>
                                        <p:tgtEl>
                                          <p:spTgt spid="704"/>
                                        </p:tgtEl>
                                        <p:attrNameLst>
                                          <p:attrName>style.visibility</p:attrName>
                                        </p:attrNameLst>
                                      </p:cBhvr>
                                      <p:to>
                                        <p:strVal val="visible"/>
                                      </p:to>
                                    </p:set>
                                    <p:anim calcmode="lin" valueType="num">
                                      <p:cBhvr>
                                        <p:cTn id="610" dur="200" fill="hold"/>
                                        <p:tgtEl>
                                          <p:spTgt spid="704"/>
                                        </p:tgtEl>
                                        <p:attrNameLst>
                                          <p:attrName>ppt_x</p:attrName>
                                        </p:attrNameLst>
                                      </p:cBhvr>
                                      <p:tavLst>
                                        <p:tav tm="0">
                                          <p:val>
                                            <p:strVal val="0-#ppt_w/2"/>
                                          </p:val>
                                        </p:tav>
                                        <p:tav tm="100000">
                                          <p:val>
                                            <p:strVal val="#ppt_x"/>
                                          </p:val>
                                        </p:tav>
                                      </p:tavLst>
                                    </p:anim>
                                    <p:anim calcmode="lin" valueType="num">
                                      <p:cBhvr>
                                        <p:cTn id="611" dur="200" fill="hold"/>
                                        <p:tgtEl>
                                          <p:spTgt spid="704"/>
                                        </p:tgtEl>
                                        <p:attrNameLst>
                                          <p:attrName>ppt_y</p:attrName>
                                        </p:attrNameLst>
                                      </p:cBhvr>
                                      <p:tavLst>
                                        <p:tav tm="0">
                                          <p:val>
                                            <p:strVal val="#ppt_y"/>
                                          </p:val>
                                        </p:tav>
                                        <p:tav tm="100000">
                                          <p:val>
                                            <p:strVal val="#ppt_y"/>
                                          </p:val>
                                        </p:tav>
                                      </p:tavLst>
                                    </p:anim>
                                  </p:childTnLst>
                                </p:cTn>
                              </p:par>
                            </p:childTnLst>
                          </p:cTn>
                        </p:par>
                      </p:childTnLst>
                    </p:cTn>
                  </p:par>
                  <p:par>
                    <p:cTn id="612" fill="hold">
                      <p:stCondLst>
                        <p:cond delay="indefinite"/>
                      </p:stCondLst>
                      <p:childTnLst>
                        <p:par>
                          <p:cTn id="613" fill="hold">
                            <p:stCondLst>
                              <p:cond delay="0"/>
                            </p:stCondLst>
                            <p:childTnLst>
                              <p:par>
                                <p:cTn id="614" presetClass="entr" nodeType="clickEffect" presetSubtype="8" presetID="2" grpId="122" fill="hold">
                                  <p:stCondLst>
                                    <p:cond delay="0"/>
                                  </p:stCondLst>
                                  <p:iterate type="el" backwards="0">
                                    <p:tmAbs val="0"/>
                                  </p:iterate>
                                  <p:childTnLst>
                                    <p:set>
                                      <p:cBhvr>
                                        <p:cTn id="615" fill="hold"/>
                                        <p:tgtEl>
                                          <p:spTgt spid="599"/>
                                        </p:tgtEl>
                                        <p:attrNameLst>
                                          <p:attrName>style.visibility</p:attrName>
                                        </p:attrNameLst>
                                      </p:cBhvr>
                                      <p:to>
                                        <p:strVal val="visible"/>
                                      </p:to>
                                    </p:set>
                                    <p:anim calcmode="lin" valueType="num">
                                      <p:cBhvr>
                                        <p:cTn id="616" dur="200" fill="hold"/>
                                        <p:tgtEl>
                                          <p:spTgt spid="599"/>
                                        </p:tgtEl>
                                        <p:attrNameLst>
                                          <p:attrName>ppt_x</p:attrName>
                                        </p:attrNameLst>
                                      </p:cBhvr>
                                      <p:tavLst>
                                        <p:tav tm="0">
                                          <p:val>
                                            <p:strVal val="0-#ppt_w/2"/>
                                          </p:val>
                                        </p:tav>
                                        <p:tav tm="100000">
                                          <p:val>
                                            <p:strVal val="#ppt_x"/>
                                          </p:val>
                                        </p:tav>
                                      </p:tavLst>
                                    </p:anim>
                                    <p:anim calcmode="lin" valueType="num">
                                      <p:cBhvr>
                                        <p:cTn id="617" dur="200" fill="hold"/>
                                        <p:tgtEl>
                                          <p:spTgt spid="599"/>
                                        </p:tgtEl>
                                        <p:attrNameLst>
                                          <p:attrName>ppt_y</p:attrName>
                                        </p:attrNameLst>
                                      </p:cBhvr>
                                      <p:tavLst>
                                        <p:tav tm="0">
                                          <p:val>
                                            <p:strVal val="#ppt_y"/>
                                          </p:val>
                                        </p:tav>
                                        <p:tav tm="100000">
                                          <p:val>
                                            <p:strVal val="#ppt_y"/>
                                          </p:val>
                                        </p:tav>
                                      </p:tavLst>
                                    </p:anim>
                                  </p:childTnLst>
                                </p:cTn>
                              </p:par>
                            </p:childTnLst>
                          </p:cTn>
                        </p:par>
                        <p:par>
                          <p:cTn id="618" fill="hold">
                            <p:stCondLst>
                              <p:cond delay="200"/>
                            </p:stCondLst>
                            <p:childTnLst>
                              <p:par>
                                <p:cTn id="619" presetClass="entr" nodeType="afterEffect" presetSubtype="8" presetID="2" grpId="123" fill="hold">
                                  <p:stCondLst>
                                    <p:cond delay="0"/>
                                  </p:stCondLst>
                                  <p:iterate type="el" backwards="0">
                                    <p:tmAbs val="0"/>
                                  </p:iterate>
                                  <p:childTnLst>
                                    <p:set>
                                      <p:cBhvr>
                                        <p:cTn id="620" fill="hold"/>
                                        <p:tgtEl>
                                          <p:spTgt spid="555"/>
                                        </p:tgtEl>
                                        <p:attrNameLst>
                                          <p:attrName>style.visibility</p:attrName>
                                        </p:attrNameLst>
                                      </p:cBhvr>
                                      <p:to>
                                        <p:strVal val="visible"/>
                                      </p:to>
                                    </p:set>
                                    <p:anim calcmode="lin" valueType="num">
                                      <p:cBhvr>
                                        <p:cTn id="621" dur="200" fill="hold"/>
                                        <p:tgtEl>
                                          <p:spTgt spid="555"/>
                                        </p:tgtEl>
                                        <p:attrNameLst>
                                          <p:attrName>ppt_x</p:attrName>
                                        </p:attrNameLst>
                                      </p:cBhvr>
                                      <p:tavLst>
                                        <p:tav tm="0">
                                          <p:val>
                                            <p:strVal val="0-#ppt_w/2"/>
                                          </p:val>
                                        </p:tav>
                                        <p:tav tm="100000">
                                          <p:val>
                                            <p:strVal val="#ppt_x"/>
                                          </p:val>
                                        </p:tav>
                                      </p:tavLst>
                                    </p:anim>
                                    <p:anim calcmode="lin" valueType="num">
                                      <p:cBhvr>
                                        <p:cTn id="622" dur="200" fill="hold"/>
                                        <p:tgtEl>
                                          <p:spTgt spid="555"/>
                                        </p:tgtEl>
                                        <p:attrNameLst>
                                          <p:attrName>ppt_y</p:attrName>
                                        </p:attrNameLst>
                                      </p:cBhvr>
                                      <p:tavLst>
                                        <p:tav tm="0">
                                          <p:val>
                                            <p:strVal val="#ppt_y"/>
                                          </p:val>
                                        </p:tav>
                                        <p:tav tm="100000">
                                          <p:val>
                                            <p:strVal val="#ppt_y"/>
                                          </p:val>
                                        </p:tav>
                                      </p:tavLst>
                                    </p:anim>
                                  </p:childTnLst>
                                </p:cTn>
                              </p:par>
                            </p:childTnLst>
                          </p:cTn>
                        </p:par>
                        <p:par>
                          <p:cTn id="623" fill="hold">
                            <p:stCondLst>
                              <p:cond delay="400"/>
                            </p:stCondLst>
                            <p:childTnLst>
                              <p:par>
                                <p:cTn id="624" presetClass="entr" nodeType="afterEffect" presetSubtype="8" presetID="2" grpId="124" fill="hold">
                                  <p:stCondLst>
                                    <p:cond delay="0"/>
                                  </p:stCondLst>
                                  <p:iterate type="el" backwards="0">
                                    <p:tmAbs val="0"/>
                                  </p:iterate>
                                  <p:childTnLst>
                                    <p:set>
                                      <p:cBhvr>
                                        <p:cTn id="625" fill="hold"/>
                                        <p:tgtEl>
                                          <p:spTgt spid="552"/>
                                        </p:tgtEl>
                                        <p:attrNameLst>
                                          <p:attrName>style.visibility</p:attrName>
                                        </p:attrNameLst>
                                      </p:cBhvr>
                                      <p:to>
                                        <p:strVal val="visible"/>
                                      </p:to>
                                    </p:set>
                                    <p:anim calcmode="lin" valueType="num">
                                      <p:cBhvr>
                                        <p:cTn id="626" dur="200" fill="hold"/>
                                        <p:tgtEl>
                                          <p:spTgt spid="552"/>
                                        </p:tgtEl>
                                        <p:attrNameLst>
                                          <p:attrName>ppt_x</p:attrName>
                                        </p:attrNameLst>
                                      </p:cBhvr>
                                      <p:tavLst>
                                        <p:tav tm="0">
                                          <p:val>
                                            <p:strVal val="0-#ppt_w/2"/>
                                          </p:val>
                                        </p:tav>
                                        <p:tav tm="100000">
                                          <p:val>
                                            <p:strVal val="#ppt_x"/>
                                          </p:val>
                                        </p:tav>
                                      </p:tavLst>
                                    </p:anim>
                                    <p:anim calcmode="lin" valueType="num">
                                      <p:cBhvr>
                                        <p:cTn id="627" dur="200" fill="hold"/>
                                        <p:tgtEl>
                                          <p:spTgt spid="552"/>
                                        </p:tgtEl>
                                        <p:attrNameLst>
                                          <p:attrName>ppt_y</p:attrName>
                                        </p:attrNameLst>
                                      </p:cBhvr>
                                      <p:tavLst>
                                        <p:tav tm="0">
                                          <p:val>
                                            <p:strVal val="#ppt_y"/>
                                          </p:val>
                                        </p:tav>
                                        <p:tav tm="100000">
                                          <p:val>
                                            <p:strVal val="#ppt_y"/>
                                          </p:val>
                                        </p:tav>
                                      </p:tavLst>
                                    </p:anim>
                                  </p:childTnLst>
                                </p:cTn>
                              </p:par>
                            </p:childTnLst>
                          </p:cTn>
                        </p:par>
                        <p:par>
                          <p:cTn id="628" fill="hold">
                            <p:stCondLst>
                              <p:cond delay="600"/>
                            </p:stCondLst>
                            <p:childTnLst>
                              <p:par>
                                <p:cTn id="629" presetClass="entr" nodeType="afterEffect" presetSubtype="8" presetID="2" grpId="125" fill="hold">
                                  <p:stCondLst>
                                    <p:cond delay="0"/>
                                  </p:stCondLst>
                                  <p:iterate type="el" backwards="0">
                                    <p:tmAbs val="0"/>
                                  </p:iterate>
                                  <p:childTnLst>
                                    <p:set>
                                      <p:cBhvr>
                                        <p:cTn id="630" fill="hold"/>
                                        <p:tgtEl>
                                          <p:spTgt spid="553"/>
                                        </p:tgtEl>
                                        <p:attrNameLst>
                                          <p:attrName>style.visibility</p:attrName>
                                        </p:attrNameLst>
                                      </p:cBhvr>
                                      <p:to>
                                        <p:strVal val="visible"/>
                                      </p:to>
                                    </p:set>
                                    <p:anim calcmode="lin" valueType="num">
                                      <p:cBhvr>
                                        <p:cTn id="631" dur="200" fill="hold"/>
                                        <p:tgtEl>
                                          <p:spTgt spid="553"/>
                                        </p:tgtEl>
                                        <p:attrNameLst>
                                          <p:attrName>ppt_x</p:attrName>
                                        </p:attrNameLst>
                                      </p:cBhvr>
                                      <p:tavLst>
                                        <p:tav tm="0">
                                          <p:val>
                                            <p:strVal val="0-#ppt_w/2"/>
                                          </p:val>
                                        </p:tav>
                                        <p:tav tm="100000">
                                          <p:val>
                                            <p:strVal val="#ppt_x"/>
                                          </p:val>
                                        </p:tav>
                                      </p:tavLst>
                                    </p:anim>
                                    <p:anim calcmode="lin" valueType="num">
                                      <p:cBhvr>
                                        <p:cTn id="632" dur="200" fill="hold"/>
                                        <p:tgtEl>
                                          <p:spTgt spid="553"/>
                                        </p:tgtEl>
                                        <p:attrNameLst>
                                          <p:attrName>ppt_y</p:attrName>
                                        </p:attrNameLst>
                                      </p:cBhvr>
                                      <p:tavLst>
                                        <p:tav tm="0">
                                          <p:val>
                                            <p:strVal val="#ppt_y"/>
                                          </p:val>
                                        </p:tav>
                                        <p:tav tm="100000">
                                          <p:val>
                                            <p:strVal val="#ppt_y"/>
                                          </p:val>
                                        </p:tav>
                                      </p:tavLst>
                                    </p:anim>
                                  </p:childTnLst>
                                </p:cTn>
                              </p:par>
                            </p:childTnLst>
                          </p:cTn>
                        </p:par>
                        <p:par>
                          <p:cTn id="633" fill="hold">
                            <p:stCondLst>
                              <p:cond delay="800"/>
                            </p:stCondLst>
                            <p:childTnLst>
                              <p:par>
                                <p:cTn id="634" presetClass="entr" nodeType="afterEffect" presetSubtype="8" presetID="2" grpId="126" fill="hold">
                                  <p:stCondLst>
                                    <p:cond delay="0"/>
                                  </p:stCondLst>
                                  <p:iterate type="el" backwards="0">
                                    <p:tmAbs val="0"/>
                                  </p:iterate>
                                  <p:childTnLst>
                                    <p:set>
                                      <p:cBhvr>
                                        <p:cTn id="635" fill="hold"/>
                                        <p:tgtEl>
                                          <p:spTgt spid="601"/>
                                        </p:tgtEl>
                                        <p:attrNameLst>
                                          <p:attrName>style.visibility</p:attrName>
                                        </p:attrNameLst>
                                      </p:cBhvr>
                                      <p:to>
                                        <p:strVal val="visible"/>
                                      </p:to>
                                    </p:set>
                                    <p:anim calcmode="lin" valueType="num">
                                      <p:cBhvr>
                                        <p:cTn id="636" dur="200" fill="hold"/>
                                        <p:tgtEl>
                                          <p:spTgt spid="601"/>
                                        </p:tgtEl>
                                        <p:attrNameLst>
                                          <p:attrName>ppt_x</p:attrName>
                                        </p:attrNameLst>
                                      </p:cBhvr>
                                      <p:tavLst>
                                        <p:tav tm="0">
                                          <p:val>
                                            <p:strVal val="0-#ppt_w/2"/>
                                          </p:val>
                                        </p:tav>
                                        <p:tav tm="100000">
                                          <p:val>
                                            <p:strVal val="#ppt_x"/>
                                          </p:val>
                                        </p:tav>
                                      </p:tavLst>
                                    </p:anim>
                                    <p:anim calcmode="lin" valueType="num">
                                      <p:cBhvr>
                                        <p:cTn id="637" dur="200" fill="hold"/>
                                        <p:tgtEl>
                                          <p:spTgt spid="601"/>
                                        </p:tgtEl>
                                        <p:attrNameLst>
                                          <p:attrName>ppt_y</p:attrName>
                                        </p:attrNameLst>
                                      </p:cBhvr>
                                      <p:tavLst>
                                        <p:tav tm="0">
                                          <p:val>
                                            <p:strVal val="#ppt_y"/>
                                          </p:val>
                                        </p:tav>
                                        <p:tav tm="100000">
                                          <p:val>
                                            <p:strVal val="#ppt_y"/>
                                          </p:val>
                                        </p:tav>
                                      </p:tavLst>
                                    </p:anim>
                                  </p:childTnLst>
                                </p:cTn>
                              </p:par>
                            </p:childTnLst>
                          </p:cTn>
                        </p:par>
                        <p:par>
                          <p:cTn id="638" fill="hold">
                            <p:stCondLst>
                              <p:cond delay="1000"/>
                            </p:stCondLst>
                            <p:childTnLst>
                              <p:par>
                                <p:cTn id="639" presetClass="entr" nodeType="afterEffect" presetSubtype="8" presetID="2" grpId="127" fill="hold">
                                  <p:stCondLst>
                                    <p:cond delay="0"/>
                                  </p:stCondLst>
                                  <p:iterate type="el" backwards="0">
                                    <p:tmAbs val="0"/>
                                  </p:iterate>
                                  <p:childTnLst>
                                    <p:set>
                                      <p:cBhvr>
                                        <p:cTn id="640" fill="hold"/>
                                        <p:tgtEl>
                                          <p:spTgt spid="602"/>
                                        </p:tgtEl>
                                        <p:attrNameLst>
                                          <p:attrName>style.visibility</p:attrName>
                                        </p:attrNameLst>
                                      </p:cBhvr>
                                      <p:to>
                                        <p:strVal val="visible"/>
                                      </p:to>
                                    </p:set>
                                    <p:anim calcmode="lin" valueType="num">
                                      <p:cBhvr>
                                        <p:cTn id="641" dur="200" fill="hold"/>
                                        <p:tgtEl>
                                          <p:spTgt spid="602"/>
                                        </p:tgtEl>
                                        <p:attrNameLst>
                                          <p:attrName>ppt_x</p:attrName>
                                        </p:attrNameLst>
                                      </p:cBhvr>
                                      <p:tavLst>
                                        <p:tav tm="0">
                                          <p:val>
                                            <p:strVal val="0-#ppt_w/2"/>
                                          </p:val>
                                        </p:tav>
                                        <p:tav tm="100000">
                                          <p:val>
                                            <p:strVal val="#ppt_x"/>
                                          </p:val>
                                        </p:tav>
                                      </p:tavLst>
                                    </p:anim>
                                    <p:anim calcmode="lin" valueType="num">
                                      <p:cBhvr>
                                        <p:cTn id="642" dur="200" fill="hold"/>
                                        <p:tgtEl>
                                          <p:spTgt spid="602"/>
                                        </p:tgtEl>
                                        <p:attrNameLst>
                                          <p:attrName>ppt_y</p:attrName>
                                        </p:attrNameLst>
                                      </p:cBhvr>
                                      <p:tavLst>
                                        <p:tav tm="0">
                                          <p:val>
                                            <p:strVal val="#ppt_y"/>
                                          </p:val>
                                        </p:tav>
                                        <p:tav tm="100000">
                                          <p:val>
                                            <p:strVal val="#ppt_y"/>
                                          </p:val>
                                        </p:tav>
                                      </p:tavLst>
                                    </p:anim>
                                  </p:childTnLst>
                                </p:cTn>
                              </p:par>
                            </p:childTnLst>
                          </p:cTn>
                        </p:par>
                        <p:par>
                          <p:cTn id="643" fill="hold">
                            <p:stCondLst>
                              <p:cond delay="1200"/>
                            </p:stCondLst>
                            <p:childTnLst>
                              <p:par>
                                <p:cTn id="644" presetClass="entr" nodeType="afterEffect" presetSubtype="8" presetID="2" grpId="128" fill="hold">
                                  <p:stCondLst>
                                    <p:cond delay="0"/>
                                  </p:stCondLst>
                                  <p:iterate type="el" backwards="0">
                                    <p:tmAbs val="0"/>
                                  </p:iterate>
                                  <p:childTnLst>
                                    <p:set>
                                      <p:cBhvr>
                                        <p:cTn id="645" fill="hold"/>
                                        <p:tgtEl>
                                          <p:spTgt spid="554"/>
                                        </p:tgtEl>
                                        <p:attrNameLst>
                                          <p:attrName>style.visibility</p:attrName>
                                        </p:attrNameLst>
                                      </p:cBhvr>
                                      <p:to>
                                        <p:strVal val="visible"/>
                                      </p:to>
                                    </p:set>
                                    <p:anim calcmode="lin" valueType="num">
                                      <p:cBhvr>
                                        <p:cTn id="646" dur="200" fill="hold"/>
                                        <p:tgtEl>
                                          <p:spTgt spid="554"/>
                                        </p:tgtEl>
                                        <p:attrNameLst>
                                          <p:attrName>ppt_x</p:attrName>
                                        </p:attrNameLst>
                                      </p:cBhvr>
                                      <p:tavLst>
                                        <p:tav tm="0">
                                          <p:val>
                                            <p:strVal val="0-#ppt_w/2"/>
                                          </p:val>
                                        </p:tav>
                                        <p:tav tm="100000">
                                          <p:val>
                                            <p:strVal val="#ppt_x"/>
                                          </p:val>
                                        </p:tav>
                                      </p:tavLst>
                                    </p:anim>
                                    <p:anim calcmode="lin" valueType="num">
                                      <p:cBhvr>
                                        <p:cTn id="647" dur="200" fill="hold"/>
                                        <p:tgtEl>
                                          <p:spTgt spid="554"/>
                                        </p:tgtEl>
                                        <p:attrNameLst>
                                          <p:attrName>ppt_y</p:attrName>
                                        </p:attrNameLst>
                                      </p:cBhvr>
                                      <p:tavLst>
                                        <p:tav tm="0">
                                          <p:val>
                                            <p:strVal val="#ppt_y"/>
                                          </p:val>
                                        </p:tav>
                                        <p:tav tm="100000">
                                          <p:val>
                                            <p:strVal val="#ppt_y"/>
                                          </p:val>
                                        </p:tav>
                                      </p:tavLst>
                                    </p:anim>
                                  </p:childTnLst>
                                </p:cTn>
                              </p:par>
                            </p:childTnLst>
                          </p:cTn>
                        </p:par>
                        <p:par>
                          <p:cTn id="648" fill="hold">
                            <p:stCondLst>
                              <p:cond delay="1400"/>
                            </p:stCondLst>
                            <p:childTnLst>
                              <p:par>
                                <p:cTn id="649" presetClass="entr" nodeType="afterEffect" presetSubtype="8" presetID="2" grpId="129" fill="hold">
                                  <p:stCondLst>
                                    <p:cond delay="0"/>
                                  </p:stCondLst>
                                  <p:iterate type="el" backwards="0">
                                    <p:tmAbs val="0"/>
                                  </p:iterate>
                                  <p:childTnLst>
                                    <p:set>
                                      <p:cBhvr>
                                        <p:cTn id="650" fill="hold"/>
                                        <p:tgtEl>
                                          <p:spTgt spid="603"/>
                                        </p:tgtEl>
                                        <p:attrNameLst>
                                          <p:attrName>style.visibility</p:attrName>
                                        </p:attrNameLst>
                                      </p:cBhvr>
                                      <p:to>
                                        <p:strVal val="visible"/>
                                      </p:to>
                                    </p:set>
                                    <p:anim calcmode="lin" valueType="num">
                                      <p:cBhvr>
                                        <p:cTn id="651" dur="200" fill="hold"/>
                                        <p:tgtEl>
                                          <p:spTgt spid="603"/>
                                        </p:tgtEl>
                                        <p:attrNameLst>
                                          <p:attrName>ppt_x</p:attrName>
                                        </p:attrNameLst>
                                      </p:cBhvr>
                                      <p:tavLst>
                                        <p:tav tm="0">
                                          <p:val>
                                            <p:strVal val="0-#ppt_w/2"/>
                                          </p:val>
                                        </p:tav>
                                        <p:tav tm="100000">
                                          <p:val>
                                            <p:strVal val="#ppt_x"/>
                                          </p:val>
                                        </p:tav>
                                      </p:tavLst>
                                    </p:anim>
                                    <p:anim calcmode="lin" valueType="num">
                                      <p:cBhvr>
                                        <p:cTn id="652" dur="200" fill="hold"/>
                                        <p:tgtEl>
                                          <p:spTgt spid="603"/>
                                        </p:tgtEl>
                                        <p:attrNameLst>
                                          <p:attrName>ppt_y</p:attrName>
                                        </p:attrNameLst>
                                      </p:cBhvr>
                                      <p:tavLst>
                                        <p:tav tm="0">
                                          <p:val>
                                            <p:strVal val="#ppt_y"/>
                                          </p:val>
                                        </p:tav>
                                        <p:tav tm="100000">
                                          <p:val>
                                            <p:strVal val="#ppt_y"/>
                                          </p:val>
                                        </p:tav>
                                      </p:tavLst>
                                    </p:anim>
                                  </p:childTnLst>
                                </p:cTn>
                              </p:par>
                            </p:childTnLst>
                          </p:cTn>
                        </p:par>
                        <p:par>
                          <p:cTn id="653" fill="hold">
                            <p:stCondLst>
                              <p:cond delay="1600"/>
                            </p:stCondLst>
                            <p:childTnLst>
                              <p:par>
                                <p:cTn id="654" presetClass="entr" nodeType="afterEffect" presetSubtype="8" presetID="2" grpId="130" fill="hold">
                                  <p:stCondLst>
                                    <p:cond delay="0"/>
                                  </p:stCondLst>
                                  <p:iterate type="el" backwards="0">
                                    <p:tmAbs val="0"/>
                                  </p:iterate>
                                  <p:childTnLst>
                                    <p:set>
                                      <p:cBhvr>
                                        <p:cTn id="655" fill="hold"/>
                                        <p:tgtEl>
                                          <p:spTgt spid="604"/>
                                        </p:tgtEl>
                                        <p:attrNameLst>
                                          <p:attrName>style.visibility</p:attrName>
                                        </p:attrNameLst>
                                      </p:cBhvr>
                                      <p:to>
                                        <p:strVal val="visible"/>
                                      </p:to>
                                    </p:set>
                                    <p:anim calcmode="lin" valueType="num">
                                      <p:cBhvr>
                                        <p:cTn id="656" dur="200" fill="hold"/>
                                        <p:tgtEl>
                                          <p:spTgt spid="604"/>
                                        </p:tgtEl>
                                        <p:attrNameLst>
                                          <p:attrName>ppt_x</p:attrName>
                                        </p:attrNameLst>
                                      </p:cBhvr>
                                      <p:tavLst>
                                        <p:tav tm="0">
                                          <p:val>
                                            <p:strVal val="0-#ppt_w/2"/>
                                          </p:val>
                                        </p:tav>
                                        <p:tav tm="100000">
                                          <p:val>
                                            <p:strVal val="#ppt_x"/>
                                          </p:val>
                                        </p:tav>
                                      </p:tavLst>
                                    </p:anim>
                                    <p:anim calcmode="lin" valueType="num">
                                      <p:cBhvr>
                                        <p:cTn id="657" dur="200" fill="hold"/>
                                        <p:tgtEl>
                                          <p:spTgt spid="604"/>
                                        </p:tgtEl>
                                        <p:attrNameLst>
                                          <p:attrName>ppt_y</p:attrName>
                                        </p:attrNameLst>
                                      </p:cBhvr>
                                      <p:tavLst>
                                        <p:tav tm="0">
                                          <p:val>
                                            <p:strVal val="#ppt_y"/>
                                          </p:val>
                                        </p:tav>
                                        <p:tav tm="100000">
                                          <p:val>
                                            <p:strVal val="#ppt_y"/>
                                          </p:val>
                                        </p:tav>
                                      </p:tavLst>
                                    </p:anim>
                                  </p:childTnLst>
                                </p:cTn>
                              </p:par>
                            </p:childTnLst>
                          </p:cTn>
                        </p:par>
                        <p:par>
                          <p:cTn id="658" fill="hold">
                            <p:stCondLst>
                              <p:cond delay="1800"/>
                            </p:stCondLst>
                            <p:childTnLst>
                              <p:par>
                                <p:cTn id="659" presetClass="entr" nodeType="afterEffect" presetSubtype="8" presetID="2" grpId="131" fill="hold">
                                  <p:stCondLst>
                                    <p:cond delay="0"/>
                                  </p:stCondLst>
                                  <p:iterate type="el" backwards="0">
                                    <p:tmAbs val="0"/>
                                  </p:iterate>
                                  <p:childTnLst>
                                    <p:set>
                                      <p:cBhvr>
                                        <p:cTn id="660" fill="hold"/>
                                        <p:tgtEl>
                                          <p:spTgt spid="556"/>
                                        </p:tgtEl>
                                        <p:attrNameLst>
                                          <p:attrName>style.visibility</p:attrName>
                                        </p:attrNameLst>
                                      </p:cBhvr>
                                      <p:to>
                                        <p:strVal val="visible"/>
                                      </p:to>
                                    </p:set>
                                    <p:anim calcmode="lin" valueType="num">
                                      <p:cBhvr>
                                        <p:cTn id="661" dur="200" fill="hold"/>
                                        <p:tgtEl>
                                          <p:spTgt spid="556"/>
                                        </p:tgtEl>
                                        <p:attrNameLst>
                                          <p:attrName>ppt_x</p:attrName>
                                        </p:attrNameLst>
                                      </p:cBhvr>
                                      <p:tavLst>
                                        <p:tav tm="0">
                                          <p:val>
                                            <p:strVal val="0-#ppt_w/2"/>
                                          </p:val>
                                        </p:tav>
                                        <p:tav tm="100000">
                                          <p:val>
                                            <p:strVal val="#ppt_x"/>
                                          </p:val>
                                        </p:tav>
                                      </p:tavLst>
                                    </p:anim>
                                    <p:anim calcmode="lin" valueType="num">
                                      <p:cBhvr>
                                        <p:cTn id="662" dur="200" fill="hold"/>
                                        <p:tgtEl>
                                          <p:spTgt spid="556"/>
                                        </p:tgtEl>
                                        <p:attrNameLst>
                                          <p:attrName>ppt_y</p:attrName>
                                        </p:attrNameLst>
                                      </p:cBhvr>
                                      <p:tavLst>
                                        <p:tav tm="0">
                                          <p:val>
                                            <p:strVal val="#ppt_y"/>
                                          </p:val>
                                        </p:tav>
                                        <p:tav tm="100000">
                                          <p:val>
                                            <p:strVal val="#ppt_y"/>
                                          </p:val>
                                        </p:tav>
                                      </p:tavLst>
                                    </p:anim>
                                  </p:childTnLst>
                                </p:cTn>
                              </p:par>
                            </p:childTnLst>
                          </p:cTn>
                        </p:par>
                      </p:childTnLst>
                    </p:cTn>
                  </p:par>
                  <p:par>
                    <p:cTn id="663" fill="hold">
                      <p:stCondLst>
                        <p:cond delay="indefinite"/>
                      </p:stCondLst>
                      <p:childTnLst>
                        <p:par>
                          <p:cTn id="664" fill="hold">
                            <p:stCondLst>
                              <p:cond delay="0"/>
                            </p:stCondLst>
                            <p:childTnLst>
                              <p:par>
                                <p:cTn id="665" presetClass="entr" nodeType="clickEffect" presetSubtype="8" presetID="2" grpId="132" fill="hold">
                                  <p:stCondLst>
                                    <p:cond delay="0"/>
                                  </p:stCondLst>
                                  <p:iterate type="el" backwards="0">
                                    <p:tmAbs val="0"/>
                                  </p:iterate>
                                  <p:childTnLst>
                                    <p:set>
                                      <p:cBhvr>
                                        <p:cTn id="666" fill="hold"/>
                                        <p:tgtEl>
                                          <p:spTgt spid="600"/>
                                        </p:tgtEl>
                                        <p:attrNameLst>
                                          <p:attrName>style.visibility</p:attrName>
                                        </p:attrNameLst>
                                      </p:cBhvr>
                                      <p:to>
                                        <p:strVal val="visible"/>
                                      </p:to>
                                    </p:set>
                                    <p:anim calcmode="lin" valueType="num">
                                      <p:cBhvr>
                                        <p:cTn id="667" dur="200" fill="hold"/>
                                        <p:tgtEl>
                                          <p:spTgt spid="600"/>
                                        </p:tgtEl>
                                        <p:attrNameLst>
                                          <p:attrName>ppt_x</p:attrName>
                                        </p:attrNameLst>
                                      </p:cBhvr>
                                      <p:tavLst>
                                        <p:tav tm="0">
                                          <p:val>
                                            <p:strVal val="0-#ppt_w/2"/>
                                          </p:val>
                                        </p:tav>
                                        <p:tav tm="100000">
                                          <p:val>
                                            <p:strVal val="#ppt_x"/>
                                          </p:val>
                                        </p:tav>
                                      </p:tavLst>
                                    </p:anim>
                                    <p:anim calcmode="lin" valueType="num">
                                      <p:cBhvr>
                                        <p:cTn id="668" dur="200" fill="hold"/>
                                        <p:tgtEl>
                                          <p:spTgt spid="600"/>
                                        </p:tgtEl>
                                        <p:attrNameLst>
                                          <p:attrName>ppt_y</p:attrName>
                                        </p:attrNameLst>
                                      </p:cBhvr>
                                      <p:tavLst>
                                        <p:tav tm="0">
                                          <p:val>
                                            <p:strVal val="#ppt_y"/>
                                          </p:val>
                                        </p:tav>
                                        <p:tav tm="100000">
                                          <p:val>
                                            <p:strVal val="#ppt_y"/>
                                          </p:val>
                                        </p:tav>
                                      </p:tavLst>
                                    </p:anim>
                                  </p:childTnLst>
                                </p:cTn>
                              </p:par>
                            </p:childTnLst>
                          </p:cTn>
                        </p:par>
                        <p:par>
                          <p:cTn id="669" fill="hold">
                            <p:stCondLst>
                              <p:cond delay="200"/>
                            </p:stCondLst>
                            <p:childTnLst>
                              <p:par>
                                <p:cTn id="670" presetClass="entr" nodeType="afterEffect" presetSubtype="8" presetID="2" grpId="133" fill="hold">
                                  <p:stCondLst>
                                    <p:cond delay="0"/>
                                  </p:stCondLst>
                                  <p:iterate type="el" backwards="0">
                                    <p:tmAbs val="0"/>
                                  </p:iterate>
                                  <p:childTnLst>
                                    <p:set>
                                      <p:cBhvr>
                                        <p:cTn id="671" fill="hold"/>
                                        <p:tgtEl>
                                          <p:spTgt spid="584"/>
                                        </p:tgtEl>
                                        <p:attrNameLst>
                                          <p:attrName>style.visibility</p:attrName>
                                        </p:attrNameLst>
                                      </p:cBhvr>
                                      <p:to>
                                        <p:strVal val="visible"/>
                                      </p:to>
                                    </p:set>
                                    <p:anim calcmode="lin" valueType="num">
                                      <p:cBhvr>
                                        <p:cTn id="672" dur="200" fill="hold"/>
                                        <p:tgtEl>
                                          <p:spTgt spid="584"/>
                                        </p:tgtEl>
                                        <p:attrNameLst>
                                          <p:attrName>ppt_x</p:attrName>
                                        </p:attrNameLst>
                                      </p:cBhvr>
                                      <p:tavLst>
                                        <p:tav tm="0">
                                          <p:val>
                                            <p:strVal val="0-#ppt_w/2"/>
                                          </p:val>
                                        </p:tav>
                                        <p:tav tm="100000">
                                          <p:val>
                                            <p:strVal val="#ppt_x"/>
                                          </p:val>
                                        </p:tav>
                                      </p:tavLst>
                                    </p:anim>
                                    <p:anim calcmode="lin" valueType="num">
                                      <p:cBhvr>
                                        <p:cTn id="673" dur="200" fill="hold"/>
                                        <p:tgtEl>
                                          <p:spTgt spid="584"/>
                                        </p:tgtEl>
                                        <p:attrNameLst>
                                          <p:attrName>ppt_y</p:attrName>
                                        </p:attrNameLst>
                                      </p:cBhvr>
                                      <p:tavLst>
                                        <p:tav tm="0">
                                          <p:val>
                                            <p:strVal val="#ppt_y"/>
                                          </p:val>
                                        </p:tav>
                                        <p:tav tm="100000">
                                          <p:val>
                                            <p:strVal val="#ppt_y"/>
                                          </p:val>
                                        </p:tav>
                                      </p:tavLst>
                                    </p:anim>
                                  </p:childTnLst>
                                </p:cTn>
                              </p:par>
                            </p:childTnLst>
                          </p:cTn>
                        </p:par>
                        <p:par>
                          <p:cTn id="674" fill="hold">
                            <p:stCondLst>
                              <p:cond delay="400"/>
                            </p:stCondLst>
                            <p:childTnLst>
                              <p:par>
                                <p:cTn id="675" presetClass="entr" nodeType="afterEffect" presetSubtype="8" presetID="2" grpId="134" fill="hold">
                                  <p:stCondLst>
                                    <p:cond delay="0"/>
                                  </p:stCondLst>
                                  <p:iterate type="el" backwards="0">
                                    <p:tmAbs val="0"/>
                                  </p:iterate>
                                  <p:childTnLst>
                                    <p:set>
                                      <p:cBhvr>
                                        <p:cTn id="676" fill="hold"/>
                                        <p:tgtEl>
                                          <p:spTgt spid="581"/>
                                        </p:tgtEl>
                                        <p:attrNameLst>
                                          <p:attrName>style.visibility</p:attrName>
                                        </p:attrNameLst>
                                      </p:cBhvr>
                                      <p:to>
                                        <p:strVal val="visible"/>
                                      </p:to>
                                    </p:set>
                                    <p:anim calcmode="lin" valueType="num">
                                      <p:cBhvr>
                                        <p:cTn id="677" dur="200" fill="hold"/>
                                        <p:tgtEl>
                                          <p:spTgt spid="581"/>
                                        </p:tgtEl>
                                        <p:attrNameLst>
                                          <p:attrName>ppt_x</p:attrName>
                                        </p:attrNameLst>
                                      </p:cBhvr>
                                      <p:tavLst>
                                        <p:tav tm="0">
                                          <p:val>
                                            <p:strVal val="0-#ppt_w/2"/>
                                          </p:val>
                                        </p:tav>
                                        <p:tav tm="100000">
                                          <p:val>
                                            <p:strVal val="#ppt_x"/>
                                          </p:val>
                                        </p:tav>
                                      </p:tavLst>
                                    </p:anim>
                                    <p:anim calcmode="lin" valueType="num">
                                      <p:cBhvr>
                                        <p:cTn id="678" dur="200" fill="hold"/>
                                        <p:tgtEl>
                                          <p:spTgt spid="581"/>
                                        </p:tgtEl>
                                        <p:attrNameLst>
                                          <p:attrName>ppt_y</p:attrName>
                                        </p:attrNameLst>
                                      </p:cBhvr>
                                      <p:tavLst>
                                        <p:tav tm="0">
                                          <p:val>
                                            <p:strVal val="#ppt_y"/>
                                          </p:val>
                                        </p:tav>
                                        <p:tav tm="100000">
                                          <p:val>
                                            <p:strVal val="#ppt_y"/>
                                          </p:val>
                                        </p:tav>
                                      </p:tavLst>
                                    </p:anim>
                                  </p:childTnLst>
                                </p:cTn>
                              </p:par>
                            </p:childTnLst>
                          </p:cTn>
                        </p:par>
                        <p:par>
                          <p:cTn id="679" fill="hold">
                            <p:stCondLst>
                              <p:cond delay="600"/>
                            </p:stCondLst>
                            <p:childTnLst>
                              <p:par>
                                <p:cTn id="680" presetClass="entr" nodeType="afterEffect" presetSubtype="8" presetID="2" grpId="135" fill="hold">
                                  <p:stCondLst>
                                    <p:cond delay="0"/>
                                  </p:stCondLst>
                                  <p:iterate type="el" backwards="0">
                                    <p:tmAbs val="0"/>
                                  </p:iterate>
                                  <p:childTnLst>
                                    <p:set>
                                      <p:cBhvr>
                                        <p:cTn id="681" fill="hold"/>
                                        <p:tgtEl>
                                          <p:spTgt spid="582"/>
                                        </p:tgtEl>
                                        <p:attrNameLst>
                                          <p:attrName>style.visibility</p:attrName>
                                        </p:attrNameLst>
                                      </p:cBhvr>
                                      <p:to>
                                        <p:strVal val="visible"/>
                                      </p:to>
                                    </p:set>
                                    <p:anim calcmode="lin" valueType="num">
                                      <p:cBhvr>
                                        <p:cTn id="682" dur="200" fill="hold"/>
                                        <p:tgtEl>
                                          <p:spTgt spid="582"/>
                                        </p:tgtEl>
                                        <p:attrNameLst>
                                          <p:attrName>ppt_x</p:attrName>
                                        </p:attrNameLst>
                                      </p:cBhvr>
                                      <p:tavLst>
                                        <p:tav tm="0">
                                          <p:val>
                                            <p:strVal val="0-#ppt_w/2"/>
                                          </p:val>
                                        </p:tav>
                                        <p:tav tm="100000">
                                          <p:val>
                                            <p:strVal val="#ppt_x"/>
                                          </p:val>
                                        </p:tav>
                                      </p:tavLst>
                                    </p:anim>
                                    <p:anim calcmode="lin" valueType="num">
                                      <p:cBhvr>
                                        <p:cTn id="683" dur="200" fill="hold"/>
                                        <p:tgtEl>
                                          <p:spTgt spid="582"/>
                                        </p:tgtEl>
                                        <p:attrNameLst>
                                          <p:attrName>ppt_y</p:attrName>
                                        </p:attrNameLst>
                                      </p:cBhvr>
                                      <p:tavLst>
                                        <p:tav tm="0">
                                          <p:val>
                                            <p:strVal val="#ppt_y"/>
                                          </p:val>
                                        </p:tav>
                                        <p:tav tm="100000">
                                          <p:val>
                                            <p:strVal val="#ppt_y"/>
                                          </p:val>
                                        </p:tav>
                                      </p:tavLst>
                                    </p:anim>
                                  </p:childTnLst>
                                </p:cTn>
                              </p:par>
                            </p:childTnLst>
                          </p:cTn>
                        </p:par>
                        <p:par>
                          <p:cTn id="684" fill="hold">
                            <p:stCondLst>
                              <p:cond delay="800"/>
                            </p:stCondLst>
                            <p:childTnLst>
                              <p:par>
                                <p:cTn id="685" presetClass="entr" nodeType="afterEffect" presetSubtype="8" presetID="2" grpId="136" fill="hold">
                                  <p:stCondLst>
                                    <p:cond delay="0"/>
                                  </p:stCondLst>
                                  <p:iterate type="el" backwards="0">
                                    <p:tmAbs val="0"/>
                                  </p:iterate>
                                  <p:childTnLst>
                                    <p:set>
                                      <p:cBhvr>
                                        <p:cTn id="686" fill="hold"/>
                                        <p:tgtEl>
                                          <p:spTgt spid="578"/>
                                        </p:tgtEl>
                                        <p:attrNameLst>
                                          <p:attrName>style.visibility</p:attrName>
                                        </p:attrNameLst>
                                      </p:cBhvr>
                                      <p:to>
                                        <p:strVal val="visible"/>
                                      </p:to>
                                    </p:set>
                                    <p:anim calcmode="lin" valueType="num">
                                      <p:cBhvr>
                                        <p:cTn id="687" dur="200" fill="hold"/>
                                        <p:tgtEl>
                                          <p:spTgt spid="578"/>
                                        </p:tgtEl>
                                        <p:attrNameLst>
                                          <p:attrName>ppt_x</p:attrName>
                                        </p:attrNameLst>
                                      </p:cBhvr>
                                      <p:tavLst>
                                        <p:tav tm="0">
                                          <p:val>
                                            <p:strVal val="0-#ppt_w/2"/>
                                          </p:val>
                                        </p:tav>
                                        <p:tav tm="100000">
                                          <p:val>
                                            <p:strVal val="#ppt_x"/>
                                          </p:val>
                                        </p:tav>
                                      </p:tavLst>
                                    </p:anim>
                                    <p:anim calcmode="lin" valueType="num">
                                      <p:cBhvr>
                                        <p:cTn id="688" dur="200" fill="hold"/>
                                        <p:tgtEl>
                                          <p:spTgt spid="578"/>
                                        </p:tgtEl>
                                        <p:attrNameLst>
                                          <p:attrName>ppt_y</p:attrName>
                                        </p:attrNameLst>
                                      </p:cBhvr>
                                      <p:tavLst>
                                        <p:tav tm="0">
                                          <p:val>
                                            <p:strVal val="#ppt_y"/>
                                          </p:val>
                                        </p:tav>
                                        <p:tav tm="100000">
                                          <p:val>
                                            <p:strVal val="#ppt_y"/>
                                          </p:val>
                                        </p:tav>
                                      </p:tavLst>
                                    </p:anim>
                                  </p:childTnLst>
                                </p:cTn>
                              </p:par>
                            </p:childTnLst>
                          </p:cTn>
                        </p:par>
                        <p:par>
                          <p:cTn id="689" fill="hold">
                            <p:stCondLst>
                              <p:cond delay="1000"/>
                            </p:stCondLst>
                            <p:childTnLst>
                              <p:par>
                                <p:cTn id="690" presetClass="entr" nodeType="afterEffect" presetSubtype="8" presetID="2" grpId="137" fill="hold">
                                  <p:stCondLst>
                                    <p:cond delay="0"/>
                                  </p:stCondLst>
                                  <p:iterate type="el" backwards="0">
                                    <p:tmAbs val="0"/>
                                  </p:iterate>
                                  <p:childTnLst>
                                    <p:set>
                                      <p:cBhvr>
                                        <p:cTn id="691" fill="hold"/>
                                        <p:tgtEl>
                                          <p:spTgt spid="583"/>
                                        </p:tgtEl>
                                        <p:attrNameLst>
                                          <p:attrName>style.visibility</p:attrName>
                                        </p:attrNameLst>
                                      </p:cBhvr>
                                      <p:to>
                                        <p:strVal val="visible"/>
                                      </p:to>
                                    </p:set>
                                    <p:anim calcmode="lin" valueType="num">
                                      <p:cBhvr>
                                        <p:cTn id="692" dur="200" fill="hold"/>
                                        <p:tgtEl>
                                          <p:spTgt spid="583"/>
                                        </p:tgtEl>
                                        <p:attrNameLst>
                                          <p:attrName>ppt_x</p:attrName>
                                        </p:attrNameLst>
                                      </p:cBhvr>
                                      <p:tavLst>
                                        <p:tav tm="0">
                                          <p:val>
                                            <p:strVal val="0-#ppt_w/2"/>
                                          </p:val>
                                        </p:tav>
                                        <p:tav tm="100000">
                                          <p:val>
                                            <p:strVal val="#ppt_x"/>
                                          </p:val>
                                        </p:tav>
                                      </p:tavLst>
                                    </p:anim>
                                    <p:anim calcmode="lin" valueType="num">
                                      <p:cBhvr>
                                        <p:cTn id="693" dur="200" fill="hold"/>
                                        <p:tgtEl>
                                          <p:spTgt spid="583"/>
                                        </p:tgtEl>
                                        <p:attrNameLst>
                                          <p:attrName>ppt_y</p:attrName>
                                        </p:attrNameLst>
                                      </p:cBhvr>
                                      <p:tavLst>
                                        <p:tav tm="0">
                                          <p:val>
                                            <p:strVal val="#ppt_y"/>
                                          </p:val>
                                        </p:tav>
                                        <p:tav tm="100000">
                                          <p:val>
                                            <p:strVal val="#ppt_y"/>
                                          </p:val>
                                        </p:tav>
                                      </p:tavLst>
                                    </p:anim>
                                  </p:childTnLst>
                                </p:cTn>
                              </p:par>
                            </p:childTnLst>
                          </p:cTn>
                        </p:par>
                        <p:par>
                          <p:cTn id="694" fill="hold">
                            <p:stCondLst>
                              <p:cond delay="1200"/>
                            </p:stCondLst>
                            <p:childTnLst>
                              <p:par>
                                <p:cTn id="695" presetClass="entr" nodeType="afterEffect" presetSubtype="8" presetID="2" grpId="138" fill="hold">
                                  <p:stCondLst>
                                    <p:cond delay="0"/>
                                  </p:stCondLst>
                                  <p:iterate type="el" backwards="0">
                                    <p:tmAbs val="0"/>
                                  </p:iterate>
                                  <p:childTnLst>
                                    <p:set>
                                      <p:cBhvr>
                                        <p:cTn id="696" fill="hold"/>
                                        <p:tgtEl>
                                          <p:spTgt spid="575"/>
                                        </p:tgtEl>
                                        <p:attrNameLst>
                                          <p:attrName>style.visibility</p:attrName>
                                        </p:attrNameLst>
                                      </p:cBhvr>
                                      <p:to>
                                        <p:strVal val="visible"/>
                                      </p:to>
                                    </p:set>
                                    <p:anim calcmode="lin" valueType="num">
                                      <p:cBhvr>
                                        <p:cTn id="697" dur="200" fill="hold"/>
                                        <p:tgtEl>
                                          <p:spTgt spid="575"/>
                                        </p:tgtEl>
                                        <p:attrNameLst>
                                          <p:attrName>ppt_x</p:attrName>
                                        </p:attrNameLst>
                                      </p:cBhvr>
                                      <p:tavLst>
                                        <p:tav tm="0">
                                          <p:val>
                                            <p:strVal val="0-#ppt_w/2"/>
                                          </p:val>
                                        </p:tav>
                                        <p:tav tm="100000">
                                          <p:val>
                                            <p:strVal val="#ppt_x"/>
                                          </p:val>
                                        </p:tav>
                                      </p:tavLst>
                                    </p:anim>
                                    <p:anim calcmode="lin" valueType="num">
                                      <p:cBhvr>
                                        <p:cTn id="698" dur="200" fill="hold"/>
                                        <p:tgtEl>
                                          <p:spTgt spid="575"/>
                                        </p:tgtEl>
                                        <p:attrNameLst>
                                          <p:attrName>ppt_y</p:attrName>
                                        </p:attrNameLst>
                                      </p:cBhvr>
                                      <p:tavLst>
                                        <p:tav tm="0">
                                          <p:val>
                                            <p:strVal val="#ppt_y"/>
                                          </p:val>
                                        </p:tav>
                                        <p:tav tm="100000">
                                          <p:val>
                                            <p:strVal val="#ppt_y"/>
                                          </p:val>
                                        </p:tav>
                                      </p:tavLst>
                                    </p:anim>
                                  </p:childTnLst>
                                </p:cTn>
                              </p:par>
                            </p:childTnLst>
                          </p:cTn>
                        </p:par>
                        <p:par>
                          <p:cTn id="699" fill="hold">
                            <p:stCondLst>
                              <p:cond delay="1400"/>
                            </p:stCondLst>
                            <p:childTnLst>
                              <p:par>
                                <p:cTn id="700" presetClass="entr" nodeType="afterEffect" presetSubtype="8" presetID="2" grpId="139" fill="hold">
                                  <p:stCondLst>
                                    <p:cond delay="0"/>
                                  </p:stCondLst>
                                  <p:iterate type="el" backwards="0">
                                    <p:tmAbs val="0"/>
                                  </p:iterate>
                                  <p:childTnLst>
                                    <p:set>
                                      <p:cBhvr>
                                        <p:cTn id="701" fill="hold"/>
                                        <p:tgtEl>
                                          <p:spTgt spid="596"/>
                                        </p:tgtEl>
                                        <p:attrNameLst>
                                          <p:attrName>style.visibility</p:attrName>
                                        </p:attrNameLst>
                                      </p:cBhvr>
                                      <p:to>
                                        <p:strVal val="visible"/>
                                      </p:to>
                                    </p:set>
                                    <p:anim calcmode="lin" valueType="num">
                                      <p:cBhvr>
                                        <p:cTn id="702" dur="200" fill="hold"/>
                                        <p:tgtEl>
                                          <p:spTgt spid="596"/>
                                        </p:tgtEl>
                                        <p:attrNameLst>
                                          <p:attrName>ppt_x</p:attrName>
                                        </p:attrNameLst>
                                      </p:cBhvr>
                                      <p:tavLst>
                                        <p:tav tm="0">
                                          <p:val>
                                            <p:strVal val="0-#ppt_w/2"/>
                                          </p:val>
                                        </p:tav>
                                        <p:tav tm="100000">
                                          <p:val>
                                            <p:strVal val="#ppt_x"/>
                                          </p:val>
                                        </p:tav>
                                      </p:tavLst>
                                    </p:anim>
                                    <p:anim calcmode="lin" valueType="num">
                                      <p:cBhvr>
                                        <p:cTn id="703" dur="200" fill="hold"/>
                                        <p:tgtEl>
                                          <p:spTgt spid="596"/>
                                        </p:tgtEl>
                                        <p:attrNameLst>
                                          <p:attrName>ppt_y</p:attrName>
                                        </p:attrNameLst>
                                      </p:cBhvr>
                                      <p:tavLst>
                                        <p:tav tm="0">
                                          <p:val>
                                            <p:strVal val="#ppt_y"/>
                                          </p:val>
                                        </p:tav>
                                        <p:tav tm="100000">
                                          <p:val>
                                            <p:strVal val="#ppt_y"/>
                                          </p:val>
                                        </p:tav>
                                      </p:tavLst>
                                    </p:anim>
                                  </p:childTnLst>
                                </p:cTn>
                              </p:par>
                            </p:childTnLst>
                          </p:cTn>
                        </p:par>
                        <p:par>
                          <p:cTn id="704" fill="hold">
                            <p:stCondLst>
                              <p:cond delay="1600"/>
                            </p:stCondLst>
                            <p:childTnLst>
                              <p:par>
                                <p:cTn id="705" presetClass="entr" nodeType="afterEffect" presetSubtype="8" presetID="2" grpId="140" fill="hold">
                                  <p:stCondLst>
                                    <p:cond delay="0"/>
                                  </p:stCondLst>
                                  <p:iterate type="el" backwards="0">
                                    <p:tmAbs val="0"/>
                                  </p:iterate>
                                  <p:childTnLst>
                                    <p:set>
                                      <p:cBhvr>
                                        <p:cTn id="706" fill="hold"/>
                                        <p:tgtEl>
                                          <p:spTgt spid="585"/>
                                        </p:tgtEl>
                                        <p:attrNameLst>
                                          <p:attrName>style.visibility</p:attrName>
                                        </p:attrNameLst>
                                      </p:cBhvr>
                                      <p:to>
                                        <p:strVal val="visible"/>
                                      </p:to>
                                    </p:set>
                                    <p:anim calcmode="lin" valueType="num">
                                      <p:cBhvr>
                                        <p:cTn id="707" dur="200" fill="hold"/>
                                        <p:tgtEl>
                                          <p:spTgt spid="585"/>
                                        </p:tgtEl>
                                        <p:attrNameLst>
                                          <p:attrName>ppt_x</p:attrName>
                                        </p:attrNameLst>
                                      </p:cBhvr>
                                      <p:tavLst>
                                        <p:tav tm="0">
                                          <p:val>
                                            <p:strVal val="0-#ppt_w/2"/>
                                          </p:val>
                                        </p:tav>
                                        <p:tav tm="100000">
                                          <p:val>
                                            <p:strVal val="#ppt_x"/>
                                          </p:val>
                                        </p:tav>
                                      </p:tavLst>
                                    </p:anim>
                                    <p:anim calcmode="lin" valueType="num">
                                      <p:cBhvr>
                                        <p:cTn id="708" dur="200" fill="hold"/>
                                        <p:tgtEl>
                                          <p:spTgt spid="585"/>
                                        </p:tgtEl>
                                        <p:attrNameLst>
                                          <p:attrName>ppt_y</p:attrName>
                                        </p:attrNameLst>
                                      </p:cBhvr>
                                      <p:tavLst>
                                        <p:tav tm="0">
                                          <p:val>
                                            <p:strVal val="#ppt_y"/>
                                          </p:val>
                                        </p:tav>
                                        <p:tav tm="100000">
                                          <p:val>
                                            <p:strVal val="#ppt_y"/>
                                          </p:val>
                                        </p:tav>
                                      </p:tavLst>
                                    </p:anim>
                                  </p:childTnLst>
                                </p:cTn>
                              </p:par>
                            </p:childTnLst>
                          </p:cTn>
                        </p:par>
                      </p:childTnLst>
                    </p:cTn>
                  </p:par>
                  <p:par>
                    <p:cTn id="709" fill="hold">
                      <p:stCondLst>
                        <p:cond delay="indefinite"/>
                      </p:stCondLst>
                      <p:childTnLst>
                        <p:par>
                          <p:cTn id="710" fill="hold">
                            <p:stCondLst>
                              <p:cond delay="0"/>
                            </p:stCondLst>
                            <p:childTnLst>
                              <p:par>
                                <p:cTn id="711" presetClass="entr" nodeType="clickEffect" presetID="9" grpId="141" fill="hold">
                                  <p:stCondLst>
                                    <p:cond delay="0"/>
                                  </p:stCondLst>
                                  <p:iterate type="el" backwards="0">
                                    <p:tmAbs val="0"/>
                                  </p:iterate>
                                  <p:childTnLst>
                                    <p:set>
                                      <p:cBhvr>
                                        <p:cTn id="712" fill="hold"/>
                                        <p:tgtEl>
                                          <p:spTgt spid="647"/>
                                        </p:tgtEl>
                                        <p:attrNameLst>
                                          <p:attrName>style.visibility</p:attrName>
                                        </p:attrNameLst>
                                      </p:cBhvr>
                                      <p:to>
                                        <p:strVal val="visible"/>
                                      </p:to>
                                    </p:set>
                                    <p:animEffect filter="dissolve" transition="in">
                                      <p:cBhvr>
                                        <p:cTn id="713" dur="1250"/>
                                        <p:tgtEl>
                                          <p:spTgt spid="647"/>
                                        </p:tgtEl>
                                      </p:cBhvr>
                                    </p:animEffect>
                                  </p:childTnLst>
                                </p:cTn>
                              </p:par>
                            </p:childTnLst>
                          </p:cTn>
                        </p:par>
                      </p:childTnLst>
                    </p:cTn>
                  </p:par>
                  <p:par>
                    <p:cTn id="714" fill="hold">
                      <p:stCondLst>
                        <p:cond delay="indefinite"/>
                      </p:stCondLst>
                      <p:childTnLst>
                        <p:par>
                          <p:cTn id="715" fill="hold">
                            <p:stCondLst>
                              <p:cond delay="0"/>
                            </p:stCondLst>
                            <p:childTnLst>
                              <p:par>
                                <p:cTn id="716" presetClass="entr" nodeType="clickEffect" presetID="9" grpId="142" fill="hold">
                                  <p:stCondLst>
                                    <p:cond delay="0"/>
                                  </p:stCondLst>
                                  <p:iterate type="el" backwards="0">
                                    <p:tmAbs val="0"/>
                                  </p:iterate>
                                  <p:childTnLst>
                                    <p:set>
                                      <p:cBhvr>
                                        <p:cTn id="717" fill="hold"/>
                                        <p:tgtEl>
                                          <p:spTgt spid="646"/>
                                        </p:tgtEl>
                                        <p:attrNameLst>
                                          <p:attrName>style.visibility</p:attrName>
                                        </p:attrNameLst>
                                      </p:cBhvr>
                                      <p:to>
                                        <p:strVal val="visible"/>
                                      </p:to>
                                    </p:set>
                                    <p:animEffect filter="dissolve" transition="in">
                                      <p:cBhvr>
                                        <p:cTn id="718" dur="200"/>
                                        <p:tgtEl>
                                          <p:spTgt spid="646"/>
                                        </p:tgtEl>
                                      </p:cBhvr>
                                    </p:animEffect>
                                  </p:childTnLst>
                                </p:cTn>
                              </p:par>
                            </p:childTnLst>
                          </p:cTn>
                        </p:par>
                        <p:par>
                          <p:cTn id="719" fill="hold">
                            <p:stCondLst>
                              <p:cond delay="200"/>
                            </p:stCondLst>
                            <p:childTnLst>
                              <p:par>
                                <p:cTn id="720" presetClass="entr" nodeType="afterEffect" presetSubtype="8" presetID="2" grpId="143" fill="hold">
                                  <p:stCondLst>
                                    <p:cond delay="0"/>
                                  </p:stCondLst>
                                  <p:iterate type="el" backwards="0">
                                    <p:tmAbs val="0"/>
                                  </p:iterate>
                                  <p:childTnLst>
                                    <p:set>
                                      <p:cBhvr>
                                        <p:cTn id="721" fill="hold"/>
                                        <p:tgtEl>
                                          <p:spTgt spid="650"/>
                                        </p:tgtEl>
                                        <p:attrNameLst>
                                          <p:attrName>style.visibility</p:attrName>
                                        </p:attrNameLst>
                                      </p:cBhvr>
                                      <p:to>
                                        <p:strVal val="visible"/>
                                      </p:to>
                                    </p:set>
                                    <p:anim calcmode="lin" valueType="num">
                                      <p:cBhvr>
                                        <p:cTn id="722" dur="200" fill="hold"/>
                                        <p:tgtEl>
                                          <p:spTgt spid="650"/>
                                        </p:tgtEl>
                                        <p:attrNameLst>
                                          <p:attrName>ppt_x</p:attrName>
                                        </p:attrNameLst>
                                      </p:cBhvr>
                                      <p:tavLst>
                                        <p:tav tm="0">
                                          <p:val>
                                            <p:strVal val="0-#ppt_w/2"/>
                                          </p:val>
                                        </p:tav>
                                        <p:tav tm="100000">
                                          <p:val>
                                            <p:strVal val="#ppt_x"/>
                                          </p:val>
                                        </p:tav>
                                      </p:tavLst>
                                    </p:anim>
                                    <p:anim calcmode="lin" valueType="num">
                                      <p:cBhvr>
                                        <p:cTn id="723" dur="200" fill="hold"/>
                                        <p:tgtEl>
                                          <p:spTgt spid="650"/>
                                        </p:tgtEl>
                                        <p:attrNameLst>
                                          <p:attrName>ppt_y</p:attrName>
                                        </p:attrNameLst>
                                      </p:cBhvr>
                                      <p:tavLst>
                                        <p:tav tm="0">
                                          <p:val>
                                            <p:strVal val="#ppt_y"/>
                                          </p:val>
                                        </p:tav>
                                        <p:tav tm="100000">
                                          <p:val>
                                            <p:strVal val="#ppt_y"/>
                                          </p:val>
                                        </p:tav>
                                      </p:tavLst>
                                    </p:anim>
                                  </p:childTnLst>
                                </p:cTn>
                              </p:par>
                            </p:childTnLst>
                          </p:cTn>
                        </p:par>
                      </p:childTnLst>
                    </p:cTn>
                  </p:par>
                  <p:par>
                    <p:cTn id="724" fill="hold">
                      <p:stCondLst>
                        <p:cond delay="indefinite"/>
                      </p:stCondLst>
                      <p:childTnLst>
                        <p:par>
                          <p:cTn id="725" fill="hold">
                            <p:stCondLst>
                              <p:cond delay="0"/>
                            </p:stCondLst>
                            <p:childTnLst>
                              <p:par>
                                <p:cTn id="726" presetClass="entr" nodeType="clickEffect" presetSubtype="8" presetID="2" grpId="144" fill="hold">
                                  <p:stCondLst>
                                    <p:cond delay="0"/>
                                  </p:stCondLst>
                                  <p:iterate type="el" backwards="0">
                                    <p:tmAbs val="0"/>
                                  </p:iterate>
                                  <p:childTnLst>
                                    <p:set>
                                      <p:cBhvr>
                                        <p:cTn id="727" fill="hold"/>
                                        <p:tgtEl>
                                          <p:spTgt spid="589"/>
                                        </p:tgtEl>
                                        <p:attrNameLst>
                                          <p:attrName>style.visibility</p:attrName>
                                        </p:attrNameLst>
                                      </p:cBhvr>
                                      <p:to>
                                        <p:strVal val="visible"/>
                                      </p:to>
                                    </p:set>
                                    <p:anim calcmode="lin" valueType="num">
                                      <p:cBhvr>
                                        <p:cTn id="728" dur="100" fill="hold"/>
                                        <p:tgtEl>
                                          <p:spTgt spid="589"/>
                                        </p:tgtEl>
                                        <p:attrNameLst>
                                          <p:attrName>ppt_x</p:attrName>
                                        </p:attrNameLst>
                                      </p:cBhvr>
                                      <p:tavLst>
                                        <p:tav tm="0">
                                          <p:val>
                                            <p:strVal val="0-#ppt_w/2"/>
                                          </p:val>
                                        </p:tav>
                                        <p:tav tm="100000">
                                          <p:val>
                                            <p:strVal val="#ppt_x"/>
                                          </p:val>
                                        </p:tav>
                                      </p:tavLst>
                                    </p:anim>
                                    <p:anim calcmode="lin" valueType="num">
                                      <p:cBhvr>
                                        <p:cTn id="729" dur="100" fill="hold"/>
                                        <p:tgtEl>
                                          <p:spTgt spid="589"/>
                                        </p:tgtEl>
                                        <p:attrNameLst>
                                          <p:attrName>ppt_y</p:attrName>
                                        </p:attrNameLst>
                                      </p:cBhvr>
                                      <p:tavLst>
                                        <p:tav tm="0">
                                          <p:val>
                                            <p:strVal val="#ppt_y"/>
                                          </p:val>
                                        </p:tav>
                                        <p:tav tm="100000">
                                          <p:val>
                                            <p:strVal val="#ppt_y"/>
                                          </p:val>
                                        </p:tav>
                                      </p:tavLst>
                                    </p:anim>
                                  </p:childTnLst>
                                </p:cTn>
                              </p:par>
                            </p:childTnLst>
                          </p:cTn>
                        </p:par>
                        <p:par>
                          <p:cTn id="730" fill="hold">
                            <p:stCondLst>
                              <p:cond delay="100"/>
                            </p:stCondLst>
                            <p:childTnLst>
                              <p:par>
                                <p:cTn id="731" presetClass="entr" nodeType="afterEffect" presetSubtype="8" presetID="2" grpId="145" fill="hold">
                                  <p:stCondLst>
                                    <p:cond delay="0"/>
                                  </p:stCondLst>
                                  <p:iterate type="el" backwards="0">
                                    <p:tmAbs val="0"/>
                                  </p:iterate>
                                  <p:childTnLst>
                                    <p:set>
                                      <p:cBhvr>
                                        <p:cTn id="732" fill="hold"/>
                                        <p:tgtEl>
                                          <p:spTgt spid="648"/>
                                        </p:tgtEl>
                                        <p:attrNameLst>
                                          <p:attrName>style.visibility</p:attrName>
                                        </p:attrNameLst>
                                      </p:cBhvr>
                                      <p:to>
                                        <p:strVal val="visible"/>
                                      </p:to>
                                    </p:set>
                                    <p:anim calcmode="lin" valueType="num">
                                      <p:cBhvr>
                                        <p:cTn id="733" dur="100" fill="hold"/>
                                        <p:tgtEl>
                                          <p:spTgt spid="648"/>
                                        </p:tgtEl>
                                        <p:attrNameLst>
                                          <p:attrName>ppt_x</p:attrName>
                                        </p:attrNameLst>
                                      </p:cBhvr>
                                      <p:tavLst>
                                        <p:tav tm="0">
                                          <p:val>
                                            <p:strVal val="0-#ppt_w/2"/>
                                          </p:val>
                                        </p:tav>
                                        <p:tav tm="100000">
                                          <p:val>
                                            <p:strVal val="#ppt_x"/>
                                          </p:val>
                                        </p:tav>
                                      </p:tavLst>
                                    </p:anim>
                                    <p:anim calcmode="lin" valueType="num">
                                      <p:cBhvr>
                                        <p:cTn id="734" dur="100" fill="hold"/>
                                        <p:tgtEl>
                                          <p:spTgt spid="648"/>
                                        </p:tgtEl>
                                        <p:attrNameLst>
                                          <p:attrName>ppt_y</p:attrName>
                                        </p:attrNameLst>
                                      </p:cBhvr>
                                      <p:tavLst>
                                        <p:tav tm="0">
                                          <p:val>
                                            <p:strVal val="#ppt_y"/>
                                          </p:val>
                                        </p:tav>
                                        <p:tav tm="100000">
                                          <p:val>
                                            <p:strVal val="#ppt_y"/>
                                          </p:val>
                                        </p:tav>
                                      </p:tavLst>
                                    </p:anim>
                                  </p:childTnLst>
                                </p:cTn>
                              </p:par>
                            </p:childTnLst>
                          </p:cTn>
                        </p:par>
                        <p:par>
                          <p:cTn id="735" fill="hold">
                            <p:stCondLst>
                              <p:cond delay="200"/>
                            </p:stCondLst>
                            <p:childTnLst>
                              <p:par>
                                <p:cTn id="736" presetClass="entr" nodeType="afterEffect" presetSubtype="8" presetID="2" grpId="146" fill="hold">
                                  <p:stCondLst>
                                    <p:cond delay="0"/>
                                  </p:stCondLst>
                                  <p:iterate type="el" backwards="0">
                                    <p:tmAbs val="0"/>
                                  </p:iterate>
                                  <p:childTnLst>
                                    <p:set>
                                      <p:cBhvr>
                                        <p:cTn id="737" fill="hold"/>
                                        <p:tgtEl>
                                          <p:spTgt spid="561"/>
                                        </p:tgtEl>
                                        <p:attrNameLst>
                                          <p:attrName>style.visibility</p:attrName>
                                        </p:attrNameLst>
                                      </p:cBhvr>
                                      <p:to>
                                        <p:strVal val="visible"/>
                                      </p:to>
                                    </p:set>
                                    <p:anim calcmode="lin" valueType="num">
                                      <p:cBhvr>
                                        <p:cTn id="738" dur="100" fill="hold"/>
                                        <p:tgtEl>
                                          <p:spTgt spid="561"/>
                                        </p:tgtEl>
                                        <p:attrNameLst>
                                          <p:attrName>ppt_x</p:attrName>
                                        </p:attrNameLst>
                                      </p:cBhvr>
                                      <p:tavLst>
                                        <p:tav tm="0">
                                          <p:val>
                                            <p:strVal val="0-#ppt_w/2"/>
                                          </p:val>
                                        </p:tav>
                                        <p:tav tm="100000">
                                          <p:val>
                                            <p:strVal val="#ppt_x"/>
                                          </p:val>
                                        </p:tav>
                                      </p:tavLst>
                                    </p:anim>
                                    <p:anim calcmode="lin" valueType="num">
                                      <p:cBhvr>
                                        <p:cTn id="739" dur="100" fill="hold"/>
                                        <p:tgtEl>
                                          <p:spTgt spid="561"/>
                                        </p:tgtEl>
                                        <p:attrNameLst>
                                          <p:attrName>ppt_y</p:attrName>
                                        </p:attrNameLst>
                                      </p:cBhvr>
                                      <p:tavLst>
                                        <p:tav tm="0">
                                          <p:val>
                                            <p:strVal val="#ppt_y"/>
                                          </p:val>
                                        </p:tav>
                                        <p:tav tm="100000">
                                          <p:val>
                                            <p:strVal val="#ppt_y"/>
                                          </p:val>
                                        </p:tav>
                                      </p:tavLst>
                                    </p:anim>
                                  </p:childTnLst>
                                </p:cTn>
                              </p:par>
                            </p:childTnLst>
                          </p:cTn>
                        </p:par>
                        <p:par>
                          <p:cTn id="740" fill="hold">
                            <p:stCondLst>
                              <p:cond delay="300"/>
                            </p:stCondLst>
                            <p:childTnLst>
                              <p:par>
                                <p:cTn id="741" presetClass="entr" nodeType="afterEffect" presetSubtype="8" presetID="2" grpId="147" fill="hold">
                                  <p:stCondLst>
                                    <p:cond delay="0"/>
                                  </p:stCondLst>
                                  <p:iterate type="el" backwards="0">
                                    <p:tmAbs val="0"/>
                                  </p:iterate>
                                  <p:childTnLst>
                                    <p:set>
                                      <p:cBhvr>
                                        <p:cTn id="742" fill="hold"/>
                                        <p:tgtEl>
                                          <p:spTgt spid="586"/>
                                        </p:tgtEl>
                                        <p:attrNameLst>
                                          <p:attrName>style.visibility</p:attrName>
                                        </p:attrNameLst>
                                      </p:cBhvr>
                                      <p:to>
                                        <p:strVal val="visible"/>
                                      </p:to>
                                    </p:set>
                                    <p:anim calcmode="lin" valueType="num">
                                      <p:cBhvr>
                                        <p:cTn id="743" dur="100" fill="hold"/>
                                        <p:tgtEl>
                                          <p:spTgt spid="586"/>
                                        </p:tgtEl>
                                        <p:attrNameLst>
                                          <p:attrName>ppt_x</p:attrName>
                                        </p:attrNameLst>
                                      </p:cBhvr>
                                      <p:tavLst>
                                        <p:tav tm="0">
                                          <p:val>
                                            <p:strVal val="0-#ppt_w/2"/>
                                          </p:val>
                                        </p:tav>
                                        <p:tav tm="100000">
                                          <p:val>
                                            <p:strVal val="#ppt_x"/>
                                          </p:val>
                                        </p:tav>
                                      </p:tavLst>
                                    </p:anim>
                                    <p:anim calcmode="lin" valueType="num">
                                      <p:cBhvr>
                                        <p:cTn id="744" dur="100" fill="hold"/>
                                        <p:tgtEl>
                                          <p:spTgt spid="586"/>
                                        </p:tgtEl>
                                        <p:attrNameLst>
                                          <p:attrName>ppt_y</p:attrName>
                                        </p:attrNameLst>
                                      </p:cBhvr>
                                      <p:tavLst>
                                        <p:tav tm="0">
                                          <p:val>
                                            <p:strVal val="#ppt_y"/>
                                          </p:val>
                                        </p:tav>
                                        <p:tav tm="100000">
                                          <p:val>
                                            <p:strVal val="#ppt_y"/>
                                          </p:val>
                                        </p:tav>
                                      </p:tavLst>
                                    </p:anim>
                                  </p:childTnLst>
                                </p:cTn>
                              </p:par>
                            </p:childTnLst>
                          </p:cTn>
                        </p:par>
                        <p:par>
                          <p:cTn id="745" fill="hold">
                            <p:stCondLst>
                              <p:cond delay="400"/>
                            </p:stCondLst>
                            <p:childTnLst>
                              <p:par>
                                <p:cTn id="746" presetClass="entr" nodeType="afterEffect" presetSubtype="8" presetID="2" grpId="148" fill="hold">
                                  <p:stCondLst>
                                    <p:cond delay="0"/>
                                  </p:stCondLst>
                                  <p:iterate type="el" backwards="0">
                                    <p:tmAbs val="0"/>
                                  </p:iterate>
                                  <p:childTnLst>
                                    <p:set>
                                      <p:cBhvr>
                                        <p:cTn id="747" fill="hold"/>
                                        <p:tgtEl>
                                          <p:spTgt spid="558"/>
                                        </p:tgtEl>
                                        <p:attrNameLst>
                                          <p:attrName>style.visibility</p:attrName>
                                        </p:attrNameLst>
                                      </p:cBhvr>
                                      <p:to>
                                        <p:strVal val="visible"/>
                                      </p:to>
                                    </p:set>
                                    <p:anim calcmode="lin" valueType="num">
                                      <p:cBhvr>
                                        <p:cTn id="748" dur="100" fill="hold"/>
                                        <p:tgtEl>
                                          <p:spTgt spid="558"/>
                                        </p:tgtEl>
                                        <p:attrNameLst>
                                          <p:attrName>ppt_x</p:attrName>
                                        </p:attrNameLst>
                                      </p:cBhvr>
                                      <p:tavLst>
                                        <p:tav tm="0">
                                          <p:val>
                                            <p:strVal val="0-#ppt_w/2"/>
                                          </p:val>
                                        </p:tav>
                                        <p:tav tm="100000">
                                          <p:val>
                                            <p:strVal val="#ppt_x"/>
                                          </p:val>
                                        </p:tav>
                                      </p:tavLst>
                                    </p:anim>
                                    <p:anim calcmode="lin" valueType="num">
                                      <p:cBhvr>
                                        <p:cTn id="749" dur="100" fill="hold"/>
                                        <p:tgtEl>
                                          <p:spTgt spid="558"/>
                                        </p:tgtEl>
                                        <p:attrNameLst>
                                          <p:attrName>ppt_y</p:attrName>
                                        </p:attrNameLst>
                                      </p:cBhvr>
                                      <p:tavLst>
                                        <p:tav tm="0">
                                          <p:val>
                                            <p:strVal val="#ppt_y"/>
                                          </p:val>
                                        </p:tav>
                                        <p:tav tm="100000">
                                          <p:val>
                                            <p:strVal val="#ppt_y"/>
                                          </p:val>
                                        </p:tav>
                                      </p:tavLst>
                                    </p:anim>
                                  </p:childTnLst>
                                </p:cTn>
                              </p:par>
                            </p:childTnLst>
                          </p:cTn>
                        </p:par>
                        <p:par>
                          <p:cTn id="750" fill="hold">
                            <p:stCondLst>
                              <p:cond delay="500"/>
                            </p:stCondLst>
                            <p:childTnLst>
                              <p:par>
                                <p:cTn id="751" presetClass="entr" nodeType="afterEffect" presetSubtype="8" presetID="2" grpId="149" fill="hold">
                                  <p:stCondLst>
                                    <p:cond delay="0"/>
                                  </p:stCondLst>
                                  <p:iterate type="el" backwards="0">
                                    <p:tmAbs val="0"/>
                                  </p:iterate>
                                  <p:childTnLst>
                                    <p:set>
                                      <p:cBhvr>
                                        <p:cTn id="752" fill="hold"/>
                                        <p:tgtEl>
                                          <p:spTgt spid="579"/>
                                        </p:tgtEl>
                                        <p:attrNameLst>
                                          <p:attrName>style.visibility</p:attrName>
                                        </p:attrNameLst>
                                      </p:cBhvr>
                                      <p:to>
                                        <p:strVal val="visible"/>
                                      </p:to>
                                    </p:set>
                                    <p:anim calcmode="lin" valueType="num">
                                      <p:cBhvr>
                                        <p:cTn id="753" dur="100" fill="hold"/>
                                        <p:tgtEl>
                                          <p:spTgt spid="579"/>
                                        </p:tgtEl>
                                        <p:attrNameLst>
                                          <p:attrName>ppt_x</p:attrName>
                                        </p:attrNameLst>
                                      </p:cBhvr>
                                      <p:tavLst>
                                        <p:tav tm="0">
                                          <p:val>
                                            <p:strVal val="0-#ppt_w/2"/>
                                          </p:val>
                                        </p:tav>
                                        <p:tav tm="100000">
                                          <p:val>
                                            <p:strVal val="#ppt_x"/>
                                          </p:val>
                                        </p:tav>
                                      </p:tavLst>
                                    </p:anim>
                                    <p:anim calcmode="lin" valueType="num">
                                      <p:cBhvr>
                                        <p:cTn id="754" dur="100" fill="hold"/>
                                        <p:tgtEl>
                                          <p:spTgt spid="579"/>
                                        </p:tgtEl>
                                        <p:attrNameLst>
                                          <p:attrName>ppt_y</p:attrName>
                                        </p:attrNameLst>
                                      </p:cBhvr>
                                      <p:tavLst>
                                        <p:tav tm="0">
                                          <p:val>
                                            <p:strVal val="#ppt_y"/>
                                          </p:val>
                                        </p:tav>
                                        <p:tav tm="100000">
                                          <p:val>
                                            <p:strVal val="#ppt_y"/>
                                          </p:val>
                                        </p:tav>
                                      </p:tavLst>
                                    </p:anim>
                                  </p:childTnLst>
                                </p:cTn>
                              </p:par>
                            </p:childTnLst>
                          </p:cTn>
                        </p:par>
                        <p:par>
                          <p:cTn id="755" fill="hold">
                            <p:stCondLst>
                              <p:cond delay="600"/>
                            </p:stCondLst>
                            <p:childTnLst>
                              <p:par>
                                <p:cTn id="756" presetClass="entr" nodeType="afterEffect" presetSubtype="8" presetID="2" grpId="150" fill="hold">
                                  <p:stCondLst>
                                    <p:cond delay="0"/>
                                  </p:stCondLst>
                                  <p:iterate type="el" backwards="0">
                                    <p:tmAbs val="0"/>
                                  </p:iterate>
                                  <p:childTnLst>
                                    <p:set>
                                      <p:cBhvr>
                                        <p:cTn id="757" fill="hold"/>
                                        <p:tgtEl>
                                          <p:spTgt spid="587"/>
                                        </p:tgtEl>
                                        <p:attrNameLst>
                                          <p:attrName>style.visibility</p:attrName>
                                        </p:attrNameLst>
                                      </p:cBhvr>
                                      <p:to>
                                        <p:strVal val="visible"/>
                                      </p:to>
                                    </p:set>
                                    <p:anim calcmode="lin" valueType="num">
                                      <p:cBhvr>
                                        <p:cTn id="758" dur="100" fill="hold"/>
                                        <p:tgtEl>
                                          <p:spTgt spid="587"/>
                                        </p:tgtEl>
                                        <p:attrNameLst>
                                          <p:attrName>ppt_x</p:attrName>
                                        </p:attrNameLst>
                                      </p:cBhvr>
                                      <p:tavLst>
                                        <p:tav tm="0">
                                          <p:val>
                                            <p:strVal val="0-#ppt_w/2"/>
                                          </p:val>
                                        </p:tav>
                                        <p:tav tm="100000">
                                          <p:val>
                                            <p:strVal val="#ppt_x"/>
                                          </p:val>
                                        </p:tav>
                                      </p:tavLst>
                                    </p:anim>
                                    <p:anim calcmode="lin" valueType="num">
                                      <p:cBhvr>
                                        <p:cTn id="759" dur="100" fill="hold"/>
                                        <p:tgtEl>
                                          <p:spTgt spid="587"/>
                                        </p:tgtEl>
                                        <p:attrNameLst>
                                          <p:attrName>ppt_y</p:attrName>
                                        </p:attrNameLst>
                                      </p:cBhvr>
                                      <p:tavLst>
                                        <p:tav tm="0">
                                          <p:val>
                                            <p:strVal val="#ppt_y"/>
                                          </p:val>
                                        </p:tav>
                                        <p:tav tm="100000">
                                          <p:val>
                                            <p:strVal val="#ppt_y"/>
                                          </p:val>
                                        </p:tav>
                                      </p:tavLst>
                                    </p:anim>
                                  </p:childTnLst>
                                </p:cTn>
                              </p:par>
                            </p:childTnLst>
                          </p:cTn>
                        </p:par>
                        <p:par>
                          <p:cTn id="760" fill="hold">
                            <p:stCondLst>
                              <p:cond delay="700"/>
                            </p:stCondLst>
                            <p:childTnLst>
                              <p:par>
                                <p:cTn id="761" presetClass="entr" nodeType="afterEffect" presetSubtype="8" presetID="2" grpId="151" fill="hold">
                                  <p:stCondLst>
                                    <p:cond delay="0"/>
                                  </p:stCondLst>
                                  <p:iterate type="el" backwards="0">
                                    <p:tmAbs val="0"/>
                                  </p:iterate>
                                  <p:childTnLst>
                                    <p:set>
                                      <p:cBhvr>
                                        <p:cTn id="762" fill="hold"/>
                                        <p:tgtEl>
                                          <p:spTgt spid="559"/>
                                        </p:tgtEl>
                                        <p:attrNameLst>
                                          <p:attrName>style.visibility</p:attrName>
                                        </p:attrNameLst>
                                      </p:cBhvr>
                                      <p:to>
                                        <p:strVal val="visible"/>
                                      </p:to>
                                    </p:set>
                                    <p:anim calcmode="lin" valueType="num">
                                      <p:cBhvr>
                                        <p:cTn id="763" dur="100" fill="hold"/>
                                        <p:tgtEl>
                                          <p:spTgt spid="559"/>
                                        </p:tgtEl>
                                        <p:attrNameLst>
                                          <p:attrName>ppt_x</p:attrName>
                                        </p:attrNameLst>
                                      </p:cBhvr>
                                      <p:tavLst>
                                        <p:tav tm="0">
                                          <p:val>
                                            <p:strVal val="0-#ppt_w/2"/>
                                          </p:val>
                                        </p:tav>
                                        <p:tav tm="100000">
                                          <p:val>
                                            <p:strVal val="#ppt_x"/>
                                          </p:val>
                                        </p:tav>
                                      </p:tavLst>
                                    </p:anim>
                                    <p:anim calcmode="lin" valueType="num">
                                      <p:cBhvr>
                                        <p:cTn id="764" dur="100" fill="hold"/>
                                        <p:tgtEl>
                                          <p:spTgt spid="559"/>
                                        </p:tgtEl>
                                        <p:attrNameLst>
                                          <p:attrName>ppt_y</p:attrName>
                                        </p:attrNameLst>
                                      </p:cBhvr>
                                      <p:tavLst>
                                        <p:tav tm="0">
                                          <p:val>
                                            <p:strVal val="#ppt_y"/>
                                          </p:val>
                                        </p:tav>
                                        <p:tav tm="100000">
                                          <p:val>
                                            <p:strVal val="#ppt_y"/>
                                          </p:val>
                                        </p:tav>
                                      </p:tavLst>
                                    </p:anim>
                                  </p:childTnLst>
                                </p:cTn>
                              </p:par>
                            </p:childTnLst>
                          </p:cTn>
                        </p:par>
                        <p:par>
                          <p:cTn id="765" fill="hold">
                            <p:stCondLst>
                              <p:cond delay="800"/>
                            </p:stCondLst>
                            <p:childTnLst>
                              <p:par>
                                <p:cTn id="766" presetClass="entr" nodeType="afterEffect" presetSubtype="8" presetID="2" grpId="152" fill="hold">
                                  <p:stCondLst>
                                    <p:cond delay="0"/>
                                  </p:stCondLst>
                                  <p:iterate type="el" backwards="0">
                                    <p:tmAbs val="0"/>
                                  </p:iterate>
                                  <p:childTnLst>
                                    <p:set>
                                      <p:cBhvr>
                                        <p:cTn id="767" fill="hold"/>
                                        <p:tgtEl>
                                          <p:spTgt spid="557"/>
                                        </p:tgtEl>
                                        <p:attrNameLst>
                                          <p:attrName>style.visibility</p:attrName>
                                        </p:attrNameLst>
                                      </p:cBhvr>
                                      <p:to>
                                        <p:strVal val="visible"/>
                                      </p:to>
                                    </p:set>
                                    <p:anim calcmode="lin" valueType="num">
                                      <p:cBhvr>
                                        <p:cTn id="768" dur="100" fill="hold"/>
                                        <p:tgtEl>
                                          <p:spTgt spid="557"/>
                                        </p:tgtEl>
                                        <p:attrNameLst>
                                          <p:attrName>ppt_x</p:attrName>
                                        </p:attrNameLst>
                                      </p:cBhvr>
                                      <p:tavLst>
                                        <p:tav tm="0">
                                          <p:val>
                                            <p:strVal val="0-#ppt_w/2"/>
                                          </p:val>
                                        </p:tav>
                                        <p:tav tm="100000">
                                          <p:val>
                                            <p:strVal val="#ppt_x"/>
                                          </p:val>
                                        </p:tav>
                                      </p:tavLst>
                                    </p:anim>
                                    <p:anim calcmode="lin" valueType="num">
                                      <p:cBhvr>
                                        <p:cTn id="769" dur="100" fill="hold"/>
                                        <p:tgtEl>
                                          <p:spTgt spid="557"/>
                                        </p:tgtEl>
                                        <p:attrNameLst>
                                          <p:attrName>ppt_y</p:attrName>
                                        </p:attrNameLst>
                                      </p:cBhvr>
                                      <p:tavLst>
                                        <p:tav tm="0">
                                          <p:val>
                                            <p:strVal val="#ppt_y"/>
                                          </p:val>
                                        </p:tav>
                                        <p:tav tm="100000">
                                          <p:val>
                                            <p:strVal val="#ppt_y"/>
                                          </p:val>
                                        </p:tav>
                                      </p:tavLst>
                                    </p:anim>
                                  </p:childTnLst>
                                </p:cTn>
                              </p:par>
                            </p:childTnLst>
                          </p:cTn>
                        </p:par>
                        <p:par>
                          <p:cTn id="770" fill="hold">
                            <p:stCondLst>
                              <p:cond delay="900"/>
                            </p:stCondLst>
                            <p:childTnLst>
                              <p:par>
                                <p:cTn id="771" presetClass="entr" nodeType="afterEffect" presetSubtype="8" presetID="2" grpId="153" fill="hold">
                                  <p:stCondLst>
                                    <p:cond delay="0"/>
                                  </p:stCondLst>
                                  <p:iterate type="el" backwards="0">
                                    <p:tmAbs val="0"/>
                                  </p:iterate>
                                  <p:childTnLst>
                                    <p:set>
                                      <p:cBhvr>
                                        <p:cTn id="772" fill="hold"/>
                                        <p:tgtEl>
                                          <p:spTgt spid="588"/>
                                        </p:tgtEl>
                                        <p:attrNameLst>
                                          <p:attrName>style.visibility</p:attrName>
                                        </p:attrNameLst>
                                      </p:cBhvr>
                                      <p:to>
                                        <p:strVal val="visible"/>
                                      </p:to>
                                    </p:set>
                                    <p:anim calcmode="lin" valueType="num">
                                      <p:cBhvr>
                                        <p:cTn id="773" dur="100" fill="hold"/>
                                        <p:tgtEl>
                                          <p:spTgt spid="588"/>
                                        </p:tgtEl>
                                        <p:attrNameLst>
                                          <p:attrName>ppt_x</p:attrName>
                                        </p:attrNameLst>
                                      </p:cBhvr>
                                      <p:tavLst>
                                        <p:tav tm="0">
                                          <p:val>
                                            <p:strVal val="0-#ppt_w/2"/>
                                          </p:val>
                                        </p:tav>
                                        <p:tav tm="100000">
                                          <p:val>
                                            <p:strVal val="#ppt_x"/>
                                          </p:val>
                                        </p:tav>
                                      </p:tavLst>
                                    </p:anim>
                                    <p:anim calcmode="lin" valueType="num">
                                      <p:cBhvr>
                                        <p:cTn id="774" dur="100" fill="hold"/>
                                        <p:tgtEl>
                                          <p:spTgt spid="588"/>
                                        </p:tgtEl>
                                        <p:attrNameLst>
                                          <p:attrName>ppt_y</p:attrName>
                                        </p:attrNameLst>
                                      </p:cBhvr>
                                      <p:tavLst>
                                        <p:tav tm="0">
                                          <p:val>
                                            <p:strVal val="#ppt_y"/>
                                          </p:val>
                                        </p:tav>
                                        <p:tav tm="100000">
                                          <p:val>
                                            <p:strVal val="#ppt_y"/>
                                          </p:val>
                                        </p:tav>
                                      </p:tavLst>
                                    </p:anim>
                                  </p:childTnLst>
                                </p:cTn>
                              </p:par>
                            </p:childTnLst>
                          </p:cTn>
                        </p:par>
                        <p:par>
                          <p:cTn id="775" fill="hold">
                            <p:stCondLst>
                              <p:cond delay="1000"/>
                            </p:stCondLst>
                            <p:childTnLst>
                              <p:par>
                                <p:cTn id="776" presetClass="entr" nodeType="afterEffect" presetSubtype="8" presetID="2" grpId="154" fill="hold">
                                  <p:stCondLst>
                                    <p:cond delay="0"/>
                                  </p:stCondLst>
                                  <p:iterate type="el" backwards="0">
                                    <p:tmAbs val="0"/>
                                  </p:iterate>
                                  <p:childTnLst>
                                    <p:set>
                                      <p:cBhvr>
                                        <p:cTn id="777" fill="hold"/>
                                        <p:tgtEl>
                                          <p:spTgt spid="576"/>
                                        </p:tgtEl>
                                        <p:attrNameLst>
                                          <p:attrName>style.visibility</p:attrName>
                                        </p:attrNameLst>
                                      </p:cBhvr>
                                      <p:to>
                                        <p:strVal val="visible"/>
                                      </p:to>
                                    </p:set>
                                    <p:anim calcmode="lin" valueType="num">
                                      <p:cBhvr>
                                        <p:cTn id="778" dur="100" fill="hold"/>
                                        <p:tgtEl>
                                          <p:spTgt spid="576"/>
                                        </p:tgtEl>
                                        <p:attrNameLst>
                                          <p:attrName>ppt_x</p:attrName>
                                        </p:attrNameLst>
                                      </p:cBhvr>
                                      <p:tavLst>
                                        <p:tav tm="0">
                                          <p:val>
                                            <p:strVal val="0-#ppt_w/2"/>
                                          </p:val>
                                        </p:tav>
                                        <p:tav tm="100000">
                                          <p:val>
                                            <p:strVal val="#ppt_x"/>
                                          </p:val>
                                        </p:tav>
                                      </p:tavLst>
                                    </p:anim>
                                    <p:anim calcmode="lin" valueType="num">
                                      <p:cBhvr>
                                        <p:cTn id="779" dur="100" fill="hold"/>
                                        <p:tgtEl>
                                          <p:spTgt spid="576"/>
                                        </p:tgtEl>
                                        <p:attrNameLst>
                                          <p:attrName>ppt_y</p:attrName>
                                        </p:attrNameLst>
                                      </p:cBhvr>
                                      <p:tavLst>
                                        <p:tav tm="0">
                                          <p:val>
                                            <p:strVal val="#ppt_y"/>
                                          </p:val>
                                        </p:tav>
                                        <p:tav tm="100000">
                                          <p:val>
                                            <p:strVal val="#ppt_y"/>
                                          </p:val>
                                        </p:tav>
                                      </p:tavLst>
                                    </p:anim>
                                  </p:childTnLst>
                                </p:cTn>
                              </p:par>
                            </p:childTnLst>
                          </p:cTn>
                        </p:par>
                        <p:par>
                          <p:cTn id="780" fill="hold">
                            <p:stCondLst>
                              <p:cond delay="1100"/>
                            </p:stCondLst>
                            <p:childTnLst>
                              <p:par>
                                <p:cTn id="781" presetClass="entr" nodeType="afterEffect" presetSubtype="8" presetID="2" grpId="155" fill="hold">
                                  <p:stCondLst>
                                    <p:cond delay="0"/>
                                  </p:stCondLst>
                                  <p:iterate type="el" backwards="0">
                                    <p:tmAbs val="0"/>
                                  </p:iterate>
                                  <p:childTnLst>
                                    <p:set>
                                      <p:cBhvr>
                                        <p:cTn id="782" fill="hold"/>
                                        <p:tgtEl>
                                          <p:spTgt spid="597"/>
                                        </p:tgtEl>
                                        <p:attrNameLst>
                                          <p:attrName>style.visibility</p:attrName>
                                        </p:attrNameLst>
                                      </p:cBhvr>
                                      <p:to>
                                        <p:strVal val="visible"/>
                                      </p:to>
                                    </p:set>
                                    <p:anim calcmode="lin" valueType="num">
                                      <p:cBhvr>
                                        <p:cTn id="783" dur="100" fill="hold"/>
                                        <p:tgtEl>
                                          <p:spTgt spid="597"/>
                                        </p:tgtEl>
                                        <p:attrNameLst>
                                          <p:attrName>ppt_x</p:attrName>
                                        </p:attrNameLst>
                                      </p:cBhvr>
                                      <p:tavLst>
                                        <p:tav tm="0">
                                          <p:val>
                                            <p:strVal val="0-#ppt_w/2"/>
                                          </p:val>
                                        </p:tav>
                                        <p:tav tm="100000">
                                          <p:val>
                                            <p:strVal val="#ppt_x"/>
                                          </p:val>
                                        </p:tav>
                                      </p:tavLst>
                                    </p:anim>
                                    <p:anim calcmode="lin" valueType="num">
                                      <p:cBhvr>
                                        <p:cTn id="784" dur="100" fill="hold"/>
                                        <p:tgtEl>
                                          <p:spTgt spid="597"/>
                                        </p:tgtEl>
                                        <p:attrNameLst>
                                          <p:attrName>ppt_y</p:attrName>
                                        </p:attrNameLst>
                                      </p:cBhvr>
                                      <p:tavLst>
                                        <p:tav tm="0">
                                          <p:val>
                                            <p:strVal val="#ppt_y"/>
                                          </p:val>
                                        </p:tav>
                                        <p:tav tm="100000">
                                          <p:val>
                                            <p:strVal val="#ppt_y"/>
                                          </p:val>
                                        </p:tav>
                                      </p:tavLst>
                                    </p:anim>
                                  </p:childTnLst>
                                </p:cTn>
                              </p:par>
                            </p:childTnLst>
                          </p:cTn>
                        </p:par>
                        <p:par>
                          <p:cTn id="785" fill="hold">
                            <p:stCondLst>
                              <p:cond delay="1200"/>
                            </p:stCondLst>
                            <p:childTnLst>
                              <p:par>
                                <p:cTn id="786" presetClass="entr" nodeType="afterEffect" presetSubtype="8" presetID="2" grpId="156" fill="hold">
                                  <p:stCondLst>
                                    <p:cond delay="0"/>
                                  </p:stCondLst>
                                  <p:iterate type="el" backwards="0">
                                    <p:tmAbs val="0"/>
                                  </p:iterate>
                                  <p:childTnLst>
                                    <p:set>
                                      <p:cBhvr>
                                        <p:cTn id="787" fill="hold"/>
                                        <p:tgtEl>
                                          <p:spTgt spid="652"/>
                                        </p:tgtEl>
                                        <p:attrNameLst>
                                          <p:attrName>style.visibility</p:attrName>
                                        </p:attrNameLst>
                                      </p:cBhvr>
                                      <p:to>
                                        <p:strVal val="visible"/>
                                      </p:to>
                                    </p:set>
                                    <p:anim calcmode="lin" valueType="num">
                                      <p:cBhvr>
                                        <p:cTn id="788" dur="100" fill="hold"/>
                                        <p:tgtEl>
                                          <p:spTgt spid="652"/>
                                        </p:tgtEl>
                                        <p:attrNameLst>
                                          <p:attrName>ppt_x</p:attrName>
                                        </p:attrNameLst>
                                      </p:cBhvr>
                                      <p:tavLst>
                                        <p:tav tm="0">
                                          <p:val>
                                            <p:strVal val="0-#ppt_w/2"/>
                                          </p:val>
                                        </p:tav>
                                        <p:tav tm="100000">
                                          <p:val>
                                            <p:strVal val="#ppt_x"/>
                                          </p:val>
                                        </p:tav>
                                      </p:tavLst>
                                    </p:anim>
                                    <p:anim calcmode="lin" valueType="num">
                                      <p:cBhvr>
                                        <p:cTn id="789" dur="100" fill="hold"/>
                                        <p:tgtEl>
                                          <p:spTgt spid="652"/>
                                        </p:tgtEl>
                                        <p:attrNameLst>
                                          <p:attrName>ppt_y</p:attrName>
                                        </p:attrNameLst>
                                      </p:cBhvr>
                                      <p:tavLst>
                                        <p:tav tm="0">
                                          <p:val>
                                            <p:strVal val="#ppt_y"/>
                                          </p:val>
                                        </p:tav>
                                        <p:tav tm="100000">
                                          <p:val>
                                            <p:strVal val="#ppt_y"/>
                                          </p:val>
                                        </p:tav>
                                      </p:tavLst>
                                    </p:anim>
                                  </p:childTnLst>
                                </p:cTn>
                              </p:par>
                            </p:childTnLst>
                          </p:cTn>
                        </p:par>
                        <p:par>
                          <p:cTn id="790" fill="hold">
                            <p:stCondLst>
                              <p:cond delay="1300"/>
                            </p:stCondLst>
                            <p:childTnLst>
                              <p:par>
                                <p:cTn id="791" presetClass="entr" nodeType="afterEffect" presetSubtype="8" presetID="2" grpId="157" fill="hold">
                                  <p:stCondLst>
                                    <p:cond delay="0"/>
                                  </p:stCondLst>
                                  <p:iterate type="el" backwards="0">
                                    <p:tmAbs val="0"/>
                                  </p:iterate>
                                  <p:childTnLst>
                                    <p:set>
                                      <p:cBhvr>
                                        <p:cTn id="792" fill="hold"/>
                                        <p:tgtEl>
                                          <p:spTgt spid="563"/>
                                        </p:tgtEl>
                                        <p:attrNameLst>
                                          <p:attrName>style.visibility</p:attrName>
                                        </p:attrNameLst>
                                      </p:cBhvr>
                                      <p:to>
                                        <p:strVal val="visible"/>
                                      </p:to>
                                    </p:set>
                                    <p:anim calcmode="lin" valueType="num">
                                      <p:cBhvr>
                                        <p:cTn id="793" dur="100" fill="hold"/>
                                        <p:tgtEl>
                                          <p:spTgt spid="563"/>
                                        </p:tgtEl>
                                        <p:attrNameLst>
                                          <p:attrName>ppt_x</p:attrName>
                                        </p:attrNameLst>
                                      </p:cBhvr>
                                      <p:tavLst>
                                        <p:tav tm="0">
                                          <p:val>
                                            <p:strVal val="0-#ppt_w/2"/>
                                          </p:val>
                                        </p:tav>
                                        <p:tav tm="100000">
                                          <p:val>
                                            <p:strVal val="#ppt_x"/>
                                          </p:val>
                                        </p:tav>
                                      </p:tavLst>
                                    </p:anim>
                                    <p:anim calcmode="lin" valueType="num">
                                      <p:cBhvr>
                                        <p:cTn id="794" dur="100" fill="hold"/>
                                        <p:tgtEl>
                                          <p:spTgt spid="563"/>
                                        </p:tgtEl>
                                        <p:attrNameLst>
                                          <p:attrName>ppt_y</p:attrName>
                                        </p:attrNameLst>
                                      </p:cBhvr>
                                      <p:tavLst>
                                        <p:tav tm="0">
                                          <p:val>
                                            <p:strVal val="#ppt_y"/>
                                          </p:val>
                                        </p:tav>
                                        <p:tav tm="100000">
                                          <p:val>
                                            <p:strVal val="#ppt_y"/>
                                          </p:val>
                                        </p:tav>
                                      </p:tavLst>
                                    </p:anim>
                                  </p:childTnLst>
                                </p:cTn>
                              </p:par>
                            </p:childTnLst>
                          </p:cTn>
                        </p:par>
                        <p:par>
                          <p:cTn id="795" fill="hold">
                            <p:stCondLst>
                              <p:cond delay="1400"/>
                            </p:stCondLst>
                            <p:childTnLst>
                              <p:par>
                                <p:cTn id="796" presetClass="entr" nodeType="afterEffect" presetSubtype="8" presetID="2" grpId="158" fill="hold">
                                  <p:stCondLst>
                                    <p:cond delay="0"/>
                                  </p:stCondLst>
                                  <p:iterate type="el" backwards="0">
                                    <p:tmAbs val="0"/>
                                  </p:iterate>
                                  <p:childTnLst>
                                    <p:set>
                                      <p:cBhvr>
                                        <p:cTn id="797" fill="hold"/>
                                        <p:tgtEl>
                                          <p:spTgt spid="651"/>
                                        </p:tgtEl>
                                        <p:attrNameLst>
                                          <p:attrName>style.visibility</p:attrName>
                                        </p:attrNameLst>
                                      </p:cBhvr>
                                      <p:to>
                                        <p:strVal val="visible"/>
                                      </p:to>
                                    </p:set>
                                    <p:anim calcmode="lin" valueType="num">
                                      <p:cBhvr>
                                        <p:cTn id="798" dur="100" fill="hold"/>
                                        <p:tgtEl>
                                          <p:spTgt spid="651"/>
                                        </p:tgtEl>
                                        <p:attrNameLst>
                                          <p:attrName>ppt_x</p:attrName>
                                        </p:attrNameLst>
                                      </p:cBhvr>
                                      <p:tavLst>
                                        <p:tav tm="0">
                                          <p:val>
                                            <p:strVal val="0-#ppt_w/2"/>
                                          </p:val>
                                        </p:tav>
                                        <p:tav tm="100000">
                                          <p:val>
                                            <p:strVal val="#ppt_x"/>
                                          </p:val>
                                        </p:tav>
                                      </p:tavLst>
                                    </p:anim>
                                    <p:anim calcmode="lin" valueType="num">
                                      <p:cBhvr>
                                        <p:cTn id="799" dur="100" fill="hold"/>
                                        <p:tgtEl>
                                          <p:spTgt spid="651"/>
                                        </p:tgtEl>
                                        <p:attrNameLst>
                                          <p:attrName>ppt_y</p:attrName>
                                        </p:attrNameLst>
                                      </p:cBhvr>
                                      <p:tavLst>
                                        <p:tav tm="0">
                                          <p:val>
                                            <p:strVal val="#ppt_y"/>
                                          </p:val>
                                        </p:tav>
                                        <p:tav tm="100000">
                                          <p:val>
                                            <p:strVal val="#ppt_y"/>
                                          </p:val>
                                        </p:tav>
                                      </p:tavLst>
                                    </p:anim>
                                  </p:childTnLst>
                                </p:cTn>
                              </p:par>
                            </p:childTnLst>
                          </p:cTn>
                        </p:par>
                        <p:par>
                          <p:cTn id="800" fill="hold">
                            <p:stCondLst>
                              <p:cond delay="1500"/>
                            </p:stCondLst>
                            <p:childTnLst>
                              <p:par>
                                <p:cTn id="801" presetClass="entr" nodeType="afterEffect" presetSubtype="8" presetID="2" grpId="159" fill="hold">
                                  <p:stCondLst>
                                    <p:cond delay="0"/>
                                  </p:stCondLst>
                                  <p:iterate type="el" backwards="0">
                                    <p:tmAbs val="0"/>
                                  </p:iterate>
                                  <p:childTnLst>
                                    <p:set>
                                      <p:cBhvr>
                                        <p:cTn id="802" fill="hold"/>
                                        <p:tgtEl>
                                          <p:spTgt spid="560"/>
                                        </p:tgtEl>
                                        <p:attrNameLst>
                                          <p:attrName>style.visibility</p:attrName>
                                        </p:attrNameLst>
                                      </p:cBhvr>
                                      <p:to>
                                        <p:strVal val="visible"/>
                                      </p:to>
                                    </p:set>
                                    <p:anim calcmode="lin" valueType="num">
                                      <p:cBhvr>
                                        <p:cTn id="803" dur="100" fill="hold"/>
                                        <p:tgtEl>
                                          <p:spTgt spid="560"/>
                                        </p:tgtEl>
                                        <p:attrNameLst>
                                          <p:attrName>ppt_x</p:attrName>
                                        </p:attrNameLst>
                                      </p:cBhvr>
                                      <p:tavLst>
                                        <p:tav tm="0">
                                          <p:val>
                                            <p:strVal val="0-#ppt_w/2"/>
                                          </p:val>
                                        </p:tav>
                                        <p:tav tm="100000">
                                          <p:val>
                                            <p:strVal val="#ppt_x"/>
                                          </p:val>
                                        </p:tav>
                                      </p:tavLst>
                                    </p:anim>
                                    <p:anim calcmode="lin" valueType="num">
                                      <p:cBhvr>
                                        <p:cTn id="804" dur="100" fill="hold"/>
                                        <p:tgtEl>
                                          <p:spTgt spid="560"/>
                                        </p:tgtEl>
                                        <p:attrNameLst>
                                          <p:attrName>ppt_y</p:attrName>
                                        </p:attrNameLst>
                                      </p:cBhvr>
                                      <p:tavLst>
                                        <p:tav tm="0">
                                          <p:val>
                                            <p:strVal val="#ppt_y"/>
                                          </p:val>
                                        </p:tav>
                                        <p:tav tm="100000">
                                          <p:val>
                                            <p:strVal val="#ppt_y"/>
                                          </p:val>
                                        </p:tav>
                                      </p:tavLst>
                                    </p:anim>
                                  </p:childTnLst>
                                </p:cTn>
                              </p:par>
                            </p:childTnLst>
                          </p:cTn>
                        </p:par>
                        <p:par>
                          <p:cTn id="805" fill="hold">
                            <p:stCondLst>
                              <p:cond delay="1600"/>
                            </p:stCondLst>
                            <p:childTnLst>
                              <p:par>
                                <p:cTn id="806" presetClass="entr" nodeType="afterEffect" presetSubtype="8" presetID="2" grpId="160" fill="hold">
                                  <p:stCondLst>
                                    <p:cond delay="0"/>
                                  </p:stCondLst>
                                  <p:iterate type="el" backwards="0">
                                    <p:tmAbs val="0"/>
                                  </p:iterate>
                                  <p:childTnLst>
                                    <p:set>
                                      <p:cBhvr>
                                        <p:cTn id="807" fill="hold"/>
                                        <p:tgtEl>
                                          <p:spTgt spid="564"/>
                                        </p:tgtEl>
                                        <p:attrNameLst>
                                          <p:attrName>style.visibility</p:attrName>
                                        </p:attrNameLst>
                                      </p:cBhvr>
                                      <p:to>
                                        <p:strVal val="visible"/>
                                      </p:to>
                                    </p:set>
                                    <p:anim calcmode="lin" valueType="num">
                                      <p:cBhvr>
                                        <p:cTn id="808" dur="100" fill="hold"/>
                                        <p:tgtEl>
                                          <p:spTgt spid="564"/>
                                        </p:tgtEl>
                                        <p:attrNameLst>
                                          <p:attrName>ppt_x</p:attrName>
                                        </p:attrNameLst>
                                      </p:cBhvr>
                                      <p:tavLst>
                                        <p:tav tm="0">
                                          <p:val>
                                            <p:strVal val="0-#ppt_w/2"/>
                                          </p:val>
                                        </p:tav>
                                        <p:tav tm="100000">
                                          <p:val>
                                            <p:strVal val="#ppt_x"/>
                                          </p:val>
                                        </p:tav>
                                      </p:tavLst>
                                    </p:anim>
                                    <p:anim calcmode="lin" valueType="num">
                                      <p:cBhvr>
                                        <p:cTn id="809" dur="100" fill="hold"/>
                                        <p:tgtEl>
                                          <p:spTgt spid="564"/>
                                        </p:tgtEl>
                                        <p:attrNameLst>
                                          <p:attrName>ppt_y</p:attrName>
                                        </p:attrNameLst>
                                      </p:cBhvr>
                                      <p:tavLst>
                                        <p:tav tm="0">
                                          <p:val>
                                            <p:strVal val="#ppt_y"/>
                                          </p:val>
                                        </p:tav>
                                        <p:tav tm="100000">
                                          <p:val>
                                            <p:strVal val="#ppt_y"/>
                                          </p:val>
                                        </p:tav>
                                      </p:tavLst>
                                    </p:anim>
                                  </p:childTnLst>
                                </p:cTn>
                              </p:par>
                            </p:childTnLst>
                          </p:cTn>
                        </p:par>
                        <p:par>
                          <p:cTn id="810" fill="hold">
                            <p:stCondLst>
                              <p:cond delay="1700"/>
                            </p:stCondLst>
                            <p:childTnLst>
                              <p:par>
                                <p:cTn id="811" presetClass="entr" nodeType="afterEffect" presetSubtype="8" presetID="2" grpId="161" fill="hold">
                                  <p:stCondLst>
                                    <p:cond delay="0"/>
                                  </p:stCondLst>
                                  <p:iterate type="el" backwards="0">
                                    <p:tmAbs val="0"/>
                                  </p:iterate>
                                  <p:childTnLst>
                                    <p:set>
                                      <p:cBhvr>
                                        <p:cTn id="812" fill="hold"/>
                                        <p:tgtEl>
                                          <p:spTgt spid="590"/>
                                        </p:tgtEl>
                                        <p:attrNameLst>
                                          <p:attrName>style.visibility</p:attrName>
                                        </p:attrNameLst>
                                      </p:cBhvr>
                                      <p:to>
                                        <p:strVal val="visible"/>
                                      </p:to>
                                    </p:set>
                                    <p:anim calcmode="lin" valueType="num">
                                      <p:cBhvr>
                                        <p:cTn id="813" dur="100" fill="hold"/>
                                        <p:tgtEl>
                                          <p:spTgt spid="590"/>
                                        </p:tgtEl>
                                        <p:attrNameLst>
                                          <p:attrName>ppt_x</p:attrName>
                                        </p:attrNameLst>
                                      </p:cBhvr>
                                      <p:tavLst>
                                        <p:tav tm="0">
                                          <p:val>
                                            <p:strVal val="0-#ppt_w/2"/>
                                          </p:val>
                                        </p:tav>
                                        <p:tav tm="100000">
                                          <p:val>
                                            <p:strVal val="#ppt_x"/>
                                          </p:val>
                                        </p:tav>
                                      </p:tavLst>
                                    </p:anim>
                                    <p:anim calcmode="lin" valueType="num">
                                      <p:cBhvr>
                                        <p:cTn id="814" dur="100" fill="hold"/>
                                        <p:tgtEl>
                                          <p:spTgt spid="590"/>
                                        </p:tgtEl>
                                        <p:attrNameLst>
                                          <p:attrName>ppt_y</p:attrName>
                                        </p:attrNameLst>
                                      </p:cBhvr>
                                      <p:tavLst>
                                        <p:tav tm="0">
                                          <p:val>
                                            <p:strVal val="#ppt_y"/>
                                          </p:val>
                                        </p:tav>
                                        <p:tav tm="100000">
                                          <p:val>
                                            <p:strVal val="#ppt_y"/>
                                          </p:val>
                                        </p:tav>
                                      </p:tavLst>
                                    </p:anim>
                                  </p:childTnLst>
                                </p:cTn>
                              </p:par>
                            </p:childTnLst>
                          </p:cTn>
                        </p:par>
                        <p:par>
                          <p:cTn id="815" fill="hold">
                            <p:stCondLst>
                              <p:cond delay="1800"/>
                            </p:stCondLst>
                            <p:childTnLst>
                              <p:par>
                                <p:cTn id="816" presetClass="entr" nodeType="afterEffect" presetSubtype="8" presetID="2" grpId="162" fill="hold">
                                  <p:stCondLst>
                                    <p:cond delay="0"/>
                                  </p:stCondLst>
                                  <p:iterate type="el" backwards="0">
                                    <p:tmAbs val="0"/>
                                  </p:iterate>
                                  <p:childTnLst>
                                    <p:set>
                                      <p:cBhvr>
                                        <p:cTn id="817" fill="hold"/>
                                        <p:tgtEl>
                                          <p:spTgt spid="565"/>
                                        </p:tgtEl>
                                        <p:attrNameLst>
                                          <p:attrName>style.visibility</p:attrName>
                                        </p:attrNameLst>
                                      </p:cBhvr>
                                      <p:to>
                                        <p:strVal val="visible"/>
                                      </p:to>
                                    </p:set>
                                    <p:anim calcmode="lin" valueType="num">
                                      <p:cBhvr>
                                        <p:cTn id="818" dur="100" fill="hold"/>
                                        <p:tgtEl>
                                          <p:spTgt spid="565"/>
                                        </p:tgtEl>
                                        <p:attrNameLst>
                                          <p:attrName>ppt_x</p:attrName>
                                        </p:attrNameLst>
                                      </p:cBhvr>
                                      <p:tavLst>
                                        <p:tav tm="0">
                                          <p:val>
                                            <p:strVal val="0-#ppt_w/2"/>
                                          </p:val>
                                        </p:tav>
                                        <p:tav tm="100000">
                                          <p:val>
                                            <p:strVal val="#ppt_x"/>
                                          </p:val>
                                        </p:tav>
                                      </p:tavLst>
                                    </p:anim>
                                    <p:anim calcmode="lin" valueType="num">
                                      <p:cBhvr>
                                        <p:cTn id="819" dur="100" fill="hold"/>
                                        <p:tgtEl>
                                          <p:spTgt spid="565"/>
                                        </p:tgtEl>
                                        <p:attrNameLst>
                                          <p:attrName>ppt_y</p:attrName>
                                        </p:attrNameLst>
                                      </p:cBhvr>
                                      <p:tavLst>
                                        <p:tav tm="0">
                                          <p:val>
                                            <p:strVal val="#ppt_y"/>
                                          </p:val>
                                        </p:tav>
                                        <p:tav tm="100000">
                                          <p:val>
                                            <p:strVal val="#ppt_y"/>
                                          </p:val>
                                        </p:tav>
                                      </p:tavLst>
                                    </p:anim>
                                  </p:childTnLst>
                                </p:cTn>
                              </p:par>
                            </p:childTnLst>
                          </p:cTn>
                        </p:par>
                        <p:par>
                          <p:cTn id="820" fill="hold">
                            <p:stCondLst>
                              <p:cond delay="1900"/>
                            </p:stCondLst>
                            <p:childTnLst>
                              <p:par>
                                <p:cTn id="821" presetClass="entr" nodeType="afterEffect" presetSubtype="8" presetID="2" grpId="163" fill="hold">
                                  <p:stCondLst>
                                    <p:cond delay="0"/>
                                  </p:stCondLst>
                                  <p:iterate type="el" backwards="0">
                                    <p:tmAbs val="0"/>
                                  </p:iterate>
                                  <p:childTnLst>
                                    <p:set>
                                      <p:cBhvr>
                                        <p:cTn id="822" fill="hold"/>
                                        <p:tgtEl>
                                          <p:spTgt spid="562"/>
                                        </p:tgtEl>
                                        <p:attrNameLst>
                                          <p:attrName>style.visibility</p:attrName>
                                        </p:attrNameLst>
                                      </p:cBhvr>
                                      <p:to>
                                        <p:strVal val="visible"/>
                                      </p:to>
                                    </p:set>
                                    <p:anim calcmode="lin" valueType="num">
                                      <p:cBhvr>
                                        <p:cTn id="823" dur="100" fill="hold"/>
                                        <p:tgtEl>
                                          <p:spTgt spid="562"/>
                                        </p:tgtEl>
                                        <p:attrNameLst>
                                          <p:attrName>ppt_x</p:attrName>
                                        </p:attrNameLst>
                                      </p:cBhvr>
                                      <p:tavLst>
                                        <p:tav tm="0">
                                          <p:val>
                                            <p:strVal val="0-#ppt_w/2"/>
                                          </p:val>
                                        </p:tav>
                                        <p:tav tm="100000">
                                          <p:val>
                                            <p:strVal val="#ppt_x"/>
                                          </p:val>
                                        </p:tav>
                                      </p:tavLst>
                                    </p:anim>
                                    <p:anim calcmode="lin" valueType="num">
                                      <p:cBhvr>
                                        <p:cTn id="824" dur="100" fill="hold"/>
                                        <p:tgtEl>
                                          <p:spTgt spid="562"/>
                                        </p:tgtEl>
                                        <p:attrNameLst>
                                          <p:attrName>ppt_y</p:attrName>
                                        </p:attrNameLst>
                                      </p:cBhvr>
                                      <p:tavLst>
                                        <p:tav tm="0">
                                          <p:val>
                                            <p:strVal val="#ppt_y"/>
                                          </p:val>
                                        </p:tav>
                                        <p:tav tm="100000">
                                          <p:val>
                                            <p:strVal val="#ppt_y"/>
                                          </p:val>
                                        </p:tav>
                                      </p:tavLst>
                                    </p:anim>
                                  </p:childTnLst>
                                </p:cTn>
                              </p:par>
                            </p:childTnLst>
                          </p:cTn>
                        </p:par>
                      </p:childTnLst>
                    </p:cTn>
                  </p:par>
                  <p:par>
                    <p:cTn id="825" fill="hold">
                      <p:stCondLst>
                        <p:cond delay="indefinite"/>
                      </p:stCondLst>
                      <p:childTnLst>
                        <p:par>
                          <p:cTn id="826" fill="hold">
                            <p:stCondLst>
                              <p:cond delay="0"/>
                            </p:stCondLst>
                            <p:childTnLst>
                              <p:par>
                                <p:cTn id="827" presetClass="entr" nodeType="clickEffect" presetSubtype="8" presetID="2" grpId="164" fill="hold">
                                  <p:stCondLst>
                                    <p:cond delay="0"/>
                                  </p:stCondLst>
                                  <p:iterate type="el" backwards="0">
                                    <p:tmAbs val="0"/>
                                  </p:iterate>
                                  <p:childTnLst>
                                    <p:set>
                                      <p:cBhvr>
                                        <p:cTn id="828" fill="hold"/>
                                        <p:tgtEl>
                                          <p:spTgt spid="594"/>
                                        </p:tgtEl>
                                        <p:attrNameLst>
                                          <p:attrName>style.visibility</p:attrName>
                                        </p:attrNameLst>
                                      </p:cBhvr>
                                      <p:to>
                                        <p:strVal val="visible"/>
                                      </p:to>
                                    </p:set>
                                    <p:anim calcmode="lin" valueType="num">
                                      <p:cBhvr>
                                        <p:cTn id="829" dur="100" fill="hold"/>
                                        <p:tgtEl>
                                          <p:spTgt spid="594"/>
                                        </p:tgtEl>
                                        <p:attrNameLst>
                                          <p:attrName>ppt_x</p:attrName>
                                        </p:attrNameLst>
                                      </p:cBhvr>
                                      <p:tavLst>
                                        <p:tav tm="0">
                                          <p:val>
                                            <p:strVal val="0-#ppt_w/2"/>
                                          </p:val>
                                        </p:tav>
                                        <p:tav tm="100000">
                                          <p:val>
                                            <p:strVal val="#ppt_x"/>
                                          </p:val>
                                        </p:tav>
                                      </p:tavLst>
                                    </p:anim>
                                    <p:anim calcmode="lin" valueType="num">
                                      <p:cBhvr>
                                        <p:cTn id="830" dur="100" fill="hold"/>
                                        <p:tgtEl>
                                          <p:spTgt spid="594"/>
                                        </p:tgtEl>
                                        <p:attrNameLst>
                                          <p:attrName>ppt_y</p:attrName>
                                        </p:attrNameLst>
                                      </p:cBhvr>
                                      <p:tavLst>
                                        <p:tav tm="0">
                                          <p:val>
                                            <p:strVal val="#ppt_y"/>
                                          </p:val>
                                        </p:tav>
                                        <p:tav tm="100000">
                                          <p:val>
                                            <p:strVal val="#ppt_y"/>
                                          </p:val>
                                        </p:tav>
                                      </p:tavLst>
                                    </p:anim>
                                  </p:childTnLst>
                                </p:cTn>
                              </p:par>
                            </p:childTnLst>
                          </p:cTn>
                        </p:par>
                        <p:par>
                          <p:cTn id="831" fill="hold">
                            <p:stCondLst>
                              <p:cond delay="100"/>
                            </p:stCondLst>
                            <p:childTnLst>
                              <p:par>
                                <p:cTn id="832" presetClass="entr" nodeType="afterEffect" presetSubtype="8" presetID="2" grpId="165" fill="hold">
                                  <p:stCondLst>
                                    <p:cond delay="0"/>
                                  </p:stCondLst>
                                  <p:iterate type="el" backwards="0">
                                    <p:tmAbs val="0"/>
                                  </p:iterate>
                                  <p:childTnLst>
                                    <p:set>
                                      <p:cBhvr>
                                        <p:cTn id="833" fill="hold"/>
                                        <p:tgtEl>
                                          <p:spTgt spid="570"/>
                                        </p:tgtEl>
                                        <p:attrNameLst>
                                          <p:attrName>style.visibility</p:attrName>
                                        </p:attrNameLst>
                                      </p:cBhvr>
                                      <p:to>
                                        <p:strVal val="visible"/>
                                      </p:to>
                                    </p:set>
                                    <p:anim calcmode="lin" valueType="num">
                                      <p:cBhvr>
                                        <p:cTn id="834" dur="100" fill="hold"/>
                                        <p:tgtEl>
                                          <p:spTgt spid="570"/>
                                        </p:tgtEl>
                                        <p:attrNameLst>
                                          <p:attrName>ppt_x</p:attrName>
                                        </p:attrNameLst>
                                      </p:cBhvr>
                                      <p:tavLst>
                                        <p:tav tm="0">
                                          <p:val>
                                            <p:strVal val="0-#ppt_w/2"/>
                                          </p:val>
                                        </p:tav>
                                        <p:tav tm="100000">
                                          <p:val>
                                            <p:strVal val="#ppt_x"/>
                                          </p:val>
                                        </p:tav>
                                      </p:tavLst>
                                    </p:anim>
                                    <p:anim calcmode="lin" valueType="num">
                                      <p:cBhvr>
                                        <p:cTn id="835" dur="100" fill="hold"/>
                                        <p:tgtEl>
                                          <p:spTgt spid="570"/>
                                        </p:tgtEl>
                                        <p:attrNameLst>
                                          <p:attrName>ppt_y</p:attrName>
                                        </p:attrNameLst>
                                      </p:cBhvr>
                                      <p:tavLst>
                                        <p:tav tm="0">
                                          <p:val>
                                            <p:strVal val="#ppt_y"/>
                                          </p:val>
                                        </p:tav>
                                        <p:tav tm="100000">
                                          <p:val>
                                            <p:strVal val="#ppt_y"/>
                                          </p:val>
                                        </p:tav>
                                      </p:tavLst>
                                    </p:anim>
                                  </p:childTnLst>
                                </p:cTn>
                              </p:par>
                            </p:childTnLst>
                          </p:cTn>
                        </p:par>
                        <p:par>
                          <p:cTn id="836" fill="hold">
                            <p:stCondLst>
                              <p:cond delay="200"/>
                            </p:stCondLst>
                            <p:childTnLst>
                              <p:par>
                                <p:cTn id="837" presetClass="entr" nodeType="afterEffect" presetSubtype="8" presetID="2" grpId="166" fill="hold">
                                  <p:stCondLst>
                                    <p:cond delay="0"/>
                                  </p:stCondLst>
                                  <p:iterate type="el" backwards="0">
                                    <p:tmAbs val="0"/>
                                  </p:iterate>
                                  <p:childTnLst>
                                    <p:set>
                                      <p:cBhvr>
                                        <p:cTn id="838" fill="hold"/>
                                        <p:tgtEl>
                                          <p:spTgt spid="591"/>
                                        </p:tgtEl>
                                        <p:attrNameLst>
                                          <p:attrName>style.visibility</p:attrName>
                                        </p:attrNameLst>
                                      </p:cBhvr>
                                      <p:to>
                                        <p:strVal val="visible"/>
                                      </p:to>
                                    </p:set>
                                    <p:anim calcmode="lin" valueType="num">
                                      <p:cBhvr>
                                        <p:cTn id="839" dur="100" fill="hold"/>
                                        <p:tgtEl>
                                          <p:spTgt spid="591"/>
                                        </p:tgtEl>
                                        <p:attrNameLst>
                                          <p:attrName>ppt_x</p:attrName>
                                        </p:attrNameLst>
                                      </p:cBhvr>
                                      <p:tavLst>
                                        <p:tav tm="0">
                                          <p:val>
                                            <p:strVal val="0-#ppt_w/2"/>
                                          </p:val>
                                        </p:tav>
                                        <p:tav tm="100000">
                                          <p:val>
                                            <p:strVal val="#ppt_x"/>
                                          </p:val>
                                        </p:tav>
                                      </p:tavLst>
                                    </p:anim>
                                    <p:anim calcmode="lin" valueType="num">
                                      <p:cBhvr>
                                        <p:cTn id="840" dur="100" fill="hold"/>
                                        <p:tgtEl>
                                          <p:spTgt spid="591"/>
                                        </p:tgtEl>
                                        <p:attrNameLst>
                                          <p:attrName>ppt_y</p:attrName>
                                        </p:attrNameLst>
                                      </p:cBhvr>
                                      <p:tavLst>
                                        <p:tav tm="0">
                                          <p:val>
                                            <p:strVal val="#ppt_y"/>
                                          </p:val>
                                        </p:tav>
                                        <p:tav tm="100000">
                                          <p:val>
                                            <p:strVal val="#ppt_y"/>
                                          </p:val>
                                        </p:tav>
                                      </p:tavLst>
                                    </p:anim>
                                  </p:childTnLst>
                                </p:cTn>
                              </p:par>
                            </p:childTnLst>
                          </p:cTn>
                        </p:par>
                        <p:par>
                          <p:cTn id="841" fill="hold">
                            <p:stCondLst>
                              <p:cond delay="300"/>
                            </p:stCondLst>
                            <p:childTnLst>
                              <p:par>
                                <p:cTn id="842" presetClass="entr" nodeType="afterEffect" presetSubtype="8" presetID="2" grpId="167" fill="hold">
                                  <p:stCondLst>
                                    <p:cond delay="0"/>
                                  </p:stCondLst>
                                  <p:iterate type="el" backwards="0">
                                    <p:tmAbs val="0"/>
                                  </p:iterate>
                                  <p:childTnLst>
                                    <p:set>
                                      <p:cBhvr>
                                        <p:cTn id="843" fill="hold"/>
                                        <p:tgtEl>
                                          <p:spTgt spid="567"/>
                                        </p:tgtEl>
                                        <p:attrNameLst>
                                          <p:attrName>style.visibility</p:attrName>
                                        </p:attrNameLst>
                                      </p:cBhvr>
                                      <p:to>
                                        <p:strVal val="visible"/>
                                      </p:to>
                                    </p:set>
                                    <p:anim calcmode="lin" valueType="num">
                                      <p:cBhvr>
                                        <p:cTn id="844" dur="100" fill="hold"/>
                                        <p:tgtEl>
                                          <p:spTgt spid="567"/>
                                        </p:tgtEl>
                                        <p:attrNameLst>
                                          <p:attrName>ppt_x</p:attrName>
                                        </p:attrNameLst>
                                      </p:cBhvr>
                                      <p:tavLst>
                                        <p:tav tm="0">
                                          <p:val>
                                            <p:strVal val="0-#ppt_w/2"/>
                                          </p:val>
                                        </p:tav>
                                        <p:tav tm="100000">
                                          <p:val>
                                            <p:strVal val="#ppt_x"/>
                                          </p:val>
                                        </p:tav>
                                      </p:tavLst>
                                    </p:anim>
                                    <p:anim calcmode="lin" valueType="num">
                                      <p:cBhvr>
                                        <p:cTn id="845" dur="100" fill="hold"/>
                                        <p:tgtEl>
                                          <p:spTgt spid="567"/>
                                        </p:tgtEl>
                                        <p:attrNameLst>
                                          <p:attrName>ppt_y</p:attrName>
                                        </p:attrNameLst>
                                      </p:cBhvr>
                                      <p:tavLst>
                                        <p:tav tm="0">
                                          <p:val>
                                            <p:strVal val="#ppt_y"/>
                                          </p:val>
                                        </p:tav>
                                        <p:tav tm="100000">
                                          <p:val>
                                            <p:strVal val="#ppt_y"/>
                                          </p:val>
                                        </p:tav>
                                      </p:tavLst>
                                    </p:anim>
                                  </p:childTnLst>
                                </p:cTn>
                              </p:par>
                            </p:childTnLst>
                          </p:cTn>
                        </p:par>
                        <p:par>
                          <p:cTn id="846" fill="hold">
                            <p:stCondLst>
                              <p:cond delay="400"/>
                            </p:stCondLst>
                            <p:childTnLst>
                              <p:par>
                                <p:cTn id="847" presetClass="entr" nodeType="afterEffect" presetSubtype="8" presetID="2" grpId="168" fill="hold">
                                  <p:stCondLst>
                                    <p:cond delay="0"/>
                                  </p:stCondLst>
                                  <p:iterate type="el" backwards="0">
                                    <p:tmAbs val="0"/>
                                  </p:iterate>
                                  <p:childTnLst>
                                    <p:set>
                                      <p:cBhvr>
                                        <p:cTn id="848" fill="hold"/>
                                        <p:tgtEl>
                                          <p:spTgt spid="580"/>
                                        </p:tgtEl>
                                        <p:attrNameLst>
                                          <p:attrName>style.visibility</p:attrName>
                                        </p:attrNameLst>
                                      </p:cBhvr>
                                      <p:to>
                                        <p:strVal val="visible"/>
                                      </p:to>
                                    </p:set>
                                    <p:anim calcmode="lin" valueType="num">
                                      <p:cBhvr>
                                        <p:cTn id="849" dur="100" fill="hold"/>
                                        <p:tgtEl>
                                          <p:spTgt spid="580"/>
                                        </p:tgtEl>
                                        <p:attrNameLst>
                                          <p:attrName>ppt_x</p:attrName>
                                        </p:attrNameLst>
                                      </p:cBhvr>
                                      <p:tavLst>
                                        <p:tav tm="0">
                                          <p:val>
                                            <p:strVal val="0-#ppt_w/2"/>
                                          </p:val>
                                        </p:tav>
                                        <p:tav tm="100000">
                                          <p:val>
                                            <p:strVal val="#ppt_x"/>
                                          </p:val>
                                        </p:tav>
                                      </p:tavLst>
                                    </p:anim>
                                    <p:anim calcmode="lin" valueType="num">
                                      <p:cBhvr>
                                        <p:cTn id="850" dur="100" fill="hold"/>
                                        <p:tgtEl>
                                          <p:spTgt spid="580"/>
                                        </p:tgtEl>
                                        <p:attrNameLst>
                                          <p:attrName>ppt_y</p:attrName>
                                        </p:attrNameLst>
                                      </p:cBhvr>
                                      <p:tavLst>
                                        <p:tav tm="0">
                                          <p:val>
                                            <p:strVal val="#ppt_y"/>
                                          </p:val>
                                        </p:tav>
                                        <p:tav tm="100000">
                                          <p:val>
                                            <p:strVal val="#ppt_y"/>
                                          </p:val>
                                        </p:tav>
                                      </p:tavLst>
                                    </p:anim>
                                  </p:childTnLst>
                                </p:cTn>
                              </p:par>
                            </p:childTnLst>
                          </p:cTn>
                        </p:par>
                        <p:par>
                          <p:cTn id="851" fill="hold">
                            <p:stCondLst>
                              <p:cond delay="500"/>
                            </p:stCondLst>
                            <p:childTnLst>
                              <p:par>
                                <p:cTn id="852" presetClass="entr" nodeType="afterEffect" presetSubtype="8" presetID="2" grpId="169" fill="hold">
                                  <p:stCondLst>
                                    <p:cond delay="0"/>
                                  </p:stCondLst>
                                  <p:iterate type="el" backwards="0">
                                    <p:tmAbs val="0"/>
                                  </p:iterate>
                                  <p:childTnLst>
                                    <p:set>
                                      <p:cBhvr>
                                        <p:cTn id="853" fill="hold"/>
                                        <p:tgtEl>
                                          <p:spTgt spid="592"/>
                                        </p:tgtEl>
                                        <p:attrNameLst>
                                          <p:attrName>style.visibility</p:attrName>
                                        </p:attrNameLst>
                                      </p:cBhvr>
                                      <p:to>
                                        <p:strVal val="visible"/>
                                      </p:to>
                                    </p:set>
                                    <p:anim calcmode="lin" valueType="num">
                                      <p:cBhvr>
                                        <p:cTn id="854" dur="100" fill="hold"/>
                                        <p:tgtEl>
                                          <p:spTgt spid="592"/>
                                        </p:tgtEl>
                                        <p:attrNameLst>
                                          <p:attrName>ppt_x</p:attrName>
                                        </p:attrNameLst>
                                      </p:cBhvr>
                                      <p:tavLst>
                                        <p:tav tm="0">
                                          <p:val>
                                            <p:strVal val="0-#ppt_w/2"/>
                                          </p:val>
                                        </p:tav>
                                        <p:tav tm="100000">
                                          <p:val>
                                            <p:strVal val="#ppt_x"/>
                                          </p:val>
                                        </p:tav>
                                      </p:tavLst>
                                    </p:anim>
                                    <p:anim calcmode="lin" valueType="num">
                                      <p:cBhvr>
                                        <p:cTn id="855" dur="100" fill="hold"/>
                                        <p:tgtEl>
                                          <p:spTgt spid="592"/>
                                        </p:tgtEl>
                                        <p:attrNameLst>
                                          <p:attrName>ppt_y</p:attrName>
                                        </p:attrNameLst>
                                      </p:cBhvr>
                                      <p:tavLst>
                                        <p:tav tm="0">
                                          <p:val>
                                            <p:strVal val="#ppt_y"/>
                                          </p:val>
                                        </p:tav>
                                        <p:tav tm="100000">
                                          <p:val>
                                            <p:strVal val="#ppt_y"/>
                                          </p:val>
                                        </p:tav>
                                      </p:tavLst>
                                    </p:anim>
                                  </p:childTnLst>
                                </p:cTn>
                              </p:par>
                            </p:childTnLst>
                          </p:cTn>
                        </p:par>
                        <p:par>
                          <p:cTn id="856" fill="hold">
                            <p:stCondLst>
                              <p:cond delay="600"/>
                            </p:stCondLst>
                            <p:childTnLst>
                              <p:par>
                                <p:cTn id="857" presetClass="entr" nodeType="afterEffect" presetSubtype="8" presetID="2" grpId="170" fill="hold">
                                  <p:stCondLst>
                                    <p:cond delay="0"/>
                                  </p:stCondLst>
                                  <p:iterate type="el" backwards="0">
                                    <p:tmAbs val="0"/>
                                  </p:iterate>
                                  <p:childTnLst>
                                    <p:set>
                                      <p:cBhvr>
                                        <p:cTn id="858" fill="hold"/>
                                        <p:tgtEl>
                                          <p:spTgt spid="568"/>
                                        </p:tgtEl>
                                        <p:attrNameLst>
                                          <p:attrName>style.visibility</p:attrName>
                                        </p:attrNameLst>
                                      </p:cBhvr>
                                      <p:to>
                                        <p:strVal val="visible"/>
                                      </p:to>
                                    </p:set>
                                    <p:anim calcmode="lin" valueType="num">
                                      <p:cBhvr>
                                        <p:cTn id="859" dur="100" fill="hold"/>
                                        <p:tgtEl>
                                          <p:spTgt spid="568"/>
                                        </p:tgtEl>
                                        <p:attrNameLst>
                                          <p:attrName>ppt_x</p:attrName>
                                        </p:attrNameLst>
                                      </p:cBhvr>
                                      <p:tavLst>
                                        <p:tav tm="0">
                                          <p:val>
                                            <p:strVal val="0-#ppt_w/2"/>
                                          </p:val>
                                        </p:tav>
                                        <p:tav tm="100000">
                                          <p:val>
                                            <p:strVal val="#ppt_x"/>
                                          </p:val>
                                        </p:tav>
                                      </p:tavLst>
                                    </p:anim>
                                    <p:anim calcmode="lin" valueType="num">
                                      <p:cBhvr>
                                        <p:cTn id="860" dur="100" fill="hold"/>
                                        <p:tgtEl>
                                          <p:spTgt spid="568"/>
                                        </p:tgtEl>
                                        <p:attrNameLst>
                                          <p:attrName>ppt_y</p:attrName>
                                        </p:attrNameLst>
                                      </p:cBhvr>
                                      <p:tavLst>
                                        <p:tav tm="0">
                                          <p:val>
                                            <p:strVal val="#ppt_y"/>
                                          </p:val>
                                        </p:tav>
                                        <p:tav tm="100000">
                                          <p:val>
                                            <p:strVal val="#ppt_y"/>
                                          </p:val>
                                        </p:tav>
                                      </p:tavLst>
                                    </p:anim>
                                  </p:childTnLst>
                                </p:cTn>
                              </p:par>
                            </p:childTnLst>
                          </p:cTn>
                        </p:par>
                        <p:par>
                          <p:cTn id="861" fill="hold">
                            <p:stCondLst>
                              <p:cond delay="700"/>
                            </p:stCondLst>
                            <p:childTnLst>
                              <p:par>
                                <p:cTn id="862" presetClass="entr" nodeType="afterEffect" presetSubtype="8" presetID="2" grpId="171" fill="hold">
                                  <p:stCondLst>
                                    <p:cond delay="0"/>
                                  </p:stCondLst>
                                  <p:iterate type="el" backwards="0">
                                    <p:tmAbs val="0"/>
                                  </p:iterate>
                                  <p:childTnLst>
                                    <p:set>
                                      <p:cBhvr>
                                        <p:cTn id="863" fill="hold"/>
                                        <p:tgtEl>
                                          <p:spTgt spid="566"/>
                                        </p:tgtEl>
                                        <p:attrNameLst>
                                          <p:attrName>style.visibility</p:attrName>
                                        </p:attrNameLst>
                                      </p:cBhvr>
                                      <p:to>
                                        <p:strVal val="visible"/>
                                      </p:to>
                                    </p:set>
                                    <p:anim calcmode="lin" valueType="num">
                                      <p:cBhvr>
                                        <p:cTn id="864" dur="100" fill="hold"/>
                                        <p:tgtEl>
                                          <p:spTgt spid="566"/>
                                        </p:tgtEl>
                                        <p:attrNameLst>
                                          <p:attrName>ppt_x</p:attrName>
                                        </p:attrNameLst>
                                      </p:cBhvr>
                                      <p:tavLst>
                                        <p:tav tm="0">
                                          <p:val>
                                            <p:strVal val="0-#ppt_w/2"/>
                                          </p:val>
                                        </p:tav>
                                        <p:tav tm="100000">
                                          <p:val>
                                            <p:strVal val="#ppt_x"/>
                                          </p:val>
                                        </p:tav>
                                      </p:tavLst>
                                    </p:anim>
                                    <p:anim calcmode="lin" valueType="num">
                                      <p:cBhvr>
                                        <p:cTn id="865" dur="100" fill="hold"/>
                                        <p:tgtEl>
                                          <p:spTgt spid="566"/>
                                        </p:tgtEl>
                                        <p:attrNameLst>
                                          <p:attrName>ppt_y</p:attrName>
                                        </p:attrNameLst>
                                      </p:cBhvr>
                                      <p:tavLst>
                                        <p:tav tm="0">
                                          <p:val>
                                            <p:strVal val="#ppt_y"/>
                                          </p:val>
                                        </p:tav>
                                        <p:tav tm="100000">
                                          <p:val>
                                            <p:strVal val="#ppt_y"/>
                                          </p:val>
                                        </p:tav>
                                      </p:tavLst>
                                    </p:anim>
                                  </p:childTnLst>
                                </p:cTn>
                              </p:par>
                            </p:childTnLst>
                          </p:cTn>
                        </p:par>
                        <p:par>
                          <p:cTn id="866" fill="hold">
                            <p:stCondLst>
                              <p:cond delay="800"/>
                            </p:stCondLst>
                            <p:childTnLst>
                              <p:par>
                                <p:cTn id="867" presetClass="entr" nodeType="afterEffect" presetSubtype="8" presetID="2" grpId="172" fill="hold">
                                  <p:stCondLst>
                                    <p:cond delay="0"/>
                                  </p:stCondLst>
                                  <p:iterate type="el" backwards="0">
                                    <p:tmAbs val="0"/>
                                  </p:iterate>
                                  <p:childTnLst>
                                    <p:set>
                                      <p:cBhvr>
                                        <p:cTn id="868" fill="hold"/>
                                        <p:tgtEl>
                                          <p:spTgt spid="649"/>
                                        </p:tgtEl>
                                        <p:attrNameLst>
                                          <p:attrName>style.visibility</p:attrName>
                                        </p:attrNameLst>
                                      </p:cBhvr>
                                      <p:to>
                                        <p:strVal val="visible"/>
                                      </p:to>
                                    </p:set>
                                    <p:anim calcmode="lin" valueType="num">
                                      <p:cBhvr>
                                        <p:cTn id="869" dur="100" fill="hold"/>
                                        <p:tgtEl>
                                          <p:spTgt spid="649"/>
                                        </p:tgtEl>
                                        <p:attrNameLst>
                                          <p:attrName>ppt_x</p:attrName>
                                        </p:attrNameLst>
                                      </p:cBhvr>
                                      <p:tavLst>
                                        <p:tav tm="0">
                                          <p:val>
                                            <p:strVal val="0-#ppt_w/2"/>
                                          </p:val>
                                        </p:tav>
                                        <p:tav tm="100000">
                                          <p:val>
                                            <p:strVal val="#ppt_x"/>
                                          </p:val>
                                        </p:tav>
                                      </p:tavLst>
                                    </p:anim>
                                    <p:anim calcmode="lin" valueType="num">
                                      <p:cBhvr>
                                        <p:cTn id="870" dur="100" fill="hold"/>
                                        <p:tgtEl>
                                          <p:spTgt spid="649"/>
                                        </p:tgtEl>
                                        <p:attrNameLst>
                                          <p:attrName>ppt_y</p:attrName>
                                        </p:attrNameLst>
                                      </p:cBhvr>
                                      <p:tavLst>
                                        <p:tav tm="0">
                                          <p:val>
                                            <p:strVal val="#ppt_y"/>
                                          </p:val>
                                        </p:tav>
                                        <p:tav tm="100000">
                                          <p:val>
                                            <p:strVal val="#ppt_y"/>
                                          </p:val>
                                        </p:tav>
                                      </p:tavLst>
                                    </p:anim>
                                  </p:childTnLst>
                                </p:cTn>
                              </p:par>
                            </p:childTnLst>
                          </p:cTn>
                        </p:par>
                        <p:par>
                          <p:cTn id="871" fill="hold">
                            <p:stCondLst>
                              <p:cond delay="900"/>
                            </p:stCondLst>
                            <p:childTnLst>
                              <p:par>
                                <p:cTn id="872" presetClass="entr" nodeType="afterEffect" presetSubtype="8" presetID="2" grpId="173" fill="hold">
                                  <p:stCondLst>
                                    <p:cond delay="0"/>
                                  </p:stCondLst>
                                  <p:iterate type="el" backwards="0">
                                    <p:tmAbs val="0"/>
                                  </p:iterate>
                                  <p:childTnLst>
                                    <p:set>
                                      <p:cBhvr>
                                        <p:cTn id="873" fill="hold"/>
                                        <p:tgtEl>
                                          <p:spTgt spid="577"/>
                                        </p:tgtEl>
                                        <p:attrNameLst>
                                          <p:attrName>style.visibility</p:attrName>
                                        </p:attrNameLst>
                                      </p:cBhvr>
                                      <p:to>
                                        <p:strVal val="visible"/>
                                      </p:to>
                                    </p:set>
                                    <p:anim calcmode="lin" valueType="num">
                                      <p:cBhvr>
                                        <p:cTn id="874" dur="100" fill="hold"/>
                                        <p:tgtEl>
                                          <p:spTgt spid="577"/>
                                        </p:tgtEl>
                                        <p:attrNameLst>
                                          <p:attrName>ppt_x</p:attrName>
                                        </p:attrNameLst>
                                      </p:cBhvr>
                                      <p:tavLst>
                                        <p:tav tm="0">
                                          <p:val>
                                            <p:strVal val="0-#ppt_w/2"/>
                                          </p:val>
                                        </p:tav>
                                        <p:tav tm="100000">
                                          <p:val>
                                            <p:strVal val="#ppt_x"/>
                                          </p:val>
                                        </p:tav>
                                      </p:tavLst>
                                    </p:anim>
                                    <p:anim calcmode="lin" valueType="num">
                                      <p:cBhvr>
                                        <p:cTn id="875" dur="100" fill="hold"/>
                                        <p:tgtEl>
                                          <p:spTgt spid="577"/>
                                        </p:tgtEl>
                                        <p:attrNameLst>
                                          <p:attrName>ppt_y</p:attrName>
                                        </p:attrNameLst>
                                      </p:cBhvr>
                                      <p:tavLst>
                                        <p:tav tm="0">
                                          <p:val>
                                            <p:strVal val="#ppt_y"/>
                                          </p:val>
                                        </p:tav>
                                        <p:tav tm="100000">
                                          <p:val>
                                            <p:strVal val="#ppt_y"/>
                                          </p:val>
                                        </p:tav>
                                      </p:tavLst>
                                    </p:anim>
                                  </p:childTnLst>
                                </p:cTn>
                              </p:par>
                            </p:childTnLst>
                          </p:cTn>
                        </p:par>
                        <p:par>
                          <p:cTn id="876" fill="hold">
                            <p:stCondLst>
                              <p:cond delay="1000"/>
                            </p:stCondLst>
                            <p:childTnLst>
                              <p:par>
                                <p:cTn id="877" presetClass="entr" nodeType="afterEffect" presetSubtype="8" presetID="2" grpId="174" fill="hold">
                                  <p:stCondLst>
                                    <p:cond delay="0"/>
                                  </p:stCondLst>
                                  <p:iterate type="el" backwards="0">
                                    <p:tmAbs val="0"/>
                                  </p:iterate>
                                  <p:childTnLst>
                                    <p:set>
                                      <p:cBhvr>
                                        <p:cTn id="878" fill="hold"/>
                                        <p:tgtEl>
                                          <p:spTgt spid="572"/>
                                        </p:tgtEl>
                                        <p:attrNameLst>
                                          <p:attrName>style.visibility</p:attrName>
                                        </p:attrNameLst>
                                      </p:cBhvr>
                                      <p:to>
                                        <p:strVal val="visible"/>
                                      </p:to>
                                    </p:set>
                                    <p:anim calcmode="lin" valueType="num">
                                      <p:cBhvr>
                                        <p:cTn id="879" dur="100" fill="hold"/>
                                        <p:tgtEl>
                                          <p:spTgt spid="572"/>
                                        </p:tgtEl>
                                        <p:attrNameLst>
                                          <p:attrName>ppt_x</p:attrName>
                                        </p:attrNameLst>
                                      </p:cBhvr>
                                      <p:tavLst>
                                        <p:tav tm="0">
                                          <p:val>
                                            <p:strVal val="0-#ppt_w/2"/>
                                          </p:val>
                                        </p:tav>
                                        <p:tav tm="100000">
                                          <p:val>
                                            <p:strVal val="#ppt_x"/>
                                          </p:val>
                                        </p:tav>
                                      </p:tavLst>
                                    </p:anim>
                                    <p:anim calcmode="lin" valueType="num">
                                      <p:cBhvr>
                                        <p:cTn id="880" dur="100" fill="hold"/>
                                        <p:tgtEl>
                                          <p:spTgt spid="572"/>
                                        </p:tgtEl>
                                        <p:attrNameLst>
                                          <p:attrName>ppt_y</p:attrName>
                                        </p:attrNameLst>
                                      </p:cBhvr>
                                      <p:tavLst>
                                        <p:tav tm="0">
                                          <p:val>
                                            <p:strVal val="#ppt_y"/>
                                          </p:val>
                                        </p:tav>
                                        <p:tav tm="100000">
                                          <p:val>
                                            <p:strVal val="#ppt_y"/>
                                          </p:val>
                                        </p:tav>
                                      </p:tavLst>
                                    </p:anim>
                                  </p:childTnLst>
                                </p:cTn>
                              </p:par>
                            </p:childTnLst>
                          </p:cTn>
                        </p:par>
                        <p:par>
                          <p:cTn id="881" fill="hold">
                            <p:stCondLst>
                              <p:cond delay="1100"/>
                            </p:stCondLst>
                            <p:childTnLst>
                              <p:par>
                                <p:cTn id="882" presetClass="entr" nodeType="afterEffect" presetSubtype="8" presetID="2" grpId="175" fill="hold">
                                  <p:stCondLst>
                                    <p:cond delay="0"/>
                                  </p:stCondLst>
                                  <p:iterate type="el" backwards="0">
                                    <p:tmAbs val="0"/>
                                  </p:iterate>
                                  <p:childTnLst>
                                    <p:set>
                                      <p:cBhvr>
                                        <p:cTn id="883" fill="hold"/>
                                        <p:tgtEl>
                                          <p:spTgt spid="733"/>
                                        </p:tgtEl>
                                        <p:attrNameLst>
                                          <p:attrName>style.visibility</p:attrName>
                                        </p:attrNameLst>
                                      </p:cBhvr>
                                      <p:to>
                                        <p:strVal val="visible"/>
                                      </p:to>
                                    </p:set>
                                    <p:anim calcmode="lin" valueType="num">
                                      <p:cBhvr>
                                        <p:cTn id="884" dur="100" fill="hold"/>
                                        <p:tgtEl>
                                          <p:spTgt spid="733"/>
                                        </p:tgtEl>
                                        <p:attrNameLst>
                                          <p:attrName>ppt_x</p:attrName>
                                        </p:attrNameLst>
                                      </p:cBhvr>
                                      <p:tavLst>
                                        <p:tav tm="0">
                                          <p:val>
                                            <p:strVal val="0-#ppt_w/2"/>
                                          </p:val>
                                        </p:tav>
                                        <p:tav tm="100000">
                                          <p:val>
                                            <p:strVal val="#ppt_x"/>
                                          </p:val>
                                        </p:tav>
                                      </p:tavLst>
                                    </p:anim>
                                    <p:anim calcmode="lin" valueType="num">
                                      <p:cBhvr>
                                        <p:cTn id="885" dur="100" fill="hold"/>
                                        <p:tgtEl>
                                          <p:spTgt spid="733"/>
                                        </p:tgtEl>
                                        <p:attrNameLst>
                                          <p:attrName>ppt_y</p:attrName>
                                        </p:attrNameLst>
                                      </p:cBhvr>
                                      <p:tavLst>
                                        <p:tav tm="0">
                                          <p:val>
                                            <p:strVal val="#ppt_y"/>
                                          </p:val>
                                        </p:tav>
                                        <p:tav tm="100000">
                                          <p:val>
                                            <p:strVal val="#ppt_y"/>
                                          </p:val>
                                        </p:tav>
                                      </p:tavLst>
                                    </p:anim>
                                  </p:childTnLst>
                                </p:cTn>
                              </p:par>
                            </p:childTnLst>
                          </p:cTn>
                        </p:par>
                        <p:par>
                          <p:cTn id="886" fill="hold">
                            <p:stCondLst>
                              <p:cond delay="1200"/>
                            </p:stCondLst>
                            <p:childTnLst>
                              <p:par>
                                <p:cTn id="887" presetClass="entr" nodeType="afterEffect" presetSubtype="8" presetID="2" grpId="176" fill="hold">
                                  <p:stCondLst>
                                    <p:cond delay="0"/>
                                  </p:stCondLst>
                                  <p:iterate type="el" backwards="0">
                                    <p:tmAbs val="0"/>
                                  </p:iterate>
                                  <p:childTnLst>
                                    <p:set>
                                      <p:cBhvr>
                                        <p:cTn id="888" fill="hold"/>
                                        <p:tgtEl>
                                          <p:spTgt spid="598"/>
                                        </p:tgtEl>
                                        <p:attrNameLst>
                                          <p:attrName>style.visibility</p:attrName>
                                        </p:attrNameLst>
                                      </p:cBhvr>
                                      <p:to>
                                        <p:strVal val="visible"/>
                                      </p:to>
                                    </p:set>
                                    <p:anim calcmode="lin" valueType="num">
                                      <p:cBhvr>
                                        <p:cTn id="889" dur="100" fill="hold"/>
                                        <p:tgtEl>
                                          <p:spTgt spid="598"/>
                                        </p:tgtEl>
                                        <p:attrNameLst>
                                          <p:attrName>ppt_x</p:attrName>
                                        </p:attrNameLst>
                                      </p:cBhvr>
                                      <p:tavLst>
                                        <p:tav tm="0">
                                          <p:val>
                                            <p:strVal val="0-#ppt_w/2"/>
                                          </p:val>
                                        </p:tav>
                                        <p:tav tm="100000">
                                          <p:val>
                                            <p:strVal val="#ppt_x"/>
                                          </p:val>
                                        </p:tav>
                                      </p:tavLst>
                                    </p:anim>
                                    <p:anim calcmode="lin" valueType="num">
                                      <p:cBhvr>
                                        <p:cTn id="890" dur="100" fill="hold"/>
                                        <p:tgtEl>
                                          <p:spTgt spid="598"/>
                                        </p:tgtEl>
                                        <p:attrNameLst>
                                          <p:attrName>ppt_y</p:attrName>
                                        </p:attrNameLst>
                                      </p:cBhvr>
                                      <p:tavLst>
                                        <p:tav tm="0">
                                          <p:val>
                                            <p:strVal val="#ppt_y"/>
                                          </p:val>
                                        </p:tav>
                                        <p:tav tm="100000">
                                          <p:val>
                                            <p:strVal val="#ppt_y"/>
                                          </p:val>
                                        </p:tav>
                                      </p:tavLst>
                                    </p:anim>
                                  </p:childTnLst>
                                </p:cTn>
                              </p:par>
                            </p:childTnLst>
                          </p:cTn>
                        </p:par>
                        <p:par>
                          <p:cTn id="891" fill="hold">
                            <p:stCondLst>
                              <p:cond delay="1300"/>
                            </p:stCondLst>
                            <p:childTnLst>
                              <p:par>
                                <p:cTn id="892" presetClass="entr" nodeType="afterEffect" presetSubtype="8" presetID="2" grpId="177" fill="hold">
                                  <p:stCondLst>
                                    <p:cond delay="0"/>
                                  </p:stCondLst>
                                  <p:iterate type="el" backwards="0">
                                    <p:tmAbs val="0"/>
                                  </p:iterate>
                                  <p:childTnLst>
                                    <p:set>
                                      <p:cBhvr>
                                        <p:cTn id="893" fill="hold"/>
                                        <p:tgtEl>
                                          <p:spTgt spid="593"/>
                                        </p:tgtEl>
                                        <p:attrNameLst>
                                          <p:attrName>style.visibility</p:attrName>
                                        </p:attrNameLst>
                                      </p:cBhvr>
                                      <p:to>
                                        <p:strVal val="visible"/>
                                      </p:to>
                                    </p:set>
                                    <p:anim calcmode="lin" valueType="num">
                                      <p:cBhvr>
                                        <p:cTn id="894" dur="100" fill="hold"/>
                                        <p:tgtEl>
                                          <p:spTgt spid="593"/>
                                        </p:tgtEl>
                                        <p:attrNameLst>
                                          <p:attrName>ppt_x</p:attrName>
                                        </p:attrNameLst>
                                      </p:cBhvr>
                                      <p:tavLst>
                                        <p:tav tm="0">
                                          <p:val>
                                            <p:strVal val="0-#ppt_w/2"/>
                                          </p:val>
                                        </p:tav>
                                        <p:tav tm="100000">
                                          <p:val>
                                            <p:strVal val="#ppt_x"/>
                                          </p:val>
                                        </p:tav>
                                      </p:tavLst>
                                    </p:anim>
                                    <p:anim calcmode="lin" valueType="num">
                                      <p:cBhvr>
                                        <p:cTn id="895" dur="100" fill="hold"/>
                                        <p:tgtEl>
                                          <p:spTgt spid="593"/>
                                        </p:tgtEl>
                                        <p:attrNameLst>
                                          <p:attrName>ppt_y</p:attrName>
                                        </p:attrNameLst>
                                      </p:cBhvr>
                                      <p:tavLst>
                                        <p:tav tm="0">
                                          <p:val>
                                            <p:strVal val="#ppt_y"/>
                                          </p:val>
                                        </p:tav>
                                        <p:tav tm="100000">
                                          <p:val>
                                            <p:strVal val="#ppt_y"/>
                                          </p:val>
                                        </p:tav>
                                      </p:tavLst>
                                    </p:anim>
                                  </p:childTnLst>
                                </p:cTn>
                              </p:par>
                            </p:childTnLst>
                          </p:cTn>
                        </p:par>
                        <p:par>
                          <p:cTn id="896" fill="hold">
                            <p:stCondLst>
                              <p:cond delay="1400"/>
                            </p:stCondLst>
                            <p:childTnLst>
                              <p:par>
                                <p:cTn id="897" presetClass="entr" nodeType="afterEffect" presetSubtype="8" presetID="2" grpId="178" fill="hold">
                                  <p:stCondLst>
                                    <p:cond delay="0"/>
                                  </p:stCondLst>
                                  <p:iterate type="el" backwards="0">
                                    <p:tmAbs val="0"/>
                                  </p:iterate>
                                  <p:childTnLst>
                                    <p:set>
                                      <p:cBhvr>
                                        <p:cTn id="898" fill="hold"/>
                                        <p:tgtEl>
                                          <p:spTgt spid="653"/>
                                        </p:tgtEl>
                                        <p:attrNameLst>
                                          <p:attrName>style.visibility</p:attrName>
                                        </p:attrNameLst>
                                      </p:cBhvr>
                                      <p:to>
                                        <p:strVal val="visible"/>
                                      </p:to>
                                    </p:set>
                                    <p:anim calcmode="lin" valueType="num">
                                      <p:cBhvr>
                                        <p:cTn id="899" dur="100" fill="hold"/>
                                        <p:tgtEl>
                                          <p:spTgt spid="653"/>
                                        </p:tgtEl>
                                        <p:attrNameLst>
                                          <p:attrName>ppt_x</p:attrName>
                                        </p:attrNameLst>
                                      </p:cBhvr>
                                      <p:tavLst>
                                        <p:tav tm="0">
                                          <p:val>
                                            <p:strVal val="0-#ppt_w/2"/>
                                          </p:val>
                                        </p:tav>
                                        <p:tav tm="100000">
                                          <p:val>
                                            <p:strVal val="#ppt_x"/>
                                          </p:val>
                                        </p:tav>
                                      </p:tavLst>
                                    </p:anim>
                                    <p:anim calcmode="lin" valueType="num">
                                      <p:cBhvr>
                                        <p:cTn id="900" dur="100" fill="hold"/>
                                        <p:tgtEl>
                                          <p:spTgt spid="653"/>
                                        </p:tgtEl>
                                        <p:attrNameLst>
                                          <p:attrName>ppt_y</p:attrName>
                                        </p:attrNameLst>
                                      </p:cBhvr>
                                      <p:tavLst>
                                        <p:tav tm="0">
                                          <p:val>
                                            <p:strVal val="#ppt_y"/>
                                          </p:val>
                                        </p:tav>
                                        <p:tav tm="100000">
                                          <p:val>
                                            <p:strVal val="#ppt_y"/>
                                          </p:val>
                                        </p:tav>
                                      </p:tavLst>
                                    </p:anim>
                                  </p:childTnLst>
                                </p:cTn>
                              </p:par>
                            </p:childTnLst>
                          </p:cTn>
                        </p:par>
                        <p:par>
                          <p:cTn id="901" fill="hold">
                            <p:stCondLst>
                              <p:cond delay="1500"/>
                            </p:stCondLst>
                            <p:childTnLst>
                              <p:par>
                                <p:cTn id="902" presetClass="entr" nodeType="afterEffect" presetSubtype="8" presetID="2" grpId="179" fill="hold">
                                  <p:stCondLst>
                                    <p:cond delay="0"/>
                                  </p:stCondLst>
                                  <p:iterate type="el" backwards="0">
                                    <p:tmAbs val="0"/>
                                  </p:iterate>
                                  <p:childTnLst>
                                    <p:set>
                                      <p:cBhvr>
                                        <p:cTn id="903" fill="hold"/>
                                        <p:tgtEl>
                                          <p:spTgt spid="569"/>
                                        </p:tgtEl>
                                        <p:attrNameLst>
                                          <p:attrName>style.visibility</p:attrName>
                                        </p:attrNameLst>
                                      </p:cBhvr>
                                      <p:to>
                                        <p:strVal val="visible"/>
                                      </p:to>
                                    </p:set>
                                    <p:anim calcmode="lin" valueType="num">
                                      <p:cBhvr>
                                        <p:cTn id="904" dur="100" fill="hold"/>
                                        <p:tgtEl>
                                          <p:spTgt spid="569"/>
                                        </p:tgtEl>
                                        <p:attrNameLst>
                                          <p:attrName>ppt_x</p:attrName>
                                        </p:attrNameLst>
                                      </p:cBhvr>
                                      <p:tavLst>
                                        <p:tav tm="0">
                                          <p:val>
                                            <p:strVal val="0-#ppt_w/2"/>
                                          </p:val>
                                        </p:tav>
                                        <p:tav tm="100000">
                                          <p:val>
                                            <p:strVal val="#ppt_x"/>
                                          </p:val>
                                        </p:tav>
                                      </p:tavLst>
                                    </p:anim>
                                    <p:anim calcmode="lin" valueType="num">
                                      <p:cBhvr>
                                        <p:cTn id="905" dur="100" fill="hold"/>
                                        <p:tgtEl>
                                          <p:spTgt spid="569"/>
                                        </p:tgtEl>
                                        <p:attrNameLst>
                                          <p:attrName>ppt_y</p:attrName>
                                        </p:attrNameLst>
                                      </p:cBhvr>
                                      <p:tavLst>
                                        <p:tav tm="0">
                                          <p:val>
                                            <p:strVal val="#ppt_y"/>
                                          </p:val>
                                        </p:tav>
                                        <p:tav tm="100000">
                                          <p:val>
                                            <p:strVal val="#ppt_y"/>
                                          </p:val>
                                        </p:tav>
                                      </p:tavLst>
                                    </p:anim>
                                  </p:childTnLst>
                                </p:cTn>
                              </p:par>
                            </p:childTnLst>
                          </p:cTn>
                        </p:par>
                        <p:par>
                          <p:cTn id="906" fill="hold">
                            <p:stCondLst>
                              <p:cond delay="1600"/>
                            </p:stCondLst>
                            <p:childTnLst>
                              <p:par>
                                <p:cTn id="907" presetClass="entr" nodeType="afterEffect" presetSubtype="8" presetID="2" grpId="180" fill="hold">
                                  <p:stCondLst>
                                    <p:cond delay="0"/>
                                  </p:stCondLst>
                                  <p:iterate type="el" backwards="0">
                                    <p:tmAbs val="0"/>
                                  </p:iterate>
                                  <p:childTnLst>
                                    <p:set>
                                      <p:cBhvr>
                                        <p:cTn id="908" fill="hold"/>
                                        <p:tgtEl>
                                          <p:spTgt spid="573"/>
                                        </p:tgtEl>
                                        <p:attrNameLst>
                                          <p:attrName>style.visibility</p:attrName>
                                        </p:attrNameLst>
                                      </p:cBhvr>
                                      <p:to>
                                        <p:strVal val="visible"/>
                                      </p:to>
                                    </p:set>
                                    <p:anim calcmode="lin" valueType="num">
                                      <p:cBhvr>
                                        <p:cTn id="909" dur="100" fill="hold"/>
                                        <p:tgtEl>
                                          <p:spTgt spid="573"/>
                                        </p:tgtEl>
                                        <p:attrNameLst>
                                          <p:attrName>ppt_x</p:attrName>
                                        </p:attrNameLst>
                                      </p:cBhvr>
                                      <p:tavLst>
                                        <p:tav tm="0">
                                          <p:val>
                                            <p:strVal val="0-#ppt_w/2"/>
                                          </p:val>
                                        </p:tav>
                                        <p:tav tm="100000">
                                          <p:val>
                                            <p:strVal val="#ppt_x"/>
                                          </p:val>
                                        </p:tav>
                                      </p:tavLst>
                                    </p:anim>
                                    <p:anim calcmode="lin" valueType="num">
                                      <p:cBhvr>
                                        <p:cTn id="910" dur="100" fill="hold"/>
                                        <p:tgtEl>
                                          <p:spTgt spid="573"/>
                                        </p:tgtEl>
                                        <p:attrNameLst>
                                          <p:attrName>ppt_y</p:attrName>
                                        </p:attrNameLst>
                                      </p:cBhvr>
                                      <p:tavLst>
                                        <p:tav tm="0">
                                          <p:val>
                                            <p:strVal val="#ppt_y"/>
                                          </p:val>
                                        </p:tav>
                                        <p:tav tm="100000">
                                          <p:val>
                                            <p:strVal val="#ppt_y"/>
                                          </p:val>
                                        </p:tav>
                                      </p:tavLst>
                                    </p:anim>
                                  </p:childTnLst>
                                </p:cTn>
                              </p:par>
                            </p:childTnLst>
                          </p:cTn>
                        </p:par>
                        <p:par>
                          <p:cTn id="911" fill="hold">
                            <p:stCondLst>
                              <p:cond delay="1700"/>
                            </p:stCondLst>
                            <p:childTnLst>
                              <p:par>
                                <p:cTn id="912" presetClass="entr" nodeType="afterEffect" presetSubtype="8" presetID="2" grpId="181" fill="hold">
                                  <p:stCondLst>
                                    <p:cond delay="0"/>
                                  </p:stCondLst>
                                  <p:iterate type="el" backwards="0">
                                    <p:tmAbs val="0"/>
                                  </p:iterate>
                                  <p:childTnLst>
                                    <p:set>
                                      <p:cBhvr>
                                        <p:cTn id="913" fill="hold"/>
                                        <p:tgtEl>
                                          <p:spTgt spid="574"/>
                                        </p:tgtEl>
                                        <p:attrNameLst>
                                          <p:attrName>style.visibility</p:attrName>
                                        </p:attrNameLst>
                                      </p:cBhvr>
                                      <p:to>
                                        <p:strVal val="visible"/>
                                      </p:to>
                                    </p:set>
                                    <p:anim calcmode="lin" valueType="num">
                                      <p:cBhvr>
                                        <p:cTn id="914" dur="100" fill="hold"/>
                                        <p:tgtEl>
                                          <p:spTgt spid="574"/>
                                        </p:tgtEl>
                                        <p:attrNameLst>
                                          <p:attrName>ppt_x</p:attrName>
                                        </p:attrNameLst>
                                      </p:cBhvr>
                                      <p:tavLst>
                                        <p:tav tm="0">
                                          <p:val>
                                            <p:strVal val="0-#ppt_w/2"/>
                                          </p:val>
                                        </p:tav>
                                        <p:tav tm="100000">
                                          <p:val>
                                            <p:strVal val="#ppt_x"/>
                                          </p:val>
                                        </p:tav>
                                      </p:tavLst>
                                    </p:anim>
                                    <p:anim calcmode="lin" valueType="num">
                                      <p:cBhvr>
                                        <p:cTn id="915" dur="100" fill="hold"/>
                                        <p:tgtEl>
                                          <p:spTgt spid="574"/>
                                        </p:tgtEl>
                                        <p:attrNameLst>
                                          <p:attrName>ppt_y</p:attrName>
                                        </p:attrNameLst>
                                      </p:cBhvr>
                                      <p:tavLst>
                                        <p:tav tm="0">
                                          <p:val>
                                            <p:strVal val="#ppt_y"/>
                                          </p:val>
                                        </p:tav>
                                        <p:tav tm="100000">
                                          <p:val>
                                            <p:strVal val="#ppt_y"/>
                                          </p:val>
                                        </p:tav>
                                      </p:tavLst>
                                    </p:anim>
                                  </p:childTnLst>
                                </p:cTn>
                              </p:par>
                            </p:childTnLst>
                          </p:cTn>
                        </p:par>
                        <p:par>
                          <p:cTn id="916" fill="hold">
                            <p:stCondLst>
                              <p:cond delay="1800"/>
                            </p:stCondLst>
                            <p:childTnLst>
                              <p:par>
                                <p:cTn id="917" presetClass="entr" nodeType="afterEffect" presetSubtype="8" presetID="2" grpId="182" fill="hold">
                                  <p:stCondLst>
                                    <p:cond delay="0"/>
                                  </p:stCondLst>
                                  <p:iterate type="el" backwards="0">
                                    <p:tmAbs val="0"/>
                                  </p:iterate>
                                  <p:childTnLst>
                                    <p:set>
                                      <p:cBhvr>
                                        <p:cTn id="918" fill="hold"/>
                                        <p:tgtEl>
                                          <p:spTgt spid="595"/>
                                        </p:tgtEl>
                                        <p:attrNameLst>
                                          <p:attrName>style.visibility</p:attrName>
                                        </p:attrNameLst>
                                      </p:cBhvr>
                                      <p:to>
                                        <p:strVal val="visible"/>
                                      </p:to>
                                    </p:set>
                                    <p:anim calcmode="lin" valueType="num">
                                      <p:cBhvr>
                                        <p:cTn id="919" dur="100" fill="hold"/>
                                        <p:tgtEl>
                                          <p:spTgt spid="595"/>
                                        </p:tgtEl>
                                        <p:attrNameLst>
                                          <p:attrName>ppt_x</p:attrName>
                                        </p:attrNameLst>
                                      </p:cBhvr>
                                      <p:tavLst>
                                        <p:tav tm="0">
                                          <p:val>
                                            <p:strVal val="0-#ppt_w/2"/>
                                          </p:val>
                                        </p:tav>
                                        <p:tav tm="100000">
                                          <p:val>
                                            <p:strVal val="#ppt_x"/>
                                          </p:val>
                                        </p:tav>
                                      </p:tavLst>
                                    </p:anim>
                                    <p:anim calcmode="lin" valueType="num">
                                      <p:cBhvr>
                                        <p:cTn id="920" dur="100" fill="hold"/>
                                        <p:tgtEl>
                                          <p:spTgt spid="595"/>
                                        </p:tgtEl>
                                        <p:attrNameLst>
                                          <p:attrName>ppt_y</p:attrName>
                                        </p:attrNameLst>
                                      </p:cBhvr>
                                      <p:tavLst>
                                        <p:tav tm="0">
                                          <p:val>
                                            <p:strVal val="#ppt_y"/>
                                          </p:val>
                                        </p:tav>
                                        <p:tav tm="100000">
                                          <p:val>
                                            <p:strVal val="#ppt_y"/>
                                          </p:val>
                                        </p:tav>
                                      </p:tavLst>
                                    </p:anim>
                                  </p:childTnLst>
                                </p:cTn>
                              </p:par>
                            </p:childTnLst>
                          </p:cTn>
                        </p:par>
                        <p:par>
                          <p:cTn id="921" fill="hold">
                            <p:stCondLst>
                              <p:cond delay="1900"/>
                            </p:stCondLst>
                            <p:childTnLst>
                              <p:par>
                                <p:cTn id="922" presetClass="entr" nodeType="afterEffect" presetSubtype="8" presetID="2" grpId="183" fill="hold">
                                  <p:stCondLst>
                                    <p:cond delay="0"/>
                                  </p:stCondLst>
                                  <p:iterate type="el" backwards="0">
                                    <p:tmAbs val="0"/>
                                  </p:iterate>
                                  <p:childTnLst>
                                    <p:set>
                                      <p:cBhvr>
                                        <p:cTn id="923" fill="hold"/>
                                        <p:tgtEl>
                                          <p:spTgt spid="571"/>
                                        </p:tgtEl>
                                        <p:attrNameLst>
                                          <p:attrName>style.visibility</p:attrName>
                                        </p:attrNameLst>
                                      </p:cBhvr>
                                      <p:to>
                                        <p:strVal val="visible"/>
                                      </p:to>
                                    </p:set>
                                    <p:anim calcmode="lin" valueType="num">
                                      <p:cBhvr>
                                        <p:cTn id="924" dur="100" fill="hold"/>
                                        <p:tgtEl>
                                          <p:spTgt spid="571"/>
                                        </p:tgtEl>
                                        <p:attrNameLst>
                                          <p:attrName>ppt_x</p:attrName>
                                        </p:attrNameLst>
                                      </p:cBhvr>
                                      <p:tavLst>
                                        <p:tav tm="0">
                                          <p:val>
                                            <p:strVal val="0-#ppt_w/2"/>
                                          </p:val>
                                        </p:tav>
                                        <p:tav tm="100000">
                                          <p:val>
                                            <p:strVal val="#ppt_x"/>
                                          </p:val>
                                        </p:tav>
                                      </p:tavLst>
                                    </p:anim>
                                    <p:anim calcmode="lin" valueType="num">
                                      <p:cBhvr>
                                        <p:cTn id="925" dur="100" fill="hold"/>
                                        <p:tgtEl>
                                          <p:spTgt spid="571"/>
                                        </p:tgtEl>
                                        <p:attrNameLst>
                                          <p:attrName>ppt_y</p:attrName>
                                        </p:attrNameLst>
                                      </p:cBhvr>
                                      <p:tavLst>
                                        <p:tav tm="0">
                                          <p:val>
                                            <p:strVal val="#ppt_y"/>
                                          </p:val>
                                        </p:tav>
                                        <p:tav tm="100000">
                                          <p:val>
                                            <p:strVal val="#ppt_y"/>
                                          </p:val>
                                        </p:tav>
                                      </p:tavLst>
                                    </p:anim>
                                  </p:childTnLst>
                                </p:cTn>
                              </p:par>
                            </p:childTnLst>
                          </p:cTn>
                        </p:par>
                      </p:childTnLst>
                    </p:cTn>
                  </p:par>
                  <p:par>
                    <p:cTn id="926" fill="hold">
                      <p:stCondLst>
                        <p:cond delay="indefinite"/>
                      </p:stCondLst>
                      <p:childTnLst>
                        <p:par>
                          <p:cTn id="927" fill="hold">
                            <p:stCondLst>
                              <p:cond delay="0"/>
                            </p:stCondLst>
                            <p:childTnLst>
                              <p:par>
                                <p:cTn id="928" presetClass="entr" nodeType="clickEffect" presetSubtype="8" presetID="2" grpId="184" fill="hold">
                                  <p:stCondLst>
                                    <p:cond delay="0"/>
                                  </p:stCondLst>
                                  <p:iterate type="el" backwards="0">
                                    <p:tmAbs val="0"/>
                                  </p:iterate>
                                  <p:childTnLst>
                                    <p:set>
                                      <p:cBhvr>
                                        <p:cTn id="929" fill="hold"/>
                                        <p:tgtEl>
                                          <p:spTgt spid="655"/>
                                        </p:tgtEl>
                                        <p:attrNameLst>
                                          <p:attrName>style.visibility</p:attrName>
                                        </p:attrNameLst>
                                      </p:cBhvr>
                                      <p:to>
                                        <p:strVal val="visible"/>
                                      </p:to>
                                    </p:set>
                                    <p:anim calcmode="lin" valueType="num">
                                      <p:cBhvr>
                                        <p:cTn id="930" dur="1000" fill="hold"/>
                                        <p:tgtEl>
                                          <p:spTgt spid="655"/>
                                        </p:tgtEl>
                                        <p:attrNameLst>
                                          <p:attrName>ppt_x</p:attrName>
                                        </p:attrNameLst>
                                      </p:cBhvr>
                                      <p:tavLst>
                                        <p:tav tm="0">
                                          <p:val>
                                            <p:strVal val="0-#ppt_w/2"/>
                                          </p:val>
                                        </p:tav>
                                        <p:tav tm="100000">
                                          <p:val>
                                            <p:strVal val="#ppt_x"/>
                                          </p:val>
                                        </p:tav>
                                      </p:tavLst>
                                    </p:anim>
                                    <p:anim calcmode="lin" valueType="num">
                                      <p:cBhvr>
                                        <p:cTn id="931" dur="1000" fill="hold"/>
                                        <p:tgtEl>
                                          <p:spTgt spid="6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93" grpId="177"/>
      <p:bldP build="whole" bldLvl="1" animBg="1" rev="0" advAuto="0" spid="696" grpId="107"/>
      <p:bldP build="whole" bldLvl="1" animBg="1" rev="0" advAuto="0" spid="739" grpId="63"/>
      <p:bldP build="whole" bldLvl="1" animBg="1" rev="0" advAuto="0" spid="580" grpId="168"/>
      <p:bldP build="whole" bldLvl="1" animBg="1" rev="0" advAuto="0" spid="513" grpId="11"/>
      <p:bldP build="whole" bldLvl="1" animBg="1" rev="0" advAuto="0" spid="683" grpId="78"/>
      <p:bldP build="whole" bldLvl="1" animBg="1" rev="0" advAuto="0" spid="547" grpId="54"/>
      <p:bldP build="whole" bldLvl="1" animBg="1" rev="0" advAuto="0" spid="529" grpId="52"/>
      <p:bldP build="whole" bldLvl="1" animBg="1" rev="0" advAuto="0" spid="713" grpId="79"/>
      <p:bldP build="whole" bldLvl="1" animBg="1" rev="0" advAuto="0" spid="653" grpId="178"/>
      <p:bldP build="whole" bldLvl="1" animBg="1" rev="0" advAuto="0" spid="663" grpId="36"/>
      <p:bldP build="whole" bldLvl="1" animBg="1" rev="0" advAuto="0" spid="552" grpId="124"/>
      <p:bldP build="whole" bldLvl="1" animBg="1" rev="0" advAuto="0" spid="733" grpId="175"/>
      <p:bldP build="whole" bldLvl="1" animBg="1" rev="0" advAuto="0" spid="707" grpId="102"/>
      <p:bldP build="whole" bldLvl="1" animBg="1" rev="0" advAuto="0" spid="603" grpId="129"/>
      <p:bldP build="whole" bldLvl="1" animBg="1" rev="0" advAuto="0" spid="519" grpId="14"/>
      <p:bldP build="whole" bldLvl="1" animBg="1" rev="0" advAuto="0" spid="566" grpId="171"/>
      <p:bldP build="whole" bldLvl="1" animBg="1" rev="0" advAuto="0" spid="583" grpId="137"/>
      <p:bldP build="whole" bldLvl="1" animBg="1" rev="0" advAuto="0" spid="695" grpId="103"/>
      <p:bldP build="whole" bldLvl="1" animBg="1" rev="0" advAuto="0" spid="697" grpId="111"/>
      <p:bldP build="whole" bldLvl="1" animBg="1" rev="0" advAuto="0" spid="544" grpId="42"/>
      <p:bldP build="whole" bldLvl="1" animBg="1" rev="0" advAuto="0" spid="539" grpId="53"/>
      <p:bldP build="whole" bldLvl="1" animBg="1" rev="0" advAuto="0" spid="520" grpId="17"/>
      <p:bldP build="whole" bldLvl="1" animBg="1" rev="0" advAuto="0" spid="719" grpId="93"/>
      <p:bldP build="whole" bldLvl="1" animBg="1" rev="0" advAuto="0" spid="525" grpId="8"/>
      <p:bldP build="whole" bldLvl="1" animBg="1" rev="0" advAuto="0" spid="584" grpId="133"/>
      <p:bldP build="whole" bldLvl="1" animBg="1" rev="0" advAuto="0" spid="581" grpId="134"/>
      <p:bldP build="whole" bldLvl="1" animBg="1" rev="0" advAuto="0" spid="666" grpId="39"/>
      <p:bldP build="whole" bldLvl="1" animBg="1" rev="0" advAuto="0" spid="576" grpId="154"/>
      <p:bldP build="whole" bldLvl="1" animBg="1" rev="0" advAuto="0" spid="660" grpId="31"/>
      <p:bldP build="whole" bldLvl="1" animBg="1" rev="0" advAuto="0" spid="677" grpId="76"/>
      <p:bldP build="whole" bldLvl="1" animBg="1" rev="0" advAuto="0" spid="549" grpId="41"/>
      <p:bldP build="whole" bldLvl="1" animBg="1" rev="0" advAuto="0" spid="557" grpId="152"/>
      <p:bldP build="whole" bldLvl="1" animBg="1" rev="0" advAuto="0" spid="571" grpId="183"/>
      <p:bldP build="whole" bldLvl="1" animBg="1" rev="0" advAuto="0" spid="724" grpId="100"/>
      <p:bldP build="whole" bldLvl="1" animBg="1" rev="0" advAuto="0" spid="597" grpId="155"/>
      <p:bldP build="whole" bldLvl="1" animBg="1" rev="0" advAuto="0" spid="730" grpId="86"/>
      <p:bldP build="whole" bldLvl="1" animBg="1" rev="0" advAuto="0" spid="537" grpId="45"/>
      <p:bldP build="whole" bldLvl="1" animBg="1" rev="0" advAuto="0" spid="516" grpId="4"/>
      <p:bldP build="whole" bldLvl="1" animBg="1" rev="0" advAuto="0" spid="550" grpId="40"/>
      <p:bldP build="whole" bldLvl="1" animBg="1" rev="0" advAuto="0" spid="698" grpId="115"/>
      <p:bldP build="whole" bldLvl="1" animBg="1" rev="0" advAuto="0" spid="714" grpId="81"/>
      <p:bldP build="whole" bldLvl="1" animBg="1" rev="0" advAuto="0" spid="687" grpId="77"/>
      <p:bldP build="whole" bldLvl="1" animBg="1" rev="0" advAuto="0" spid="671" grpId="27"/>
      <p:bldP build="whole" bldLvl="1" animBg="1" rev="0" advAuto="0" spid="736" grpId="1"/>
      <p:bldP build="whole" bldLvl="1" animBg="1" rev="0" advAuto="0" spid="562" grpId="163"/>
      <p:bldP build="whole" bldLvl="1" animBg="1" rev="0" advAuto="0" spid="522" grpId="9"/>
      <p:bldP build="whole" bldLvl="1" animBg="1" rev="0" advAuto="0" spid="528" grpId="48"/>
      <p:bldP build="whole" bldLvl="1" animBg="1" rev="0" advAuto="0" spid="553" grpId="125"/>
      <p:bldP build="whole" bldLvl="1" animBg="1" rev="0" advAuto="0" spid="672" grpId="25"/>
      <p:bldP build="whole" bldLvl="1" animBg="1" rev="0" advAuto="0" spid="715" grpId="87"/>
      <p:bldP build="whole" bldLvl="1" animBg="1" rev="0" advAuto="0" spid="604" grpId="130"/>
      <p:bldP build="whole" bldLvl="1" animBg="1" rev="0" advAuto="0" spid="567" grpId="167"/>
      <p:bldP build="whole" bldLvl="1" animBg="1" rev="0" advAuto="0" spid="596" grpId="139"/>
      <p:bldP build="whole" bldLvl="1" animBg="1" rev="0" advAuto="0" spid="526" grpId="3"/>
      <p:bldP build="whole" bldLvl="1" animBg="1" rev="0" advAuto="0" spid="689" grpId="64"/>
      <p:bldP build="whole" bldLvl="1" animBg="1" rev="0" advAuto="0" spid="541" grpId="61"/>
      <p:bldP build="whole" bldLvl="1" animBg="1" rev="0" advAuto="0" spid="668" grpId="32"/>
      <p:bldP build="whole" bldLvl="1" animBg="1" rev="0" advAuto="0" spid="720" grpId="95"/>
      <p:bldP build="whole" bldLvl="1" animBg="1" rev="0" advAuto="0" spid="646" grpId="142"/>
      <p:bldP build="whole" bldLvl="1" animBg="1" rev="0" advAuto="0" spid="572" grpId="174"/>
      <p:bldP build="whole" bldLvl="1" animBg="1" rev="0" advAuto="0" spid="686" grpId="74"/>
      <p:bldP build="whole" bldLvl="1" animBg="1" rev="0" advAuto="0" spid="558" grpId="148"/>
      <p:bldP build="whole" bldLvl="1" animBg="1" rev="0" advAuto="0" spid="655" grpId="184"/>
      <p:bldP build="whole" bldLvl="1" animBg="1" rev="0" advAuto="0" spid="725" grpId="94"/>
      <p:bldP build="whole" bldLvl="1" animBg="1" rev="0" advAuto="0" spid="688" grpId="69"/>
      <p:bldP build="whole" bldLvl="1" animBg="1" rev="0" advAuto="0" spid="701" grpId="109"/>
      <p:bldP build="whole" bldLvl="1" animBg="1" rev="0" advAuto="0" spid="731" grpId="83"/>
      <p:bldP build="whole" bldLvl="1" animBg="1" rev="0" advAuto="0" spid="517" grpId="7"/>
      <p:bldP build="whole" bldLvl="1" animBg="1" rev="0" advAuto="0" spid="542" grpId="23"/>
      <p:bldP build="whole" bldLvl="1" animBg="1" rev="0" advAuto="0" spid="577" grpId="173"/>
      <p:bldP build="whole" bldLvl="1" animBg="1" rev="0" advAuto="0" spid="533" grpId="47"/>
      <p:bldP build="whole" bldLvl="1" animBg="1" rev="0" advAuto="0" spid="712" grpId="101"/>
      <p:bldP build="whole" bldLvl="1" animBg="1" rev="0" advAuto="0" spid="711" grpId="118"/>
      <p:bldP build="whole" bldLvl="1" animBg="1" rev="0" advAuto="0" spid="675" grpId="67"/>
      <p:bldP build="whole" bldLvl="1" animBg="1" rev="0" advAuto="0" spid="737" grpId="2"/>
      <p:bldP build="whole" bldLvl="1" animBg="1" rev="0" advAuto="0" spid="563" grpId="157"/>
      <p:bldP build="whole" bldLvl="1" animBg="1" rev="0" advAuto="0" spid="531" grpId="60"/>
      <p:bldP build="whole" bldLvl="1" animBg="1" rev="0" advAuto="0" spid="521" grpId="12"/>
      <p:bldP build="whole" bldLvl="1" animBg="1" rev="0" advAuto="0" spid="514" grpId="15"/>
      <p:bldP build="whole" bldLvl="1" animBg="1" rev="0" advAuto="0" spid="651" grpId="158"/>
      <p:bldP build="whole" bldLvl="1" animBg="1" rev="0" advAuto="0" spid="527" grpId="44"/>
      <p:bldP build="whole" bldLvl="1" animBg="1" rev="0" advAuto="0" spid="664" grpId="37"/>
      <p:bldP build="whole" bldLvl="1" animBg="1" rev="0" advAuto="0" spid="554" grpId="128"/>
      <p:bldP build="whole" bldLvl="1" animBg="1" rev="0" advAuto="0" spid="684" grpId="73"/>
      <p:bldP build="whole" bldLvl="1" animBg="1" rev="0" advAuto="0" spid="716" grpId="89"/>
      <p:bldP build="whole" bldLvl="1" animBg="1" rev="0" advAuto="0" spid="657" grpId="26"/>
      <p:bldP build="whole" bldLvl="1" animBg="1" rev="0" advAuto="0" spid="703" grpId="116"/>
      <p:bldP build="whole" bldLvl="1" animBg="1" rev="0" advAuto="0" spid="578" grpId="136"/>
      <p:bldP build="whole" bldLvl="1" animBg="1" rev="0" advAuto="0" spid="669" grpId="21"/>
      <p:bldP build="whole" bldLvl="1" animBg="1" rev="0" advAuto="0" spid="568" grpId="170"/>
      <p:bldP build="whole" bldLvl="1" animBg="1" rev="0" advAuto="0" spid="599" grpId="122"/>
      <p:bldP build="whole" bldLvl="1" animBg="1" rev="0" advAuto="0" spid="590" grpId="161"/>
      <p:bldP build="whole" bldLvl="1" animBg="1" rev="0" advAuto="0" spid="721" grpId="96"/>
      <p:bldP build="whole" bldLvl="1" animBg="1" rev="0" advAuto="0" spid="589" grpId="144"/>
      <p:bldP build="whole" bldLvl="1" animBg="1" rev="0" advAuto="0" spid="543" grpId="19"/>
      <p:bldP build="whole" bldLvl="1" animBg="1" rev="0" advAuto="0" spid="680" grpId="68"/>
      <p:bldP build="whole" bldLvl="1" animBg="1" rev="0" advAuto="0" spid="585" grpId="140"/>
      <p:bldP build="whole" bldLvl="1" animBg="1" rev="0" advAuto="0" spid="551" grpId="18"/>
      <p:bldP build="whole" bldLvl="1" animBg="1" rev="0" advAuto="0" spid="594" grpId="164"/>
      <p:bldP build="whole" bldLvl="1" animBg="1" rev="0" advAuto="0" spid="598" grpId="176"/>
      <p:bldP build="whole" bldLvl="1" animBg="1" rev="0" advAuto="0" spid="559" grpId="151"/>
      <p:bldP build="whole" bldLvl="1" animBg="1" rev="0" advAuto="0" spid="674" grpId="30"/>
      <p:bldP build="whole" bldLvl="1" animBg="1" rev="0" advAuto="0" spid="573" grpId="180"/>
      <p:bldP build="whole" bldLvl="1" animBg="1" rev="0" advAuto="0" spid="685" grpId="70"/>
      <p:bldP build="whole" bldLvl="1" animBg="1" rev="0" advAuto="0" spid="726" grpId="98"/>
      <p:bldP build="whole" bldLvl="1" animBg="1" rev="0" advAuto="0" spid="536" grpId="59"/>
      <p:bldP build="whole" bldLvl="1" animBg="1" rev="0" advAuto="0" spid="709" grpId="110"/>
      <p:bldP build="whole" bldLvl="1" animBg="1" rev="0" advAuto="0" spid="732" grpId="91"/>
      <p:bldP build="whole" bldLvl="1" animBg="1" rev="0" advAuto="0" spid="534" grpId="51"/>
      <p:bldP build="whole" bldLvl="1" animBg="1" rev="0" advAuto="0" spid="601" grpId="126"/>
      <p:bldP build="whole" bldLvl="1" animBg="1" rev="0" advAuto="0" spid="545" grpId="46"/>
      <p:bldP build="whole" bldLvl="1" animBg="1" rev="0" advAuto="0" spid="587" grpId="150"/>
      <p:bldP build="whole" bldLvl="1" animBg="1" rev="0" advAuto="0" spid="693" grpId="117"/>
      <p:bldP build="whole" bldLvl="1" animBg="1" rev="0" advAuto="0" spid="708" grpId="106"/>
      <p:bldP build="whole" bldLvl="1" animBg="1" rev="0" advAuto="0" spid="564" grpId="160"/>
      <p:bldP build="whole" bldLvl="1" animBg="1" rev="0" advAuto="0" spid="692" grpId="112"/>
      <p:bldP build="whole" bldLvl="1" animBg="1" rev="0" advAuto="0" spid="652" grpId="156"/>
      <p:bldP build="whole" bldLvl="1" animBg="1" rev="0" advAuto="0" spid="555" grpId="123"/>
      <p:bldP build="whole" bldLvl="1" animBg="1" rev="0" advAuto="0" spid="661" grpId="33"/>
      <p:bldP build="whole" bldLvl="1" animBg="1" rev="0" advAuto="0" spid="524" grpId="16"/>
      <p:bldP build="whole" bldLvl="1" animBg="1" rev="0" advAuto="0" spid="673" grpId="24"/>
      <p:bldP build="whole" bldLvl="1" animBg="1" rev="0" advAuto="0" spid="595" grpId="182"/>
      <p:bldP build="whole" bldLvl="1" animBg="1" rev="0" advAuto="0" spid="582" grpId="135"/>
      <p:bldP build="whole" bldLvl="1" animBg="1" rev="0" advAuto="0" spid="717" grpId="90"/>
      <p:bldP build="whole" bldLvl="1" animBg="1" rev="0" advAuto="0" spid="602" grpId="127"/>
      <p:bldP build="whole" bldLvl="1" animBg="1" rev="0" advAuto="0" spid="512" grpId="6"/>
      <p:bldP build="whole" bldLvl="1" animBg="1" rev="0" advAuto="0" spid="647" grpId="141"/>
      <p:bldP build="whole" bldLvl="1" animBg="1" rev="0" advAuto="0" spid="702" grpId="113"/>
      <p:bldP build="whole" bldLvl="1" animBg="1" rev="0" advAuto="0" spid="705" grpId="84"/>
      <p:bldP build="whole" bldLvl="1" animBg="1" rev="0" advAuto="0" spid="530" grpId="57"/>
      <p:bldP build="whole" bldLvl="1" animBg="1" rev="0" advAuto="0" spid="665" grpId="38"/>
      <p:bldP build="whole" bldLvl="1" animBg="1" rev="0" advAuto="0" spid="710" grpId="114"/>
      <p:bldP build="whole" bldLvl="1" animBg="1" rev="0" advAuto="0" spid="694" grpId="120"/>
      <p:bldP build="whole" bldLvl="1" animBg="1" rev="0" advAuto="0" spid="569" grpId="179"/>
      <p:bldP build="whole" bldLvl="1" animBg="1" rev="0" advAuto="0" spid="691" grpId="108"/>
      <p:bldP build="whole" bldLvl="1" animBg="1" rev="0" advAuto="0" spid="579" grpId="149"/>
      <p:bldP build="whole" bldLvl="1" animBg="1" rev="0" advAuto="0" spid="600" grpId="132"/>
      <p:bldP build="whole" bldLvl="1" animBg="1" rev="0" advAuto="0" spid="722" grpId="97"/>
      <p:bldP build="whole" bldLvl="1" animBg="1" rev="0" advAuto="0" spid="592" grpId="169"/>
      <p:bldP build="whole" bldLvl="1" animBg="1" rev="0" advAuto="0" spid="728" grpId="85"/>
      <p:bldP build="whole" bldLvl="1" animBg="1" rev="0" advAuto="0" spid="656" grpId="20"/>
      <p:bldP build="whole" bldLvl="1" animBg="1" rev="0" advAuto="0" spid="667" grpId="34"/>
      <p:bldP build="whole" bldLvl="1" animBg="1" rev="0" advAuto="0" spid="706" grpId="80"/>
      <p:bldP build="whole" bldLvl="1" animBg="1" rev="0" advAuto="0" spid="548" grpId="58"/>
      <p:bldP build="whole" bldLvl="1" animBg="1" rev="0" advAuto="0" spid="574" grpId="181"/>
      <p:bldP build="whole" bldLvl="1" animBg="1" rev="0" advAuto="0" spid="738" grpId="62"/>
      <p:bldP build="whole" bldLvl="1" animBg="1" rev="0" advAuto="0" spid="649" grpId="172"/>
      <p:bldP build="whole" bldLvl="1" animBg="1" rev="0" advAuto="0" spid="700" grpId="105"/>
      <p:bldP build="whole" bldLvl="1" animBg="1" rev="0" advAuto="0" spid="546" grpId="50"/>
      <p:bldP build="whole" bldLvl="1" animBg="1" rev="0" advAuto="0" spid="682" grpId="75"/>
      <p:bldP build="whole" bldLvl="1" animBg="1" rev="0" advAuto="0" spid="560" grpId="159"/>
      <p:bldP build="whole" bldLvl="1" animBg="1" rev="0" advAuto="0" spid="532" grpId="43"/>
      <p:bldP build="whole" bldLvl="1" animBg="1" rev="0" advAuto="0" spid="658" grpId="28"/>
      <p:bldP build="whole" bldLvl="1" animBg="1" rev="0" advAuto="0" spid="586" grpId="147"/>
      <p:bldP build="whole" bldLvl="1" animBg="1" rev="0" advAuto="0" spid="678" grpId="66"/>
      <p:bldP build="whole" bldLvl="1" animBg="1" rev="0" advAuto="0" spid="676" grpId="72"/>
      <p:bldP build="whole" bldLvl="1" animBg="1" rev="0" advAuto="0" spid="565" grpId="162"/>
      <p:bldP build="whole" bldLvl="1" animBg="1" rev="0" advAuto="0" spid="699" grpId="119"/>
      <p:bldP build="whole" bldLvl="1" animBg="1" rev="0" advAuto="0" spid="588" grpId="153"/>
      <p:bldP build="whole" bldLvl="1" animBg="1" rev="0" advAuto="0" spid="650" grpId="143"/>
      <p:bldP build="whole" bldLvl="1" animBg="1" rev="0" advAuto="0" spid="575" grpId="138"/>
      <p:bldP build="whole" bldLvl="1" animBg="1" rev="0" advAuto="0" spid="662" grpId="35"/>
      <p:bldP build="whole" bldLvl="1" animBg="1" rev="0" advAuto="0" spid="540" grpId="56"/>
      <p:bldP build="whole" bldLvl="1" animBg="1" rev="0" advAuto="0" spid="690" grpId="104"/>
      <p:bldP build="whole" bldLvl="1" animBg="1" rev="0" advAuto="0" spid="556" grpId="131"/>
      <p:bldP build="whole" bldLvl="1" animBg="1" rev="0" advAuto="0" spid="679" grpId="65"/>
      <p:bldP build="whole" bldLvl="1" animBg="1" rev="0" advAuto="0" spid="718" grpId="92"/>
      <p:bldP build="whole" bldLvl="1" animBg="1" rev="0" advAuto="0" spid="523" grpId="13"/>
      <p:bldP build="whole" bldLvl="1" animBg="1" rev="0" advAuto="0" spid="538" grpId="49"/>
      <p:bldP build="whole" bldLvl="1" animBg="1" rev="0" advAuto="0" spid="570" grpId="165"/>
      <p:bldP build="whole" bldLvl="1" animBg="1" rev="0" advAuto="0" spid="591" grpId="166"/>
      <p:bldP build="whole" bldLvl="1" animBg="1" rev="0" advAuto="0" spid="648" grpId="145"/>
      <p:bldP build="whole" bldLvl="1" animBg="1" rev="0" advAuto="0" spid="518" grpId="10"/>
      <p:bldP build="whole" bldLvl="1" animBg="1" rev="0" advAuto="0" spid="670" grpId="22"/>
      <p:bldP build="whole" bldLvl="1" animBg="1" rev="0" advAuto="0" spid="704" grpId="121"/>
      <p:bldP build="whole" bldLvl="1" animBg="1" rev="0" advAuto="0" spid="659" grpId="29"/>
      <p:bldP build="whole" bldLvl="1" animBg="1" rev="0" advAuto="0" spid="515" grpId="5"/>
      <p:bldP build="whole" bldLvl="1" animBg="1" rev="0" advAuto="0" spid="535" grpId="55"/>
      <p:bldP build="whole" bldLvl="1" animBg="1" rev="0" advAuto="0" spid="729" grpId="82"/>
      <p:bldP build="whole" bldLvl="1" animBg="1" rev="0" advAuto="0" spid="727" grpId="88"/>
      <p:bldP build="whole" bldLvl="1" animBg="1" rev="0" advAuto="0" spid="723" grpId="99"/>
      <p:bldP build="whole" bldLvl="1" animBg="1" rev="0" advAuto="0" spid="681" grpId="71"/>
      <p:bldP build="whole" bldLvl="1" animBg="1" rev="0" advAuto="0" spid="561" grpId="146"/>
    </p:bld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1" name="Rețelele neuronale recurente"/>
          <p:cNvSpPr txBox="1"/>
          <p:nvPr>
            <p:ph type="title"/>
          </p:nvPr>
        </p:nvSpPr>
        <p:spPr>
          <a:xfrm>
            <a:off x="1219200" y="558825"/>
            <a:ext cx="21945600" cy="1727201"/>
          </a:xfrm>
          <a:prstGeom prst="rect">
            <a:avLst/>
          </a:prstGeom>
        </p:spPr>
        <p:txBody>
          <a:bodyPr/>
          <a:lstStyle/>
          <a:p>
            <a:pPr/>
            <a:r>
              <a:t>Rețelele neuronale recurente</a:t>
            </a:r>
          </a:p>
        </p:txBody>
      </p:sp>
      <p:sp>
        <p:nvSpPr>
          <p:cNvPr id="742" name="Un astfel de model va fi antrenat încercând să minimizeze funcția de cost cross-entropy"/>
          <p:cNvSpPr txBox="1"/>
          <p:nvPr>
            <p:ph type="body" sz="quarter" idx="1"/>
          </p:nvPr>
        </p:nvSpPr>
        <p:spPr>
          <a:xfrm>
            <a:off x="570181" y="2463574"/>
            <a:ext cx="23243639" cy="1183566"/>
          </a:xfrm>
          <a:prstGeom prst="rect">
            <a:avLst/>
          </a:prstGeom>
        </p:spPr>
        <p:txBody>
          <a:bodyPr/>
          <a:lstStyle/>
          <a:p>
            <a:pPr/>
            <a:r>
              <a:t>Un astfel de model va fi antrenat încercând să minimizeze funcția de cost cross-entropy</a:t>
            </a:r>
          </a:p>
        </p:txBody>
      </p:sp>
      <p:sp>
        <p:nvSpPr>
          <p:cNvPr id="743" name="Adică va fi antrenat cu mai multe combinații prompt - ieșire și funcția de cost cross-entropy va face ca modelul să învețe să dea o probabilitate mai mare la acele cuvinte care sunt „most likely”"/>
          <p:cNvSpPr txBox="1"/>
          <p:nvPr/>
        </p:nvSpPr>
        <p:spPr>
          <a:xfrm>
            <a:off x="570180" y="3377774"/>
            <a:ext cx="23243640" cy="26438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Adică va fi antrenat cu mai multe combinații prompt - ieșire și funcția de cost cross-entropy va face ca modelul să învețe să dea o probabilitate mai mare la acele cuvinte care sunt „most likely”</a:t>
            </a:r>
          </a:p>
        </p:txBody>
      </p:sp>
      <p:sp>
        <p:nvSpPr>
          <p:cNvPr id="744" name="Totuși, ca metrică de evaluare a performanței modelului se folosește metrica perplexity destul de des"/>
          <p:cNvSpPr txBox="1"/>
          <p:nvPr/>
        </p:nvSpPr>
        <p:spPr>
          <a:xfrm>
            <a:off x="570180" y="5884955"/>
            <a:ext cx="23243640" cy="194609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Totuși, ca metrică de evaluare a performanței modelului se folosește metrica perplexity destul de des</a:t>
            </a:r>
          </a:p>
        </p:txBody>
      </p:sp>
      <p:sp>
        <p:nvSpPr>
          <p:cNvPr id="745" name="Perplexity este definit în felul următor:"/>
          <p:cNvSpPr txBox="1"/>
          <p:nvPr/>
        </p:nvSpPr>
        <p:spPr>
          <a:xfrm>
            <a:off x="570180" y="7586355"/>
            <a:ext cx="23243640" cy="132958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Perplexity este definit în felul următor:</a:t>
            </a:r>
          </a:p>
        </p:txBody>
      </p:sp>
      <p:sp>
        <p:nvSpPr>
          <p:cNvPr id="746" name="Ecuație"/>
          <p:cNvSpPr txBox="1"/>
          <p:nvPr/>
        </p:nvSpPr>
        <p:spPr>
          <a:xfrm>
            <a:off x="9019586" y="8781648"/>
            <a:ext cx="6256354" cy="745904"/>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m:rPr>
                      <m:nor/>
                    </m:rPr>
                    <a:rPr xmlns:a="http://schemas.openxmlformats.org/drawingml/2006/main" sz="4400" i="1">
                      <a:solidFill>
                        <a:srgbClr val="000000"/>
                      </a:solidFill>
                      <a:latin typeface="Cambria Math" panose="02040503050406030204" pitchFamily="18" charset="0"/>
                    </a:rPr>
                    <m:t>Perplexity</m:t>
                  </m:r>
                  <m:r>
                    <a:rPr xmlns:a="http://schemas.openxmlformats.org/drawingml/2006/main" sz="4400" i="1">
                      <a:solidFill>
                        <a:srgbClr val="000000"/>
                      </a:solidFill>
                      <a:latin typeface="Cambria Math" panose="02040503050406030204" pitchFamily="18" charset="0"/>
                    </a:rPr>
                    <m:t>=</m:t>
                  </m:r>
                  <m:sSup>
                    <m:e>
                      <m:r>
                        <a:rPr xmlns:a="http://schemas.openxmlformats.org/drawingml/2006/main" sz="4400" i="1">
                          <a:solidFill>
                            <a:srgbClr val="000000"/>
                          </a:solidFill>
                          <a:latin typeface="Cambria Math" panose="02040503050406030204" pitchFamily="18" charset="0"/>
                        </a:rPr>
                        <m:t>e</m:t>
                      </m:r>
                    </m:e>
                    <m:sup>
                      <m:r>
                        <a:rPr xmlns:a="http://schemas.openxmlformats.org/drawingml/2006/main" sz="4400" i="1">
                          <a:solidFill>
                            <a:srgbClr val="000000"/>
                          </a:solidFill>
                          <a:latin typeface="Cambria Math" panose="02040503050406030204" pitchFamily="18" charset="0"/>
                        </a:rPr>
                        <m:t>-</m:t>
                      </m:r>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1</m:t>
                          </m:r>
                        </m:num>
                        <m:den>
                          <m:r>
                            <a:rPr xmlns:a="http://schemas.openxmlformats.org/drawingml/2006/main" sz="4400" i="1">
                              <a:solidFill>
                                <a:srgbClr val="000000"/>
                              </a:solidFill>
                              <a:latin typeface="Cambria Math" panose="02040503050406030204" pitchFamily="18" charset="0"/>
                            </a:rPr>
                            <m:t>N</m:t>
                          </m:r>
                        </m:den>
                      </m:f>
                      <m:sSubSup>
                        <m:e>
                          <m:r>
                            <a:rPr xmlns:a="http://schemas.openxmlformats.org/drawingml/2006/main" sz="4400" i="1">
                              <a:solidFill>
                                <a:srgbClr val="000000"/>
                              </a:solidFill>
                              <a:latin typeface="Cambria Math" panose="02040503050406030204" pitchFamily="18" charset="0"/>
                            </a:rPr>
                            <m:t>∑</m:t>
                          </m:r>
                        </m:e>
                        <m:sub>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1</m:t>
                          </m:r>
                        </m:sub>
                        <m:sup>
                          <m:r>
                            <a:rPr xmlns:a="http://schemas.openxmlformats.org/drawingml/2006/main" sz="4400" i="1">
                              <a:solidFill>
                                <a:srgbClr val="000000"/>
                              </a:solidFill>
                              <a:latin typeface="Cambria Math" panose="02040503050406030204" pitchFamily="18" charset="0"/>
                            </a:rPr>
                            <m:t>N</m:t>
                          </m:r>
                        </m:sup>
                      </m:sSubSup>
                      <m:r>
                        <m:rPr>
                          <m:sty m:val="p"/>
                        </m:rPr>
                        <a:rPr xmlns:a="http://schemas.openxmlformats.org/drawingml/2006/main" sz="4400" i="1">
                          <a:solidFill>
                            <a:srgbClr val="000000"/>
                          </a:solidFill>
                          <a:latin typeface="Cambria Math" panose="02040503050406030204" pitchFamily="18" charset="0"/>
                        </a:rPr>
                        <m:t>log</m:t>
                      </m:r>
                      <m:r>
                        <a:rPr xmlns:a="http://schemas.openxmlformats.org/drawingml/2006/main" sz="4400" i="1">
                          <a:solidFill>
                            <a:srgbClr val="000000"/>
                          </a:solidFill>
                          <a:latin typeface="Cambria Math" panose="02040503050406030204" pitchFamily="18" charset="0"/>
                        </a:rPr>
                        <m:t>P</m:t>
                      </m:r>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c</m:t>
                          </m:r>
                        </m:e>
                        <m:sub>
                          <m:r>
                            <a:rPr xmlns:a="http://schemas.openxmlformats.org/drawingml/2006/main" sz="4400" i="1">
                              <a:solidFill>
                                <a:srgbClr val="000000"/>
                              </a:solidFill>
                              <a:latin typeface="Cambria Math" panose="02040503050406030204" pitchFamily="18" charset="0"/>
                            </a:rPr>
                            <m:t>i</m:t>
                          </m:r>
                        </m:sub>
                      </m:sSub>
                      <m:r>
                        <a:rPr xmlns:a="http://schemas.openxmlformats.org/drawingml/2006/main" sz="4400" i="1">
                          <a:solidFill>
                            <a:srgbClr val="000000"/>
                          </a:solidFill>
                          <a:latin typeface="Cambria Math" panose="02040503050406030204" pitchFamily="18" charset="0"/>
                        </a:rPr>
                        <m:t>)</m:t>
                      </m:r>
                    </m:sup>
                  </m:sSup>
                </m:oMath>
              </m:oMathPara>
            </a14:m>
            <a:endParaRPr sz="4400"/>
          </a:p>
        </p:txBody>
      </p:sp>
      <p:sp>
        <p:nvSpPr>
          <p:cNvPr id="747" name="Unde N e numărul de cuvinte generate și   reprezintă probabilitatea celui de-al i-lea cuvânt generat iar log este logaritmul natural"/>
          <p:cNvSpPr txBox="1"/>
          <p:nvPr/>
        </p:nvSpPr>
        <p:spPr>
          <a:xfrm>
            <a:off x="525943" y="9863755"/>
            <a:ext cx="23243639" cy="203518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defTabSz="2438338">
              <a:buSzPct val="150000"/>
              <a:buChar char="•"/>
              <a:defRPr>
                <a:latin typeface="Canela Text Regular"/>
                <a:ea typeface="Canela Text Regular"/>
                <a:cs typeface="Canela Text Regular"/>
                <a:sym typeface="Canela Text Regular"/>
              </a:defRPr>
            </a:pPr>
            <a:r>
              <a:t>Unde N e numărul de cuvinte generate și </a:t>
            </a:r>
            <a14:m>
              <m:oMath>
                <m:r>
                  <a:rPr xmlns:a="http://schemas.openxmlformats.org/drawingml/2006/main" sz="5200" i="1">
                    <a:solidFill>
                      <a:srgbClr val="000000"/>
                    </a:solidFill>
                    <a:latin typeface="Cambria Math" panose="02040503050406030204" pitchFamily="18" charset="0"/>
                  </a:rPr>
                  <m:t>P</m:t>
                </m:r>
                <m:r>
                  <a:rPr xmlns:a="http://schemas.openxmlformats.org/drawingml/2006/main" sz="5200" i="1">
                    <a:solidFill>
                      <a:srgbClr val="000000"/>
                    </a:solidFill>
                    <a:latin typeface="Cambria Math" panose="02040503050406030204" pitchFamily="18" charset="0"/>
                  </a:rPr>
                  <m:t>(</m:t>
                </m:r>
                <m:sSub>
                  <m:e>
                    <m:r>
                      <a:rPr xmlns:a="http://schemas.openxmlformats.org/drawingml/2006/main" sz="5200" i="1">
                        <a:solidFill>
                          <a:srgbClr val="000000"/>
                        </a:solidFill>
                        <a:latin typeface="Cambria Math" panose="02040503050406030204" pitchFamily="18" charset="0"/>
                      </a:rPr>
                      <m:t>c</m:t>
                    </m:r>
                  </m:e>
                  <m:sub>
                    <m:r>
                      <a:rPr xmlns:a="http://schemas.openxmlformats.org/drawingml/2006/main" sz="5200" i="1">
                        <a:solidFill>
                          <a:srgbClr val="000000"/>
                        </a:solidFill>
                        <a:latin typeface="Cambria Math" panose="02040503050406030204" pitchFamily="18" charset="0"/>
                      </a:rPr>
                      <m:t>i</m:t>
                    </m:r>
                  </m:sub>
                </m:sSub>
                <m:r>
                  <a:rPr xmlns:a="http://schemas.openxmlformats.org/drawingml/2006/main" sz="5200" i="1">
                    <a:solidFill>
                      <a:srgbClr val="000000"/>
                    </a:solidFill>
                    <a:latin typeface="Cambria Math" panose="02040503050406030204" pitchFamily="18" charset="0"/>
                  </a:rPr>
                  <m:t>)</m:t>
                </m:r>
              </m:oMath>
            </a14:m>
            <a:r>
              <a:t> reprezintă probabilitatea celui de-al i-lea cuvânt generat iar log este logaritmul natural</a:t>
            </a:r>
          </a:p>
        </p:txBody>
      </p:sp>
      <p:pic>
        <p:nvPicPr>
          <p:cNvPr id="748" name="Linie Linie" descr="Linie Linie"/>
          <p:cNvPicPr>
            <a:picLocks noChangeAspect="0"/>
          </p:cNvPicPr>
          <p:nvPr/>
        </p:nvPicPr>
        <p:blipFill>
          <a:blip r:embed="rId2">
            <a:extLst/>
          </a:blip>
          <a:stretch>
            <a:fillRect/>
          </a:stretch>
        </p:blipFill>
        <p:spPr>
          <a:xfrm>
            <a:off x="12055976" y="3231675"/>
            <a:ext cx="10964749" cy="101601"/>
          </a:xfrm>
          <a:prstGeom prst="rect">
            <a:avLst/>
          </a:prstGeom>
        </p:spPr>
      </p:pic>
      <p:pic>
        <p:nvPicPr>
          <p:cNvPr id="750" name="Linie Linie" descr="Linie Linie"/>
          <p:cNvPicPr>
            <a:picLocks noChangeAspect="0"/>
          </p:cNvPicPr>
          <p:nvPr/>
        </p:nvPicPr>
        <p:blipFill>
          <a:blip r:embed="rId3">
            <a:extLst/>
          </a:blip>
          <a:stretch>
            <a:fillRect/>
          </a:stretch>
        </p:blipFill>
        <p:spPr>
          <a:xfrm>
            <a:off x="18468776" y="6704647"/>
            <a:ext cx="4840011"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3" name="Rețelele neuronale recurente"/>
          <p:cNvSpPr txBox="1"/>
          <p:nvPr>
            <p:ph type="title"/>
          </p:nvPr>
        </p:nvSpPr>
        <p:spPr>
          <a:xfrm>
            <a:off x="1219200" y="558825"/>
            <a:ext cx="21945600" cy="1727201"/>
          </a:xfrm>
          <a:prstGeom prst="rect">
            <a:avLst/>
          </a:prstGeom>
        </p:spPr>
        <p:txBody>
          <a:bodyPr/>
          <a:lstStyle/>
          <a:p>
            <a:pPr/>
            <a:r>
              <a:t>Rețelele neuronale recurente</a:t>
            </a:r>
          </a:p>
        </p:txBody>
      </p:sp>
      <p:sp>
        <p:nvSpPr>
          <p:cNvPr id="754" name="Ecuație"/>
          <p:cNvSpPr txBox="1"/>
          <p:nvPr/>
        </p:nvSpPr>
        <p:spPr>
          <a:xfrm>
            <a:off x="9063823" y="2810448"/>
            <a:ext cx="6256354" cy="745904"/>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m:rPr>
                      <m:nor/>
                    </m:rPr>
                    <a:rPr xmlns:a="http://schemas.openxmlformats.org/drawingml/2006/main" sz="4400" i="1">
                      <a:solidFill>
                        <a:srgbClr val="000000"/>
                      </a:solidFill>
                      <a:latin typeface="Cambria Math" panose="02040503050406030204" pitchFamily="18" charset="0"/>
                    </a:rPr>
                    <m:t>Perplexity</m:t>
                  </m:r>
                  <m:r>
                    <a:rPr xmlns:a="http://schemas.openxmlformats.org/drawingml/2006/main" sz="4400" i="1">
                      <a:solidFill>
                        <a:srgbClr val="000000"/>
                      </a:solidFill>
                      <a:latin typeface="Cambria Math" panose="02040503050406030204" pitchFamily="18" charset="0"/>
                    </a:rPr>
                    <m:t>=</m:t>
                  </m:r>
                  <m:sSup>
                    <m:e>
                      <m:r>
                        <a:rPr xmlns:a="http://schemas.openxmlformats.org/drawingml/2006/main" sz="4400" i="1">
                          <a:solidFill>
                            <a:srgbClr val="000000"/>
                          </a:solidFill>
                          <a:latin typeface="Cambria Math" panose="02040503050406030204" pitchFamily="18" charset="0"/>
                        </a:rPr>
                        <m:t>e</m:t>
                      </m:r>
                    </m:e>
                    <m:sup>
                      <m:r>
                        <a:rPr xmlns:a="http://schemas.openxmlformats.org/drawingml/2006/main" sz="4400" i="1">
                          <a:solidFill>
                            <a:srgbClr val="000000"/>
                          </a:solidFill>
                          <a:latin typeface="Cambria Math" panose="02040503050406030204" pitchFamily="18" charset="0"/>
                        </a:rPr>
                        <m:t>-</m:t>
                      </m:r>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1</m:t>
                          </m:r>
                        </m:num>
                        <m:den>
                          <m:r>
                            <a:rPr xmlns:a="http://schemas.openxmlformats.org/drawingml/2006/main" sz="4400" i="1">
                              <a:solidFill>
                                <a:srgbClr val="000000"/>
                              </a:solidFill>
                              <a:latin typeface="Cambria Math" panose="02040503050406030204" pitchFamily="18" charset="0"/>
                            </a:rPr>
                            <m:t>N</m:t>
                          </m:r>
                        </m:den>
                      </m:f>
                      <m:sSubSup>
                        <m:e>
                          <m:r>
                            <a:rPr xmlns:a="http://schemas.openxmlformats.org/drawingml/2006/main" sz="4400" i="1">
                              <a:solidFill>
                                <a:srgbClr val="000000"/>
                              </a:solidFill>
                              <a:latin typeface="Cambria Math" panose="02040503050406030204" pitchFamily="18" charset="0"/>
                            </a:rPr>
                            <m:t>∑</m:t>
                          </m:r>
                        </m:e>
                        <m:sub>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1</m:t>
                          </m:r>
                        </m:sub>
                        <m:sup>
                          <m:r>
                            <a:rPr xmlns:a="http://schemas.openxmlformats.org/drawingml/2006/main" sz="4400" i="1">
                              <a:solidFill>
                                <a:srgbClr val="000000"/>
                              </a:solidFill>
                              <a:latin typeface="Cambria Math" panose="02040503050406030204" pitchFamily="18" charset="0"/>
                            </a:rPr>
                            <m:t>N</m:t>
                          </m:r>
                        </m:sup>
                      </m:sSubSup>
                      <m:r>
                        <m:rPr>
                          <m:sty m:val="p"/>
                        </m:rPr>
                        <a:rPr xmlns:a="http://schemas.openxmlformats.org/drawingml/2006/main" sz="4400" i="1">
                          <a:solidFill>
                            <a:srgbClr val="000000"/>
                          </a:solidFill>
                          <a:latin typeface="Cambria Math" panose="02040503050406030204" pitchFamily="18" charset="0"/>
                        </a:rPr>
                        <m:t>log</m:t>
                      </m:r>
                      <m:r>
                        <a:rPr xmlns:a="http://schemas.openxmlformats.org/drawingml/2006/main" sz="4400" i="1">
                          <a:solidFill>
                            <a:srgbClr val="000000"/>
                          </a:solidFill>
                          <a:latin typeface="Cambria Math" panose="02040503050406030204" pitchFamily="18" charset="0"/>
                        </a:rPr>
                        <m:t>P</m:t>
                      </m:r>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c</m:t>
                          </m:r>
                        </m:e>
                        <m:sub>
                          <m:r>
                            <a:rPr xmlns:a="http://schemas.openxmlformats.org/drawingml/2006/main" sz="4400" i="1">
                              <a:solidFill>
                                <a:srgbClr val="000000"/>
                              </a:solidFill>
                              <a:latin typeface="Cambria Math" panose="02040503050406030204" pitchFamily="18" charset="0"/>
                            </a:rPr>
                            <m:t>i</m:t>
                          </m:r>
                        </m:sub>
                      </m:sSub>
                      <m:r>
                        <a:rPr xmlns:a="http://schemas.openxmlformats.org/drawingml/2006/main" sz="4400" i="1">
                          <a:solidFill>
                            <a:srgbClr val="000000"/>
                          </a:solidFill>
                          <a:latin typeface="Cambria Math" panose="02040503050406030204" pitchFamily="18" charset="0"/>
                        </a:rPr>
                        <m:t>)</m:t>
                      </m:r>
                    </m:sup>
                  </m:sSup>
                </m:oMath>
              </m:oMathPara>
            </a14:m>
            <a:endParaRPr sz="4400"/>
          </a:p>
        </p:txBody>
      </p:sp>
      <p:sp>
        <p:nvSpPr>
          <p:cNvPr id="755" name="Unde N e numărul de cuvinte generate și   reprezintă probabilitatea celui de-al i-lea cuvânt generat iar log este logaritmul natural"/>
          <p:cNvSpPr txBox="1"/>
          <p:nvPr/>
        </p:nvSpPr>
        <p:spPr>
          <a:xfrm>
            <a:off x="570180" y="4080773"/>
            <a:ext cx="23243640" cy="203518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defTabSz="2438338">
              <a:buSzPct val="150000"/>
              <a:buChar char="•"/>
              <a:defRPr>
                <a:latin typeface="Canela Text Regular"/>
                <a:ea typeface="Canela Text Regular"/>
                <a:cs typeface="Canela Text Regular"/>
                <a:sym typeface="Canela Text Regular"/>
              </a:defRPr>
            </a:pPr>
            <a:r>
              <a:t>Unde N e numărul de cuvinte generate și </a:t>
            </a:r>
            <a14:m>
              <m:oMath>
                <m:r>
                  <a:rPr xmlns:a="http://schemas.openxmlformats.org/drawingml/2006/main" sz="5200" i="1">
                    <a:solidFill>
                      <a:srgbClr val="000000"/>
                    </a:solidFill>
                    <a:latin typeface="Cambria Math" panose="02040503050406030204" pitchFamily="18" charset="0"/>
                  </a:rPr>
                  <m:t>P</m:t>
                </m:r>
                <m:r>
                  <a:rPr xmlns:a="http://schemas.openxmlformats.org/drawingml/2006/main" sz="5200" i="1">
                    <a:solidFill>
                      <a:srgbClr val="000000"/>
                    </a:solidFill>
                    <a:latin typeface="Cambria Math" panose="02040503050406030204" pitchFamily="18" charset="0"/>
                  </a:rPr>
                  <m:t>(</m:t>
                </m:r>
                <m:sSub>
                  <m:e>
                    <m:r>
                      <a:rPr xmlns:a="http://schemas.openxmlformats.org/drawingml/2006/main" sz="5200" i="1">
                        <a:solidFill>
                          <a:srgbClr val="000000"/>
                        </a:solidFill>
                        <a:latin typeface="Cambria Math" panose="02040503050406030204" pitchFamily="18" charset="0"/>
                      </a:rPr>
                      <m:t>c</m:t>
                    </m:r>
                  </m:e>
                  <m:sub>
                    <m:r>
                      <a:rPr xmlns:a="http://schemas.openxmlformats.org/drawingml/2006/main" sz="5200" i="1">
                        <a:solidFill>
                          <a:srgbClr val="000000"/>
                        </a:solidFill>
                        <a:latin typeface="Cambria Math" panose="02040503050406030204" pitchFamily="18" charset="0"/>
                      </a:rPr>
                      <m:t>i</m:t>
                    </m:r>
                  </m:sub>
                </m:sSub>
                <m:r>
                  <a:rPr xmlns:a="http://schemas.openxmlformats.org/drawingml/2006/main" sz="5200" i="1">
                    <a:solidFill>
                      <a:srgbClr val="000000"/>
                    </a:solidFill>
                    <a:latin typeface="Cambria Math" panose="02040503050406030204" pitchFamily="18" charset="0"/>
                  </a:rPr>
                  <m:t>)</m:t>
                </m:r>
              </m:oMath>
            </a14:m>
            <a:r>
              <a:t> reprezintă probabilitatea celui de-al i-lea cuvânt generat iar log este logaritmul natural</a:t>
            </a:r>
          </a:p>
        </p:txBody>
      </p:sp>
      <p:sp>
        <p:nvSpPr>
          <p:cNvPr id="756" name="Spre exemplu, să zicem că modelul generează textul „Îmi place BIA”, cu P(„Îmi”) = 0.5, P(„place”) = 0.2 și P(„BIA”) = 0.1"/>
          <p:cNvSpPr txBox="1"/>
          <p:nvPr/>
        </p:nvSpPr>
        <p:spPr>
          <a:xfrm>
            <a:off x="570180" y="5840406"/>
            <a:ext cx="23243640" cy="203518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Spre exemplu, să zicem că modelul generează textul „Îmi place BIA”, cu P(„Îmi”) = 0.5, P(„place”) = 0.2 și P(„BIA”) = 0.1</a:t>
            </a:r>
          </a:p>
        </p:txBody>
      </p:sp>
      <p:sp>
        <p:nvSpPr>
          <p:cNvPr id="757" name="Ecuație"/>
          <p:cNvSpPr txBox="1"/>
          <p:nvPr/>
        </p:nvSpPr>
        <p:spPr>
          <a:xfrm>
            <a:off x="6463641" y="7910707"/>
            <a:ext cx="12149506" cy="158304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limUpp>
                    <m:e>
                      <m:limLow>
                        <m:e>
                          <m:r>
                            <a:rPr xmlns:a="http://schemas.openxmlformats.org/drawingml/2006/main" sz="4400" i="1">
                              <a:solidFill>
                                <a:srgbClr val="000000"/>
                              </a:solidFill>
                              <a:latin typeface="Cambria Math" panose="02040503050406030204" pitchFamily="18" charset="0"/>
                            </a:rPr>
                            <m:t>∑</m:t>
                          </m:r>
                        </m:e>
                        <m:lim>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1</m:t>
                          </m:r>
                        </m:lim>
                      </m:limLow>
                    </m:e>
                    <m:lim>
                      <m:r>
                        <a:rPr xmlns:a="http://schemas.openxmlformats.org/drawingml/2006/main" sz="4400" i="1">
                          <a:solidFill>
                            <a:srgbClr val="000000"/>
                          </a:solidFill>
                          <a:latin typeface="Cambria Math" panose="02040503050406030204" pitchFamily="18" charset="0"/>
                        </a:rPr>
                        <m:t>N</m:t>
                      </m:r>
                    </m:lim>
                  </m:limUpp>
                  <m:r>
                    <m:rPr>
                      <m:sty m:val="p"/>
                    </m:rPr>
                    <a:rPr xmlns:a="http://schemas.openxmlformats.org/drawingml/2006/main" sz="4400" i="1">
                      <a:solidFill>
                        <a:srgbClr val="000000"/>
                      </a:solidFill>
                      <a:latin typeface="Cambria Math" panose="02040503050406030204" pitchFamily="18" charset="0"/>
                    </a:rPr>
                    <m:t>log</m:t>
                  </m:r>
                  <m:r>
                    <a:rPr xmlns:a="http://schemas.openxmlformats.org/drawingml/2006/main" sz="4400" i="1">
                      <a:solidFill>
                        <a:srgbClr val="000000"/>
                      </a:solidFill>
                      <a:latin typeface="Cambria Math" panose="02040503050406030204" pitchFamily="18" charset="0"/>
                    </a:rPr>
                    <m:t>P</m:t>
                  </m:r>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c</m:t>
                      </m:r>
                    </m:e>
                    <m:sub>
                      <m:r>
                        <a:rPr xmlns:a="http://schemas.openxmlformats.org/drawingml/2006/main" sz="4400" i="1">
                          <a:solidFill>
                            <a:srgbClr val="000000"/>
                          </a:solidFill>
                          <a:latin typeface="Cambria Math" panose="02040503050406030204" pitchFamily="18" charset="0"/>
                        </a:rPr>
                        <m:t>i</m:t>
                      </m:r>
                    </m:sub>
                  </m:sSub>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l</m:t>
                  </m:r>
                  <m:r>
                    <a:rPr xmlns:a="http://schemas.openxmlformats.org/drawingml/2006/main" sz="4400" i="1">
                      <a:solidFill>
                        <a:srgbClr val="000000"/>
                      </a:solidFill>
                      <a:latin typeface="Cambria Math" panose="02040503050406030204" pitchFamily="18" charset="0"/>
                    </a:rPr>
                    <m:t>o</m:t>
                  </m:r>
                  <m:r>
                    <a:rPr xmlns:a="http://schemas.openxmlformats.org/drawingml/2006/main" sz="4400" i="1">
                      <a:solidFill>
                        <a:srgbClr val="000000"/>
                      </a:solidFill>
                      <a:latin typeface="Cambria Math" panose="02040503050406030204" pitchFamily="18" charset="0"/>
                    </a:rPr>
                    <m:t>g</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0.5</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l</m:t>
                  </m:r>
                  <m:r>
                    <a:rPr xmlns:a="http://schemas.openxmlformats.org/drawingml/2006/main" sz="4400" i="1">
                      <a:solidFill>
                        <a:srgbClr val="000000"/>
                      </a:solidFill>
                      <a:latin typeface="Cambria Math" panose="02040503050406030204" pitchFamily="18" charset="0"/>
                    </a:rPr>
                    <m:t>o</m:t>
                  </m:r>
                  <m:r>
                    <a:rPr xmlns:a="http://schemas.openxmlformats.org/drawingml/2006/main" sz="4400" i="1">
                      <a:solidFill>
                        <a:srgbClr val="000000"/>
                      </a:solidFill>
                      <a:latin typeface="Cambria Math" panose="02040503050406030204" pitchFamily="18" charset="0"/>
                    </a:rPr>
                    <m:t>g</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0.2</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l</m:t>
                  </m:r>
                  <m:r>
                    <a:rPr xmlns:a="http://schemas.openxmlformats.org/drawingml/2006/main" sz="4400" i="1">
                      <a:solidFill>
                        <a:srgbClr val="000000"/>
                      </a:solidFill>
                      <a:latin typeface="Cambria Math" panose="02040503050406030204" pitchFamily="18" charset="0"/>
                    </a:rPr>
                    <m:t>o</m:t>
                  </m:r>
                  <m:r>
                    <a:rPr xmlns:a="http://schemas.openxmlformats.org/drawingml/2006/main" sz="4400" i="1">
                      <a:solidFill>
                        <a:srgbClr val="000000"/>
                      </a:solidFill>
                      <a:latin typeface="Cambria Math" panose="02040503050406030204" pitchFamily="18" charset="0"/>
                    </a:rPr>
                    <m:t>g</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0.1</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4.60</m:t>
                  </m:r>
                </m:oMath>
              </m:oMathPara>
            </a14:m>
            <a:endParaRPr sz="4400"/>
          </a:p>
        </p:txBody>
      </p:sp>
      <p:sp>
        <p:nvSpPr>
          <p:cNvPr id="758" name="Ecuație"/>
          <p:cNvSpPr txBox="1"/>
          <p:nvPr/>
        </p:nvSpPr>
        <p:spPr>
          <a:xfrm>
            <a:off x="5910926" y="9528868"/>
            <a:ext cx="12343968" cy="158304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m:rPr>
                      <m:nor/>
                    </m:rPr>
                    <a:rPr xmlns:a="http://schemas.openxmlformats.org/drawingml/2006/main" sz="4400" i="1">
                      <a:solidFill>
                        <a:srgbClr val="000000"/>
                      </a:solidFill>
                      <a:latin typeface="Cambria Math" panose="02040503050406030204" pitchFamily="18" charset="0"/>
                    </a:rPr>
                    <m:t>Average</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1</m:t>
                      </m:r>
                    </m:num>
                    <m:den>
                      <m:r>
                        <a:rPr xmlns:a="http://schemas.openxmlformats.org/drawingml/2006/main" sz="4400" i="1">
                          <a:solidFill>
                            <a:srgbClr val="000000"/>
                          </a:solidFill>
                          <a:latin typeface="Cambria Math" panose="02040503050406030204" pitchFamily="18" charset="0"/>
                        </a:rPr>
                        <m:t>N</m:t>
                      </m:r>
                    </m:den>
                  </m:f>
                  <m:limUpp>
                    <m:e>
                      <m:limLow>
                        <m:e>
                          <m:r>
                            <a:rPr xmlns:a="http://schemas.openxmlformats.org/drawingml/2006/main" sz="4400" i="1">
                              <a:solidFill>
                                <a:srgbClr val="000000"/>
                              </a:solidFill>
                              <a:latin typeface="Cambria Math" panose="02040503050406030204" pitchFamily="18" charset="0"/>
                            </a:rPr>
                            <m:t>∑</m:t>
                          </m:r>
                        </m:e>
                        <m:lim>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1</m:t>
                          </m:r>
                        </m:lim>
                      </m:limLow>
                    </m:e>
                    <m:lim>
                      <m:r>
                        <a:rPr xmlns:a="http://schemas.openxmlformats.org/drawingml/2006/main" sz="4400" i="1">
                          <a:solidFill>
                            <a:srgbClr val="000000"/>
                          </a:solidFill>
                          <a:latin typeface="Cambria Math" panose="02040503050406030204" pitchFamily="18" charset="0"/>
                        </a:rPr>
                        <m:t>N</m:t>
                      </m:r>
                    </m:lim>
                  </m:limUpp>
                  <m:r>
                    <m:rPr>
                      <m:sty m:val="p"/>
                    </m:rPr>
                    <a:rPr xmlns:a="http://schemas.openxmlformats.org/drawingml/2006/main" sz="4400" i="1">
                      <a:solidFill>
                        <a:srgbClr val="000000"/>
                      </a:solidFill>
                      <a:latin typeface="Cambria Math" panose="02040503050406030204" pitchFamily="18" charset="0"/>
                    </a:rPr>
                    <m:t>log</m:t>
                  </m:r>
                  <m:r>
                    <a:rPr xmlns:a="http://schemas.openxmlformats.org/drawingml/2006/main" sz="4400" i="1">
                      <a:solidFill>
                        <a:srgbClr val="000000"/>
                      </a:solidFill>
                      <a:latin typeface="Cambria Math" panose="02040503050406030204" pitchFamily="18" charset="0"/>
                    </a:rPr>
                    <m:t>P</m:t>
                  </m:r>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c</m:t>
                      </m:r>
                    </m:e>
                    <m:sub>
                      <m:r>
                        <a:rPr xmlns:a="http://schemas.openxmlformats.org/drawingml/2006/main" sz="4400" i="1">
                          <a:solidFill>
                            <a:srgbClr val="000000"/>
                          </a:solidFill>
                          <a:latin typeface="Cambria Math" panose="02040503050406030204" pitchFamily="18" charset="0"/>
                        </a:rPr>
                        <m:t>i</m:t>
                      </m:r>
                    </m:sub>
                  </m:sSub>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1</m:t>
                      </m:r>
                    </m:num>
                    <m:den>
                      <m:r>
                        <a:rPr xmlns:a="http://schemas.openxmlformats.org/drawingml/2006/main" sz="4400" i="1">
                          <a:solidFill>
                            <a:srgbClr val="000000"/>
                          </a:solidFill>
                          <a:latin typeface="Cambria Math" panose="02040503050406030204" pitchFamily="18" charset="0"/>
                        </a:rPr>
                        <m:t>3</m:t>
                      </m:r>
                    </m:den>
                  </m:f>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4.60</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1.535</m:t>
                  </m:r>
                </m:oMath>
              </m:oMathPara>
            </a14:m>
            <a:endParaRPr sz="4400"/>
          </a:p>
        </p:txBody>
      </p:sp>
      <p:sp>
        <p:nvSpPr>
          <p:cNvPr id="759" name="Ecuație"/>
          <p:cNvSpPr txBox="1"/>
          <p:nvPr/>
        </p:nvSpPr>
        <p:spPr>
          <a:xfrm>
            <a:off x="9173750" y="11827875"/>
            <a:ext cx="6036500" cy="605450"/>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m:rPr>
                      <m:nor/>
                    </m:rPr>
                    <a:rPr xmlns:a="http://schemas.openxmlformats.org/drawingml/2006/main" sz="4400" i="1">
                      <a:solidFill>
                        <a:srgbClr val="000000"/>
                      </a:solidFill>
                      <a:latin typeface="Cambria Math" panose="02040503050406030204" pitchFamily="18" charset="0"/>
                    </a:rPr>
                    <m:t>Perplexity</m:t>
                  </m:r>
                  <m:r>
                    <a:rPr xmlns:a="http://schemas.openxmlformats.org/drawingml/2006/main" sz="4400" i="1">
                      <a:solidFill>
                        <a:srgbClr val="000000"/>
                      </a:solidFill>
                      <a:latin typeface="Cambria Math" panose="02040503050406030204" pitchFamily="18" charset="0"/>
                    </a:rPr>
                    <m:t>=</m:t>
                  </m:r>
                  <m:sSup>
                    <m:e>
                      <m:r>
                        <a:rPr xmlns:a="http://schemas.openxmlformats.org/drawingml/2006/main" sz="4400" i="1">
                          <a:solidFill>
                            <a:srgbClr val="000000"/>
                          </a:solidFill>
                          <a:latin typeface="Cambria Math" panose="02040503050406030204" pitchFamily="18" charset="0"/>
                        </a:rPr>
                        <m:t>e</m:t>
                      </m:r>
                    </m:e>
                    <m:sup>
                      <m:r>
                        <a:rPr xmlns:a="http://schemas.openxmlformats.org/drawingml/2006/main" sz="4400" i="1">
                          <a:solidFill>
                            <a:srgbClr val="000000"/>
                          </a:solidFill>
                          <a:latin typeface="Cambria Math" panose="02040503050406030204" pitchFamily="18" charset="0"/>
                        </a:rPr>
                        <m:t>1.535</m:t>
                      </m:r>
                    </m:sup>
                  </m:sSup>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4.64</m:t>
                  </m:r>
                </m:oMath>
              </m:oMathPara>
            </a14:m>
            <a:endParaRPr sz="44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61" name="Rețelele neuronale recurente"/>
          <p:cNvSpPr txBox="1"/>
          <p:nvPr>
            <p:ph type="title"/>
          </p:nvPr>
        </p:nvSpPr>
        <p:spPr>
          <a:xfrm>
            <a:off x="1219200" y="558825"/>
            <a:ext cx="21945600" cy="1727201"/>
          </a:xfrm>
          <a:prstGeom prst="rect">
            <a:avLst/>
          </a:prstGeom>
        </p:spPr>
        <p:txBody>
          <a:bodyPr/>
          <a:lstStyle/>
          <a:p>
            <a:pPr/>
            <a:r>
              <a:t>Rețelele neuronale recurente</a:t>
            </a:r>
          </a:p>
        </p:txBody>
      </p:sp>
      <p:sp>
        <p:nvSpPr>
          <p:cNvPr id="762" name="Rezultatul este 4.64, și este interpretat în felul următor: modelul era atât de nesigur încât atunci când încerca să prezică următorul cuvânt, avea de ales între aproximativ 4.64 alte cuvinte"/>
          <p:cNvSpPr txBox="1"/>
          <p:nvPr/>
        </p:nvSpPr>
        <p:spPr>
          <a:xfrm>
            <a:off x="109380" y="8566806"/>
            <a:ext cx="23243640" cy="274513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Rezultatul este 4.64, și este interpretat în felul următor: modelul era atât de nesigur încât atunci când încerca să prezică următorul cuvânt, avea de ales între aproximativ 4.64 alte cuvinte</a:t>
            </a:r>
          </a:p>
        </p:txBody>
      </p:sp>
      <p:sp>
        <p:nvSpPr>
          <p:cNvPr id="763" name="Ecuație"/>
          <p:cNvSpPr txBox="1"/>
          <p:nvPr/>
        </p:nvSpPr>
        <p:spPr>
          <a:xfrm>
            <a:off x="6393605" y="2656175"/>
            <a:ext cx="12149505" cy="1583047"/>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limUpp>
                    <m:e>
                      <m:limLow>
                        <m:e>
                          <m:r>
                            <a:rPr xmlns:a="http://schemas.openxmlformats.org/drawingml/2006/main" sz="4400" i="1">
                              <a:solidFill>
                                <a:srgbClr val="000000"/>
                              </a:solidFill>
                              <a:latin typeface="Cambria Math" panose="02040503050406030204" pitchFamily="18" charset="0"/>
                            </a:rPr>
                            <m:t>∑</m:t>
                          </m:r>
                        </m:e>
                        <m:lim>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1</m:t>
                          </m:r>
                        </m:lim>
                      </m:limLow>
                    </m:e>
                    <m:lim>
                      <m:r>
                        <a:rPr xmlns:a="http://schemas.openxmlformats.org/drawingml/2006/main" sz="4400" i="1">
                          <a:solidFill>
                            <a:srgbClr val="000000"/>
                          </a:solidFill>
                          <a:latin typeface="Cambria Math" panose="02040503050406030204" pitchFamily="18" charset="0"/>
                        </a:rPr>
                        <m:t>N</m:t>
                      </m:r>
                    </m:lim>
                  </m:limUpp>
                  <m:r>
                    <m:rPr>
                      <m:sty m:val="p"/>
                    </m:rPr>
                    <a:rPr xmlns:a="http://schemas.openxmlformats.org/drawingml/2006/main" sz="4400" i="1">
                      <a:solidFill>
                        <a:srgbClr val="000000"/>
                      </a:solidFill>
                      <a:latin typeface="Cambria Math" panose="02040503050406030204" pitchFamily="18" charset="0"/>
                    </a:rPr>
                    <m:t>log</m:t>
                  </m:r>
                  <m:r>
                    <a:rPr xmlns:a="http://schemas.openxmlformats.org/drawingml/2006/main" sz="4400" i="1">
                      <a:solidFill>
                        <a:srgbClr val="000000"/>
                      </a:solidFill>
                      <a:latin typeface="Cambria Math" panose="02040503050406030204" pitchFamily="18" charset="0"/>
                    </a:rPr>
                    <m:t>P</m:t>
                  </m:r>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c</m:t>
                      </m:r>
                    </m:e>
                    <m:sub>
                      <m:r>
                        <a:rPr xmlns:a="http://schemas.openxmlformats.org/drawingml/2006/main" sz="4400" i="1">
                          <a:solidFill>
                            <a:srgbClr val="000000"/>
                          </a:solidFill>
                          <a:latin typeface="Cambria Math" panose="02040503050406030204" pitchFamily="18" charset="0"/>
                        </a:rPr>
                        <m:t>i</m:t>
                      </m:r>
                    </m:sub>
                  </m:sSub>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l</m:t>
                  </m:r>
                  <m:r>
                    <a:rPr xmlns:a="http://schemas.openxmlformats.org/drawingml/2006/main" sz="4400" i="1">
                      <a:solidFill>
                        <a:srgbClr val="000000"/>
                      </a:solidFill>
                      <a:latin typeface="Cambria Math" panose="02040503050406030204" pitchFamily="18" charset="0"/>
                    </a:rPr>
                    <m:t>o</m:t>
                  </m:r>
                  <m:r>
                    <a:rPr xmlns:a="http://schemas.openxmlformats.org/drawingml/2006/main" sz="4400" i="1">
                      <a:solidFill>
                        <a:srgbClr val="000000"/>
                      </a:solidFill>
                      <a:latin typeface="Cambria Math" panose="02040503050406030204" pitchFamily="18" charset="0"/>
                    </a:rPr>
                    <m:t>g</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0.5</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l</m:t>
                  </m:r>
                  <m:r>
                    <a:rPr xmlns:a="http://schemas.openxmlformats.org/drawingml/2006/main" sz="4400" i="1">
                      <a:solidFill>
                        <a:srgbClr val="000000"/>
                      </a:solidFill>
                      <a:latin typeface="Cambria Math" panose="02040503050406030204" pitchFamily="18" charset="0"/>
                    </a:rPr>
                    <m:t>o</m:t>
                  </m:r>
                  <m:r>
                    <a:rPr xmlns:a="http://schemas.openxmlformats.org/drawingml/2006/main" sz="4400" i="1">
                      <a:solidFill>
                        <a:srgbClr val="000000"/>
                      </a:solidFill>
                      <a:latin typeface="Cambria Math" panose="02040503050406030204" pitchFamily="18" charset="0"/>
                    </a:rPr>
                    <m:t>g</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0.2</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l</m:t>
                  </m:r>
                  <m:r>
                    <a:rPr xmlns:a="http://schemas.openxmlformats.org/drawingml/2006/main" sz="4400" i="1">
                      <a:solidFill>
                        <a:srgbClr val="000000"/>
                      </a:solidFill>
                      <a:latin typeface="Cambria Math" panose="02040503050406030204" pitchFamily="18" charset="0"/>
                    </a:rPr>
                    <m:t>o</m:t>
                  </m:r>
                  <m:r>
                    <a:rPr xmlns:a="http://schemas.openxmlformats.org/drawingml/2006/main" sz="4400" i="1">
                      <a:solidFill>
                        <a:srgbClr val="000000"/>
                      </a:solidFill>
                      <a:latin typeface="Cambria Math" panose="02040503050406030204" pitchFamily="18" charset="0"/>
                    </a:rPr>
                    <m:t>g</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0.1</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4.60</m:t>
                  </m:r>
                </m:oMath>
              </m:oMathPara>
            </a14:m>
            <a:endParaRPr sz="4400"/>
          </a:p>
        </p:txBody>
      </p:sp>
      <p:sp>
        <p:nvSpPr>
          <p:cNvPr id="764" name="Ecuație"/>
          <p:cNvSpPr txBox="1"/>
          <p:nvPr/>
        </p:nvSpPr>
        <p:spPr>
          <a:xfrm>
            <a:off x="5840889" y="4274335"/>
            <a:ext cx="12343968" cy="1583048"/>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m:rPr>
                      <m:nor/>
                    </m:rPr>
                    <a:rPr xmlns:a="http://schemas.openxmlformats.org/drawingml/2006/main" sz="4400" i="1">
                      <a:solidFill>
                        <a:srgbClr val="000000"/>
                      </a:solidFill>
                      <a:latin typeface="Cambria Math" panose="02040503050406030204" pitchFamily="18" charset="0"/>
                    </a:rPr>
                    <m:t>Average</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1</m:t>
                      </m:r>
                    </m:num>
                    <m:den>
                      <m:r>
                        <a:rPr xmlns:a="http://schemas.openxmlformats.org/drawingml/2006/main" sz="4400" i="1">
                          <a:solidFill>
                            <a:srgbClr val="000000"/>
                          </a:solidFill>
                          <a:latin typeface="Cambria Math" panose="02040503050406030204" pitchFamily="18" charset="0"/>
                        </a:rPr>
                        <m:t>N</m:t>
                      </m:r>
                    </m:den>
                  </m:f>
                  <m:limUpp>
                    <m:e>
                      <m:limLow>
                        <m:e>
                          <m:r>
                            <a:rPr xmlns:a="http://schemas.openxmlformats.org/drawingml/2006/main" sz="4400" i="1">
                              <a:solidFill>
                                <a:srgbClr val="000000"/>
                              </a:solidFill>
                              <a:latin typeface="Cambria Math" panose="02040503050406030204" pitchFamily="18" charset="0"/>
                            </a:rPr>
                            <m:t>∑</m:t>
                          </m:r>
                        </m:e>
                        <m:lim>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1</m:t>
                          </m:r>
                        </m:lim>
                      </m:limLow>
                    </m:e>
                    <m:lim>
                      <m:r>
                        <a:rPr xmlns:a="http://schemas.openxmlformats.org/drawingml/2006/main" sz="4400" i="1">
                          <a:solidFill>
                            <a:srgbClr val="000000"/>
                          </a:solidFill>
                          <a:latin typeface="Cambria Math" panose="02040503050406030204" pitchFamily="18" charset="0"/>
                        </a:rPr>
                        <m:t>N</m:t>
                      </m:r>
                    </m:lim>
                  </m:limUpp>
                  <m:r>
                    <m:rPr>
                      <m:sty m:val="p"/>
                    </m:rPr>
                    <a:rPr xmlns:a="http://schemas.openxmlformats.org/drawingml/2006/main" sz="4400" i="1">
                      <a:solidFill>
                        <a:srgbClr val="000000"/>
                      </a:solidFill>
                      <a:latin typeface="Cambria Math" panose="02040503050406030204" pitchFamily="18" charset="0"/>
                    </a:rPr>
                    <m:t>log</m:t>
                  </m:r>
                  <m:r>
                    <a:rPr xmlns:a="http://schemas.openxmlformats.org/drawingml/2006/main" sz="4400" i="1">
                      <a:solidFill>
                        <a:srgbClr val="000000"/>
                      </a:solidFill>
                      <a:latin typeface="Cambria Math" panose="02040503050406030204" pitchFamily="18" charset="0"/>
                    </a:rPr>
                    <m:t>P</m:t>
                  </m:r>
                  <m:r>
                    <a:rPr xmlns:a="http://schemas.openxmlformats.org/drawingml/2006/main" sz="4400" i="1">
                      <a:solidFill>
                        <a:srgbClr val="000000"/>
                      </a:solidFill>
                      <a:latin typeface="Cambria Math" panose="02040503050406030204" pitchFamily="18" charset="0"/>
                    </a:rPr>
                    <m:t>(</m:t>
                  </m:r>
                  <m:sSub>
                    <m:e>
                      <m:r>
                        <a:rPr xmlns:a="http://schemas.openxmlformats.org/drawingml/2006/main" sz="4400" i="1">
                          <a:solidFill>
                            <a:srgbClr val="000000"/>
                          </a:solidFill>
                          <a:latin typeface="Cambria Math" panose="02040503050406030204" pitchFamily="18" charset="0"/>
                        </a:rPr>
                        <m:t>c</m:t>
                      </m:r>
                    </m:e>
                    <m:sub>
                      <m:r>
                        <a:rPr xmlns:a="http://schemas.openxmlformats.org/drawingml/2006/main" sz="4400" i="1">
                          <a:solidFill>
                            <a:srgbClr val="000000"/>
                          </a:solidFill>
                          <a:latin typeface="Cambria Math" panose="02040503050406030204" pitchFamily="18" charset="0"/>
                        </a:rPr>
                        <m:t>i</m:t>
                      </m:r>
                    </m:sub>
                  </m:sSub>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f>
                    <m:fPr>
                      <m:ctrlPr>
                        <a:rPr xmlns:a="http://schemas.openxmlformats.org/drawingml/2006/main" sz="4400" i="1">
                          <a:solidFill>
                            <a:srgbClr val="000000"/>
                          </a:solidFill>
                          <a:latin typeface="Cambria Math" panose="02040503050406030204" pitchFamily="18" charset="0"/>
                        </a:rPr>
                      </m:ctrlPr>
                      <m:type m:val="bar"/>
                    </m:fPr>
                    <m:num>
                      <m:r>
                        <a:rPr xmlns:a="http://schemas.openxmlformats.org/drawingml/2006/main" sz="4400" i="1">
                          <a:solidFill>
                            <a:srgbClr val="000000"/>
                          </a:solidFill>
                          <a:latin typeface="Cambria Math" panose="02040503050406030204" pitchFamily="18" charset="0"/>
                        </a:rPr>
                        <m:t>1</m:t>
                      </m:r>
                    </m:num>
                    <m:den>
                      <m:r>
                        <a:rPr xmlns:a="http://schemas.openxmlformats.org/drawingml/2006/main" sz="4400" i="1">
                          <a:solidFill>
                            <a:srgbClr val="000000"/>
                          </a:solidFill>
                          <a:latin typeface="Cambria Math" panose="02040503050406030204" pitchFamily="18" charset="0"/>
                        </a:rPr>
                        <m:t>3</m:t>
                      </m:r>
                    </m:den>
                  </m:f>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4.60</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1.535</m:t>
                  </m:r>
                </m:oMath>
              </m:oMathPara>
            </a14:m>
            <a:endParaRPr sz="4400"/>
          </a:p>
        </p:txBody>
      </p:sp>
      <p:sp>
        <p:nvSpPr>
          <p:cNvPr id="765" name="Ecuație"/>
          <p:cNvSpPr txBox="1"/>
          <p:nvPr/>
        </p:nvSpPr>
        <p:spPr>
          <a:xfrm>
            <a:off x="9173750" y="6451875"/>
            <a:ext cx="6036500" cy="605450"/>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m:rPr>
                      <m:nor/>
                    </m:rPr>
                    <a:rPr xmlns:a="http://schemas.openxmlformats.org/drawingml/2006/main" sz="4400" i="1">
                      <a:solidFill>
                        <a:srgbClr val="000000"/>
                      </a:solidFill>
                      <a:latin typeface="Cambria Math" panose="02040503050406030204" pitchFamily="18" charset="0"/>
                    </a:rPr>
                    <m:t>Perplexity</m:t>
                  </m:r>
                  <m:r>
                    <a:rPr xmlns:a="http://schemas.openxmlformats.org/drawingml/2006/main" sz="4400" i="1">
                      <a:solidFill>
                        <a:srgbClr val="000000"/>
                      </a:solidFill>
                      <a:latin typeface="Cambria Math" panose="02040503050406030204" pitchFamily="18" charset="0"/>
                    </a:rPr>
                    <m:t>=</m:t>
                  </m:r>
                  <m:sSup>
                    <m:e>
                      <m:r>
                        <a:rPr xmlns:a="http://schemas.openxmlformats.org/drawingml/2006/main" sz="4400" i="1">
                          <a:solidFill>
                            <a:srgbClr val="000000"/>
                          </a:solidFill>
                          <a:latin typeface="Cambria Math" panose="02040503050406030204" pitchFamily="18" charset="0"/>
                        </a:rPr>
                        <m:t>e</m:t>
                      </m:r>
                    </m:e>
                    <m:sup>
                      <m:r>
                        <a:rPr xmlns:a="http://schemas.openxmlformats.org/drawingml/2006/main" sz="4400" i="1">
                          <a:solidFill>
                            <a:srgbClr val="000000"/>
                          </a:solidFill>
                          <a:latin typeface="Cambria Math" panose="02040503050406030204" pitchFamily="18" charset="0"/>
                        </a:rPr>
                        <m:t>1.535</m:t>
                      </m:r>
                    </m:sup>
                  </m:sSup>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4.64</m:t>
                  </m:r>
                </m:oMath>
              </m:oMathPara>
            </a14:m>
            <a:endParaRPr sz="4400"/>
          </a:p>
        </p:txBody>
      </p:sp>
      <p:sp>
        <p:nvSpPr>
          <p:cNvPr id="766" name="Interpretarea asta ne spune și scopul metricii: trebuie să tindă spre 0, pentru că cu cât tinde spre 0, cu atât modelul este mai sigur de prezicerea cuvântului următor"/>
          <p:cNvSpPr txBox="1"/>
          <p:nvPr/>
        </p:nvSpPr>
        <p:spPr>
          <a:xfrm>
            <a:off x="109380" y="11223173"/>
            <a:ext cx="23243640" cy="274513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Interpretarea asta ne spune și scopul metricii: trebuie să tindă spre 0, pentru că cu cât tinde spre 0, cu atât modelul este mai sigur de prezicerea cuvântului următor</a:t>
            </a:r>
          </a:p>
        </p:txBody>
      </p:sp>
      <p:pic>
        <p:nvPicPr>
          <p:cNvPr id="767" name="Linie Linie" descr="Linie Linie"/>
          <p:cNvPicPr>
            <a:picLocks noChangeAspect="0"/>
          </p:cNvPicPr>
          <p:nvPr/>
        </p:nvPicPr>
        <p:blipFill>
          <a:blip r:embed="rId2">
            <a:extLst/>
          </a:blip>
          <a:stretch>
            <a:fillRect/>
          </a:stretch>
        </p:blipFill>
        <p:spPr>
          <a:xfrm>
            <a:off x="12224419" y="12000575"/>
            <a:ext cx="6036500"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0" name="Rețelele neuronale recurente"/>
          <p:cNvSpPr txBox="1"/>
          <p:nvPr>
            <p:ph type="title"/>
          </p:nvPr>
        </p:nvSpPr>
        <p:spPr>
          <a:xfrm>
            <a:off x="1219200" y="558825"/>
            <a:ext cx="21945600" cy="1727201"/>
          </a:xfrm>
          <a:prstGeom prst="rect">
            <a:avLst/>
          </a:prstGeom>
        </p:spPr>
        <p:txBody>
          <a:bodyPr/>
          <a:lstStyle/>
          <a:p>
            <a:pPr/>
            <a:r>
              <a:t>Rețelele neuronale recurente</a:t>
            </a:r>
          </a:p>
        </p:txBody>
      </p:sp>
      <p:sp>
        <p:nvSpPr>
          <p:cNvPr id="771" name="Totuși, există încă probleme cu rețelele neuronale recurente"/>
          <p:cNvSpPr txBox="1"/>
          <p:nvPr>
            <p:ph type="body" sz="quarter" idx="1"/>
          </p:nvPr>
        </p:nvSpPr>
        <p:spPr>
          <a:xfrm>
            <a:off x="570181" y="2463574"/>
            <a:ext cx="23243639" cy="1183566"/>
          </a:xfrm>
          <a:prstGeom prst="rect">
            <a:avLst/>
          </a:prstGeom>
        </p:spPr>
        <p:txBody>
          <a:bodyPr/>
          <a:lstStyle/>
          <a:p>
            <a:pPr/>
            <a:r>
              <a:t>Totuși, există încă probleme cu rețelele neuronale recurente</a:t>
            </a:r>
          </a:p>
        </p:txBody>
      </p:sp>
      <p:sp>
        <p:nvSpPr>
          <p:cNvPr id="772" name="Cea mai mare problemă care s-a observat de cercetători este că memoria este de durație scurtă"/>
          <p:cNvSpPr txBox="1"/>
          <p:nvPr/>
        </p:nvSpPr>
        <p:spPr>
          <a:xfrm>
            <a:off x="570180" y="3467630"/>
            <a:ext cx="23243640" cy="11835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13333" indent="-513333" defTabSz="2292038">
              <a:spcBef>
                <a:spcPts val="2200"/>
              </a:spcBef>
              <a:buSzPct val="150000"/>
              <a:buChar char="•"/>
              <a:defRPr sz="4136">
                <a:latin typeface="Canela Text Regular"/>
                <a:ea typeface="Canela Text Regular"/>
                <a:cs typeface="Canela Text Regular"/>
                <a:sym typeface="Canela Text Regular"/>
              </a:defRPr>
            </a:lvl1pPr>
          </a:lstStyle>
          <a:p>
            <a:pPr/>
            <a:r>
              <a:t>Cea mai mare problemă care s-a observat de cercetători este că memoria este de durație scurtă</a:t>
            </a:r>
          </a:p>
        </p:txBody>
      </p:sp>
      <p:sp>
        <p:nvSpPr>
          <p:cNvPr id="773" name="Mai exact, cu cât îi dăm modelului mai multe cuvinte, cu atât uită mai mult context de la începutul prompt-ului"/>
          <p:cNvSpPr txBox="1"/>
          <p:nvPr/>
        </p:nvSpPr>
        <p:spPr>
          <a:xfrm>
            <a:off x="570180" y="4343087"/>
            <a:ext cx="23243640" cy="19777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Mai exact, cu cât îi dăm modelului mai multe cuvinte, cu atât uită mai mult context de la începutul prompt-ului</a:t>
            </a:r>
          </a:p>
        </p:txBody>
      </p:sp>
      <p:sp>
        <p:nvSpPr>
          <p:cNvPr id="774" name="Spre exemplu, i-am putea zice „Who is Albert Einstein? Also, tell me about Thanos”"/>
          <p:cNvSpPr txBox="1"/>
          <p:nvPr/>
        </p:nvSpPr>
        <p:spPr>
          <a:xfrm>
            <a:off x="570180" y="6085174"/>
            <a:ext cx="23243640" cy="121519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Spre exemplu, i-am putea zice „Who is Albert Einstein? Also, tell me about Thanos”</a:t>
            </a:r>
          </a:p>
        </p:txBody>
      </p:sp>
      <p:sp>
        <p:nvSpPr>
          <p:cNvPr id="775" name="Modelul s-ar putea să uite complet prima întrebare și să se focalizeze doar pe a doua cerință"/>
          <p:cNvSpPr txBox="1"/>
          <p:nvPr/>
        </p:nvSpPr>
        <p:spPr>
          <a:xfrm>
            <a:off x="570180" y="6876574"/>
            <a:ext cx="23243640" cy="19777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Modelul s-ar putea să uite complet prima întrebare și să se focalizeze doar pe a doua cerință</a:t>
            </a:r>
          </a:p>
        </p:txBody>
      </p:sp>
      <p:sp>
        <p:nvSpPr>
          <p:cNvPr id="776" name="În general, pentru sarcinile care au nevoie de context mai larg, rețele neuronale recurente nu sunt folosite"/>
          <p:cNvSpPr txBox="1"/>
          <p:nvPr/>
        </p:nvSpPr>
        <p:spPr>
          <a:xfrm>
            <a:off x="570180" y="8377889"/>
            <a:ext cx="23243640" cy="19777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În general, pentru sarcinile care au nevoie de context mai larg, rețele neuronale recurente nu sunt folosite</a:t>
            </a:r>
          </a:p>
        </p:txBody>
      </p:sp>
      <p:sp>
        <p:nvSpPr>
          <p:cNvPr id="777" name="Sunt folosite mai mult surorile acestui tip de rețea, anume GRUs (Gated Recurrent Units) și LSTM (Long Short-Term Memory), care modifică arhitectura de pe slide-ul trecut ca să încerce să rezolve mai bine această problemă"/>
          <p:cNvSpPr txBox="1"/>
          <p:nvPr/>
        </p:nvSpPr>
        <p:spPr>
          <a:xfrm>
            <a:off x="570180" y="9952974"/>
            <a:ext cx="23243640" cy="26923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Sunt folosite mai mult surorile acestui tip de rețea, anume GRUs (Gated Recurrent Units) și LSTM (Long Short-Term Memory), care modifică arhitectura de pe slide-ul trecut ca să încerce să rezolve mai bine această problemă</a:t>
            </a:r>
          </a:p>
        </p:txBody>
      </p:sp>
      <p:pic>
        <p:nvPicPr>
          <p:cNvPr id="778" name="Linie Linie" descr="Linie Linie"/>
          <p:cNvPicPr>
            <a:picLocks noChangeAspect="0"/>
          </p:cNvPicPr>
          <p:nvPr/>
        </p:nvPicPr>
        <p:blipFill>
          <a:blip r:embed="rId2">
            <a:extLst/>
          </a:blip>
          <a:stretch>
            <a:fillRect/>
          </a:stretch>
        </p:blipFill>
        <p:spPr>
          <a:xfrm>
            <a:off x="16222375" y="4196141"/>
            <a:ext cx="7763343" cy="101601"/>
          </a:xfrm>
          <a:prstGeom prst="rect">
            <a:avLst/>
          </a:prstGeom>
        </p:spPr>
      </p:pic>
      <p:pic>
        <p:nvPicPr>
          <p:cNvPr id="780" name="Linie Linie" descr="Linie Linie"/>
          <p:cNvPicPr>
            <a:picLocks noChangeAspect="0"/>
          </p:cNvPicPr>
          <p:nvPr/>
        </p:nvPicPr>
        <p:blipFill>
          <a:blip r:embed="rId2">
            <a:extLst/>
          </a:blip>
          <a:stretch>
            <a:fillRect/>
          </a:stretch>
        </p:blipFill>
        <p:spPr>
          <a:xfrm>
            <a:off x="15684775" y="10738875"/>
            <a:ext cx="7763344" cy="101601"/>
          </a:xfrm>
          <a:prstGeom prst="rect">
            <a:avLst/>
          </a:prstGeom>
        </p:spPr>
      </p:pic>
      <p:pic>
        <p:nvPicPr>
          <p:cNvPr id="782" name="Linie Linie" descr="Linie Linie"/>
          <p:cNvPicPr>
            <a:picLocks noChangeAspect="0"/>
          </p:cNvPicPr>
          <p:nvPr/>
        </p:nvPicPr>
        <p:blipFill>
          <a:blip r:embed="rId3">
            <a:extLst/>
          </a:blip>
          <a:stretch>
            <a:fillRect/>
          </a:stretch>
        </p:blipFill>
        <p:spPr>
          <a:xfrm>
            <a:off x="1553576" y="11433148"/>
            <a:ext cx="9101912"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85" name="0"/>
          <p:cNvSpPr/>
          <p:nvPr/>
        </p:nvSpPr>
        <p:spPr>
          <a:xfrm>
            <a:off x="2567985" y="6030715"/>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786" name="0"/>
          <p:cNvSpPr/>
          <p:nvPr/>
        </p:nvSpPr>
        <p:spPr>
          <a:xfrm>
            <a:off x="2567985" y="6737606"/>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787" name="1"/>
          <p:cNvSpPr/>
          <p:nvPr/>
        </p:nvSpPr>
        <p:spPr>
          <a:xfrm>
            <a:off x="2567985" y="7444496"/>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1</a:t>
            </a:r>
          </a:p>
        </p:txBody>
      </p:sp>
      <p:sp>
        <p:nvSpPr>
          <p:cNvPr id="788" name="Dreptunghi"/>
          <p:cNvSpPr/>
          <p:nvPr/>
        </p:nvSpPr>
        <p:spPr>
          <a:xfrm>
            <a:off x="2425673" y="5792106"/>
            <a:ext cx="922901" cy="3124152"/>
          </a:xfrm>
          <a:prstGeom prst="rect">
            <a:avLst/>
          </a:prstGeom>
          <a:ln w="25400">
            <a:solidFill>
              <a:schemeClr val="accent4"/>
            </a:solidFill>
          </a:ln>
        </p:spPr>
        <p:txBody>
          <a:bodyPr lIns="50800" tIns="50800" rIns="50800" bIns="50800" anchor="ctr"/>
          <a:lstStyle/>
          <a:p>
            <a:pPr/>
          </a:p>
        </p:txBody>
      </p:sp>
      <p:sp>
        <p:nvSpPr>
          <p:cNvPr id="789" name="Oval"/>
          <p:cNvSpPr/>
          <p:nvPr/>
        </p:nvSpPr>
        <p:spPr>
          <a:xfrm>
            <a:off x="4250185" y="5427867"/>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790" name="Oval"/>
          <p:cNvSpPr/>
          <p:nvPr/>
        </p:nvSpPr>
        <p:spPr>
          <a:xfrm>
            <a:off x="4250185" y="6065168"/>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791" name="Oval"/>
          <p:cNvSpPr/>
          <p:nvPr/>
        </p:nvSpPr>
        <p:spPr>
          <a:xfrm>
            <a:off x="4250185" y="6721668"/>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792" name="Oval"/>
          <p:cNvSpPr/>
          <p:nvPr/>
        </p:nvSpPr>
        <p:spPr>
          <a:xfrm>
            <a:off x="4250185" y="7378169"/>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793" name="Oval"/>
          <p:cNvSpPr/>
          <p:nvPr/>
        </p:nvSpPr>
        <p:spPr>
          <a:xfrm>
            <a:off x="4250185" y="8015468"/>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794" name="Linie"/>
          <p:cNvSpPr/>
          <p:nvPr/>
        </p:nvSpPr>
        <p:spPr>
          <a:xfrm>
            <a:off x="3336880" y="7038522"/>
            <a:ext cx="801887" cy="1"/>
          </a:xfrm>
          <a:prstGeom prst="line">
            <a:avLst/>
          </a:prstGeom>
          <a:ln w="25400">
            <a:solidFill>
              <a:schemeClr val="accent5"/>
            </a:solidFill>
            <a:tailEnd type="triangle"/>
          </a:ln>
        </p:spPr>
        <p:txBody>
          <a:bodyPr lIns="45718" tIns="45718" rIns="45718" bIns="45718"/>
          <a:lstStyle/>
          <a:p>
            <a:pPr/>
          </a:p>
        </p:txBody>
      </p:sp>
      <p:sp>
        <p:nvSpPr>
          <p:cNvPr id="795" name="Linie"/>
          <p:cNvSpPr/>
          <p:nvPr/>
        </p:nvSpPr>
        <p:spPr>
          <a:xfrm flipV="1">
            <a:off x="3336880" y="6371288"/>
            <a:ext cx="808445" cy="667235"/>
          </a:xfrm>
          <a:prstGeom prst="line">
            <a:avLst/>
          </a:prstGeom>
          <a:ln w="25400">
            <a:solidFill>
              <a:schemeClr val="accent5"/>
            </a:solidFill>
            <a:tailEnd type="triangle"/>
          </a:ln>
        </p:spPr>
        <p:txBody>
          <a:bodyPr lIns="45718" tIns="45718" rIns="45718" bIns="45718"/>
          <a:lstStyle/>
          <a:p>
            <a:pPr/>
          </a:p>
        </p:txBody>
      </p:sp>
      <p:sp>
        <p:nvSpPr>
          <p:cNvPr id="796" name="Linie"/>
          <p:cNvSpPr/>
          <p:nvPr/>
        </p:nvSpPr>
        <p:spPr>
          <a:xfrm>
            <a:off x="3309530" y="7038521"/>
            <a:ext cx="863690" cy="628772"/>
          </a:xfrm>
          <a:prstGeom prst="line">
            <a:avLst/>
          </a:prstGeom>
          <a:ln w="25400">
            <a:solidFill>
              <a:schemeClr val="accent5"/>
            </a:solidFill>
            <a:tailEnd type="triangle"/>
          </a:ln>
        </p:spPr>
        <p:txBody>
          <a:bodyPr lIns="45718" tIns="45718" rIns="45718" bIns="45718"/>
          <a:lstStyle/>
          <a:p>
            <a:pPr/>
          </a:p>
        </p:txBody>
      </p:sp>
      <p:sp>
        <p:nvSpPr>
          <p:cNvPr id="797" name="Linie"/>
          <p:cNvSpPr/>
          <p:nvPr/>
        </p:nvSpPr>
        <p:spPr>
          <a:xfrm>
            <a:off x="3309530" y="7038522"/>
            <a:ext cx="866497" cy="1301886"/>
          </a:xfrm>
          <a:prstGeom prst="line">
            <a:avLst/>
          </a:prstGeom>
          <a:ln w="25400">
            <a:solidFill>
              <a:schemeClr val="accent5"/>
            </a:solidFill>
            <a:tailEnd type="triangle"/>
          </a:ln>
        </p:spPr>
        <p:txBody>
          <a:bodyPr lIns="45718" tIns="45718" rIns="45718" bIns="45718"/>
          <a:lstStyle/>
          <a:p>
            <a:pPr/>
          </a:p>
        </p:txBody>
      </p:sp>
      <p:sp>
        <p:nvSpPr>
          <p:cNvPr id="798" name="Linie"/>
          <p:cNvSpPr/>
          <p:nvPr/>
        </p:nvSpPr>
        <p:spPr>
          <a:xfrm flipV="1">
            <a:off x="3330322" y="5968603"/>
            <a:ext cx="791724" cy="1071124"/>
          </a:xfrm>
          <a:prstGeom prst="line">
            <a:avLst/>
          </a:prstGeom>
          <a:ln w="25400">
            <a:solidFill>
              <a:schemeClr val="accent5"/>
            </a:solidFill>
            <a:tailEnd type="triangle"/>
          </a:ln>
        </p:spPr>
        <p:txBody>
          <a:bodyPr lIns="45718" tIns="45718" rIns="45718" bIns="45718"/>
          <a:lstStyle/>
          <a:p>
            <a:pPr/>
          </a:p>
        </p:txBody>
      </p:sp>
      <p:sp>
        <p:nvSpPr>
          <p:cNvPr id="799" name="Dreptunghi"/>
          <p:cNvSpPr/>
          <p:nvPr/>
        </p:nvSpPr>
        <p:spPr>
          <a:xfrm>
            <a:off x="4123185" y="5120941"/>
            <a:ext cx="892276" cy="3835161"/>
          </a:xfrm>
          <a:prstGeom prst="rect">
            <a:avLst/>
          </a:prstGeom>
          <a:ln w="25400">
            <a:solidFill>
              <a:schemeClr val="accent1"/>
            </a:solidFill>
          </a:ln>
        </p:spPr>
        <p:txBody>
          <a:bodyPr lIns="50800" tIns="50800" rIns="50800" bIns="50800" anchor="ctr"/>
          <a:lstStyle/>
          <a:p>
            <a:pPr/>
          </a:p>
        </p:txBody>
      </p:sp>
      <p:sp>
        <p:nvSpPr>
          <p:cNvPr id="800" name="Linie"/>
          <p:cNvSpPr/>
          <p:nvPr/>
        </p:nvSpPr>
        <p:spPr>
          <a:xfrm>
            <a:off x="9517367" y="5774862"/>
            <a:ext cx="801887" cy="1"/>
          </a:xfrm>
          <a:prstGeom prst="line">
            <a:avLst/>
          </a:prstGeom>
          <a:ln w="25400">
            <a:solidFill>
              <a:schemeClr val="accent1"/>
            </a:solidFill>
            <a:tailEnd type="triangle"/>
          </a:ln>
        </p:spPr>
        <p:txBody>
          <a:bodyPr lIns="45718" tIns="45718" rIns="45718" bIns="45718"/>
          <a:lstStyle/>
          <a:p>
            <a:pPr/>
          </a:p>
        </p:txBody>
      </p:sp>
      <p:sp>
        <p:nvSpPr>
          <p:cNvPr id="801" name="Linie"/>
          <p:cNvSpPr/>
          <p:nvPr/>
        </p:nvSpPr>
        <p:spPr>
          <a:xfrm>
            <a:off x="9517367" y="6412162"/>
            <a:ext cx="801887" cy="1"/>
          </a:xfrm>
          <a:prstGeom prst="line">
            <a:avLst/>
          </a:prstGeom>
          <a:ln w="25400">
            <a:solidFill>
              <a:schemeClr val="accent1"/>
            </a:solidFill>
            <a:tailEnd type="triangle"/>
          </a:ln>
        </p:spPr>
        <p:txBody>
          <a:bodyPr lIns="45718" tIns="45718" rIns="45718" bIns="45718"/>
          <a:lstStyle/>
          <a:p>
            <a:pPr/>
          </a:p>
        </p:txBody>
      </p:sp>
      <p:sp>
        <p:nvSpPr>
          <p:cNvPr id="802" name="Linie"/>
          <p:cNvSpPr/>
          <p:nvPr/>
        </p:nvSpPr>
        <p:spPr>
          <a:xfrm>
            <a:off x="9493212" y="7078191"/>
            <a:ext cx="801887" cy="1"/>
          </a:xfrm>
          <a:prstGeom prst="line">
            <a:avLst/>
          </a:prstGeom>
          <a:ln w="25400">
            <a:solidFill>
              <a:schemeClr val="accent1"/>
            </a:solidFill>
            <a:tailEnd type="triangle"/>
          </a:ln>
        </p:spPr>
        <p:txBody>
          <a:bodyPr lIns="45718" tIns="45718" rIns="45718" bIns="45718"/>
          <a:lstStyle/>
          <a:p>
            <a:pPr/>
          </a:p>
        </p:txBody>
      </p:sp>
      <p:sp>
        <p:nvSpPr>
          <p:cNvPr id="803" name="Linie"/>
          <p:cNvSpPr/>
          <p:nvPr/>
        </p:nvSpPr>
        <p:spPr>
          <a:xfrm>
            <a:off x="9517367" y="7744220"/>
            <a:ext cx="801887" cy="1"/>
          </a:xfrm>
          <a:prstGeom prst="line">
            <a:avLst/>
          </a:prstGeom>
          <a:ln w="25400">
            <a:solidFill>
              <a:schemeClr val="accent1"/>
            </a:solidFill>
            <a:tailEnd type="triangle"/>
          </a:ln>
        </p:spPr>
        <p:txBody>
          <a:bodyPr lIns="45718" tIns="45718" rIns="45718" bIns="45718"/>
          <a:lstStyle/>
          <a:p>
            <a:pPr/>
          </a:p>
        </p:txBody>
      </p:sp>
      <p:sp>
        <p:nvSpPr>
          <p:cNvPr id="804" name="Linie"/>
          <p:cNvSpPr/>
          <p:nvPr/>
        </p:nvSpPr>
        <p:spPr>
          <a:xfrm>
            <a:off x="9493212" y="8410249"/>
            <a:ext cx="801887" cy="1"/>
          </a:xfrm>
          <a:prstGeom prst="line">
            <a:avLst/>
          </a:prstGeom>
          <a:ln w="25400">
            <a:solidFill>
              <a:schemeClr val="accent1"/>
            </a:solidFill>
            <a:tailEnd type="triangle"/>
          </a:ln>
        </p:spPr>
        <p:txBody>
          <a:bodyPr lIns="45718" tIns="45718" rIns="45718" bIns="45718"/>
          <a:lstStyle/>
          <a:p>
            <a:pPr/>
          </a:p>
        </p:txBody>
      </p:sp>
      <p:sp>
        <p:nvSpPr>
          <p:cNvPr id="805" name="f"/>
          <p:cNvSpPr/>
          <p:nvPr/>
        </p:nvSpPr>
        <p:spPr>
          <a:xfrm>
            <a:off x="10294352" y="5541246"/>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806" name="f"/>
          <p:cNvSpPr/>
          <p:nvPr/>
        </p:nvSpPr>
        <p:spPr>
          <a:xfrm>
            <a:off x="10294352" y="6178546"/>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807" name="f"/>
          <p:cNvSpPr/>
          <p:nvPr/>
        </p:nvSpPr>
        <p:spPr>
          <a:xfrm>
            <a:off x="10294352" y="6858939"/>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808" name="f"/>
          <p:cNvSpPr/>
          <p:nvPr/>
        </p:nvSpPr>
        <p:spPr>
          <a:xfrm>
            <a:off x="10294352" y="7491546"/>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809" name="f"/>
          <p:cNvSpPr/>
          <p:nvPr/>
        </p:nvSpPr>
        <p:spPr>
          <a:xfrm>
            <a:off x="10294352" y="8128847"/>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810" name="Linie"/>
          <p:cNvSpPr/>
          <p:nvPr/>
        </p:nvSpPr>
        <p:spPr>
          <a:xfrm>
            <a:off x="10777168" y="5774862"/>
            <a:ext cx="801887" cy="1"/>
          </a:xfrm>
          <a:prstGeom prst="line">
            <a:avLst/>
          </a:prstGeom>
          <a:ln w="25400">
            <a:solidFill>
              <a:schemeClr val="accent1"/>
            </a:solidFill>
            <a:tailEnd type="triangle"/>
          </a:ln>
        </p:spPr>
        <p:txBody>
          <a:bodyPr lIns="45718" tIns="45718" rIns="45718" bIns="45718"/>
          <a:lstStyle/>
          <a:p>
            <a:pPr/>
          </a:p>
        </p:txBody>
      </p:sp>
      <p:sp>
        <p:nvSpPr>
          <p:cNvPr id="811" name="Linie"/>
          <p:cNvSpPr/>
          <p:nvPr/>
        </p:nvSpPr>
        <p:spPr>
          <a:xfrm>
            <a:off x="10777168" y="6412162"/>
            <a:ext cx="801887" cy="1"/>
          </a:xfrm>
          <a:prstGeom prst="line">
            <a:avLst/>
          </a:prstGeom>
          <a:ln w="25400">
            <a:solidFill>
              <a:schemeClr val="accent1"/>
            </a:solidFill>
            <a:tailEnd type="triangle"/>
          </a:ln>
        </p:spPr>
        <p:txBody>
          <a:bodyPr lIns="45718" tIns="45718" rIns="45718" bIns="45718"/>
          <a:lstStyle/>
          <a:p>
            <a:pPr/>
          </a:p>
        </p:txBody>
      </p:sp>
      <p:sp>
        <p:nvSpPr>
          <p:cNvPr id="812" name="Linie"/>
          <p:cNvSpPr/>
          <p:nvPr/>
        </p:nvSpPr>
        <p:spPr>
          <a:xfrm>
            <a:off x="10777168" y="7129622"/>
            <a:ext cx="801887" cy="1"/>
          </a:xfrm>
          <a:prstGeom prst="line">
            <a:avLst/>
          </a:prstGeom>
          <a:ln w="25400">
            <a:solidFill>
              <a:schemeClr val="accent1"/>
            </a:solidFill>
            <a:tailEnd type="triangle"/>
          </a:ln>
        </p:spPr>
        <p:txBody>
          <a:bodyPr lIns="45718" tIns="45718" rIns="45718" bIns="45718"/>
          <a:lstStyle/>
          <a:p>
            <a:pPr/>
          </a:p>
        </p:txBody>
      </p:sp>
      <p:sp>
        <p:nvSpPr>
          <p:cNvPr id="813" name="Linie"/>
          <p:cNvSpPr/>
          <p:nvPr/>
        </p:nvSpPr>
        <p:spPr>
          <a:xfrm>
            <a:off x="10777168" y="7725163"/>
            <a:ext cx="801887" cy="1"/>
          </a:xfrm>
          <a:prstGeom prst="line">
            <a:avLst/>
          </a:prstGeom>
          <a:ln w="25400">
            <a:solidFill>
              <a:schemeClr val="accent1"/>
            </a:solidFill>
            <a:tailEnd type="triangle"/>
          </a:ln>
        </p:spPr>
        <p:txBody>
          <a:bodyPr lIns="45718" tIns="45718" rIns="45718" bIns="45718"/>
          <a:lstStyle/>
          <a:p>
            <a:pPr/>
          </a:p>
        </p:txBody>
      </p:sp>
      <p:sp>
        <p:nvSpPr>
          <p:cNvPr id="814" name="Linie"/>
          <p:cNvSpPr/>
          <p:nvPr/>
        </p:nvSpPr>
        <p:spPr>
          <a:xfrm>
            <a:off x="10777168" y="8410249"/>
            <a:ext cx="801887" cy="1"/>
          </a:xfrm>
          <a:prstGeom prst="line">
            <a:avLst/>
          </a:prstGeom>
          <a:ln w="25400">
            <a:solidFill>
              <a:schemeClr val="accent1"/>
            </a:solidFill>
            <a:tailEnd type="triangle"/>
          </a:ln>
        </p:spPr>
        <p:txBody>
          <a:bodyPr lIns="45718" tIns="45718" rIns="45718" bIns="45718"/>
          <a:lstStyle/>
          <a:p>
            <a:pPr/>
          </a:p>
        </p:txBody>
      </p:sp>
      <p:sp>
        <p:nvSpPr>
          <p:cNvPr id="815" name="Oval"/>
          <p:cNvSpPr/>
          <p:nvPr/>
        </p:nvSpPr>
        <p:spPr>
          <a:xfrm>
            <a:off x="7479736" y="4627451"/>
            <a:ext cx="350341" cy="341123"/>
          </a:xfrm>
          <a:prstGeom prst="ellipse">
            <a:avLst/>
          </a:prstGeom>
          <a:solidFill>
            <a:srgbClr val="FFFFFF"/>
          </a:solidFill>
          <a:ln w="25400">
            <a:solidFill>
              <a:schemeClr val="accent1"/>
            </a:solidFill>
          </a:ln>
        </p:spPr>
        <p:txBody>
          <a:bodyPr lIns="50800" tIns="50800" rIns="50800" bIns="50800" anchor="ctr"/>
          <a:lstStyle/>
          <a:p>
            <a:pPr/>
          </a:p>
        </p:txBody>
      </p:sp>
      <p:sp>
        <p:nvSpPr>
          <p:cNvPr id="816" name="Dreptunghi"/>
          <p:cNvSpPr/>
          <p:nvPr/>
        </p:nvSpPr>
        <p:spPr>
          <a:xfrm>
            <a:off x="7335768" y="4163771"/>
            <a:ext cx="638276" cy="2065650"/>
          </a:xfrm>
          <a:prstGeom prst="rect">
            <a:avLst/>
          </a:prstGeom>
          <a:ln w="25400">
            <a:solidFill>
              <a:schemeClr val="accent1"/>
            </a:solidFill>
          </a:ln>
        </p:spPr>
        <p:txBody>
          <a:bodyPr lIns="50800" tIns="50800" rIns="50800" bIns="50800" anchor="ctr"/>
          <a:lstStyle/>
          <a:p>
            <a:pPr/>
          </a:p>
        </p:txBody>
      </p:sp>
      <p:sp>
        <p:nvSpPr>
          <p:cNvPr id="817" name="Oval"/>
          <p:cNvSpPr/>
          <p:nvPr/>
        </p:nvSpPr>
        <p:spPr>
          <a:xfrm>
            <a:off x="11666307" y="5437396"/>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818" name="Oval"/>
          <p:cNvSpPr/>
          <p:nvPr/>
        </p:nvSpPr>
        <p:spPr>
          <a:xfrm>
            <a:off x="11666307" y="6074696"/>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819" name="Oval"/>
          <p:cNvSpPr/>
          <p:nvPr/>
        </p:nvSpPr>
        <p:spPr>
          <a:xfrm>
            <a:off x="11666307" y="6731196"/>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820" name="Oval"/>
          <p:cNvSpPr/>
          <p:nvPr/>
        </p:nvSpPr>
        <p:spPr>
          <a:xfrm>
            <a:off x="11666307" y="7387696"/>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821" name="Oval"/>
          <p:cNvSpPr/>
          <p:nvPr/>
        </p:nvSpPr>
        <p:spPr>
          <a:xfrm>
            <a:off x="11666307" y="8024996"/>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822" name="Dreptunghi"/>
          <p:cNvSpPr/>
          <p:nvPr/>
        </p:nvSpPr>
        <p:spPr>
          <a:xfrm>
            <a:off x="11539307" y="5130470"/>
            <a:ext cx="892276" cy="3835161"/>
          </a:xfrm>
          <a:prstGeom prst="rect">
            <a:avLst/>
          </a:prstGeom>
          <a:ln w="25400">
            <a:solidFill>
              <a:schemeClr val="accent1"/>
            </a:solidFill>
          </a:ln>
        </p:spPr>
        <p:txBody>
          <a:bodyPr lIns="50800" tIns="50800" rIns="50800" bIns="50800" anchor="ctr"/>
          <a:lstStyle/>
          <a:p>
            <a:pPr/>
          </a:p>
        </p:txBody>
      </p:sp>
      <p:sp>
        <p:nvSpPr>
          <p:cNvPr id="823" name="Hidden State actualizat"/>
          <p:cNvSpPr txBox="1"/>
          <p:nvPr/>
        </p:nvSpPr>
        <p:spPr>
          <a:xfrm>
            <a:off x="10991999" y="4585071"/>
            <a:ext cx="1986891" cy="36652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400"/>
            </a:lvl1pPr>
          </a:lstStyle>
          <a:p>
            <a:pPr/>
            <a:r>
              <a:t>Hidden State actualizat</a:t>
            </a:r>
          </a:p>
        </p:txBody>
      </p:sp>
      <p:sp>
        <p:nvSpPr>
          <p:cNvPr id="824" name="0"/>
          <p:cNvSpPr/>
          <p:nvPr/>
        </p:nvSpPr>
        <p:spPr>
          <a:xfrm>
            <a:off x="2567985" y="8161828"/>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825" name="Oval"/>
          <p:cNvSpPr/>
          <p:nvPr/>
        </p:nvSpPr>
        <p:spPr>
          <a:xfrm>
            <a:off x="9389933" y="1695459"/>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826" name="Oval"/>
          <p:cNvSpPr/>
          <p:nvPr/>
        </p:nvSpPr>
        <p:spPr>
          <a:xfrm>
            <a:off x="9389933" y="2402350"/>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827" name="Oval"/>
          <p:cNvSpPr/>
          <p:nvPr/>
        </p:nvSpPr>
        <p:spPr>
          <a:xfrm>
            <a:off x="9389933" y="3109240"/>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828" name="Dreptunghi"/>
          <p:cNvSpPr/>
          <p:nvPr/>
        </p:nvSpPr>
        <p:spPr>
          <a:xfrm>
            <a:off x="9247620" y="1456850"/>
            <a:ext cx="922901" cy="3124152"/>
          </a:xfrm>
          <a:prstGeom prst="rect">
            <a:avLst/>
          </a:prstGeom>
          <a:ln w="25400">
            <a:solidFill>
              <a:schemeClr val="accent4"/>
            </a:solidFill>
          </a:ln>
        </p:spPr>
        <p:txBody>
          <a:bodyPr lIns="50800" tIns="50800" rIns="50800" bIns="50800" anchor="ctr"/>
          <a:lstStyle/>
          <a:p>
            <a:pPr/>
          </a:p>
        </p:txBody>
      </p:sp>
      <p:sp>
        <p:nvSpPr>
          <p:cNvPr id="829" name="Oval"/>
          <p:cNvSpPr/>
          <p:nvPr/>
        </p:nvSpPr>
        <p:spPr>
          <a:xfrm>
            <a:off x="9396521" y="3859885"/>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830" name="Linie"/>
          <p:cNvSpPr/>
          <p:nvPr/>
        </p:nvSpPr>
        <p:spPr>
          <a:xfrm flipV="1">
            <a:off x="12425673" y="5986130"/>
            <a:ext cx="2349817" cy="1034163"/>
          </a:xfrm>
          <a:prstGeom prst="line">
            <a:avLst/>
          </a:prstGeom>
          <a:ln w="25400">
            <a:solidFill>
              <a:schemeClr val="accent5"/>
            </a:solidFill>
            <a:tailEnd type="triangle"/>
          </a:ln>
        </p:spPr>
        <p:txBody>
          <a:bodyPr lIns="45718" tIns="45718" rIns="45718" bIns="45718"/>
          <a:lstStyle/>
          <a:p>
            <a:pPr/>
          </a:p>
        </p:txBody>
      </p:sp>
      <p:sp>
        <p:nvSpPr>
          <p:cNvPr id="831" name="Oval"/>
          <p:cNvSpPr/>
          <p:nvPr/>
        </p:nvSpPr>
        <p:spPr>
          <a:xfrm>
            <a:off x="14908896" y="5560368"/>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832" name="Oval"/>
          <p:cNvSpPr/>
          <p:nvPr/>
        </p:nvSpPr>
        <p:spPr>
          <a:xfrm>
            <a:off x="14908896" y="6267259"/>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833" name="Oval"/>
          <p:cNvSpPr/>
          <p:nvPr/>
        </p:nvSpPr>
        <p:spPr>
          <a:xfrm>
            <a:off x="14908896" y="6974149"/>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834" name="Dreptunghi"/>
          <p:cNvSpPr/>
          <p:nvPr/>
        </p:nvSpPr>
        <p:spPr>
          <a:xfrm>
            <a:off x="14766583" y="5321759"/>
            <a:ext cx="922901" cy="3124152"/>
          </a:xfrm>
          <a:prstGeom prst="rect">
            <a:avLst/>
          </a:prstGeom>
          <a:ln w="25400">
            <a:solidFill>
              <a:schemeClr val="accent4"/>
            </a:solidFill>
          </a:ln>
        </p:spPr>
        <p:txBody>
          <a:bodyPr lIns="50800" tIns="50800" rIns="50800" bIns="50800" anchor="ctr"/>
          <a:lstStyle/>
          <a:p>
            <a:pPr/>
          </a:p>
        </p:txBody>
      </p:sp>
      <p:sp>
        <p:nvSpPr>
          <p:cNvPr id="835" name="Oval"/>
          <p:cNvSpPr/>
          <p:nvPr/>
        </p:nvSpPr>
        <p:spPr>
          <a:xfrm>
            <a:off x="14915484" y="7724794"/>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836" name="Linie"/>
          <p:cNvSpPr/>
          <p:nvPr/>
        </p:nvSpPr>
        <p:spPr>
          <a:xfrm flipV="1">
            <a:off x="12433521" y="6705637"/>
            <a:ext cx="2331133" cy="383559"/>
          </a:xfrm>
          <a:prstGeom prst="line">
            <a:avLst/>
          </a:prstGeom>
          <a:ln w="25400">
            <a:solidFill>
              <a:schemeClr val="accent5"/>
            </a:solidFill>
            <a:tailEnd type="triangle"/>
          </a:ln>
        </p:spPr>
        <p:txBody>
          <a:bodyPr lIns="45718" tIns="45718" rIns="45718" bIns="45718"/>
          <a:lstStyle/>
          <a:p>
            <a:pPr/>
          </a:p>
        </p:txBody>
      </p:sp>
      <p:sp>
        <p:nvSpPr>
          <p:cNvPr id="837" name="Linie"/>
          <p:cNvSpPr/>
          <p:nvPr/>
        </p:nvSpPr>
        <p:spPr>
          <a:xfrm>
            <a:off x="12454813" y="7106256"/>
            <a:ext cx="2287593" cy="207314"/>
          </a:xfrm>
          <a:prstGeom prst="line">
            <a:avLst/>
          </a:prstGeom>
          <a:ln w="25400">
            <a:solidFill>
              <a:schemeClr val="accent5"/>
            </a:solidFill>
            <a:tailEnd type="triangle"/>
          </a:ln>
        </p:spPr>
        <p:txBody>
          <a:bodyPr lIns="45718" tIns="45718" rIns="45718" bIns="45718"/>
          <a:lstStyle/>
          <a:p>
            <a:pPr/>
          </a:p>
        </p:txBody>
      </p:sp>
      <p:sp>
        <p:nvSpPr>
          <p:cNvPr id="838" name="Linie"/>
          <p:cNvSpPr/>
          <p:nvPr/>
        </p:nvSpPr>
        <p:spPr>
          <a:xfrm>
            <a:off x="12599057" y="7049313"/>
            <a:ext cx="2342601" cy="1079718"/>
          </a:xfrm>
          <a:prstGeom prst="line">
            <a:avLst/>
          </a:prstGeom>
          <a:ln w="25400">
            <a:solidFill>
              <a:schemeClr val="accent5"/>
            </a:solidFill>
            <a:tailEnd type="triangle"/>
          </a:ln>
        </p:spPr>
        <p:txBody>
          <a:bodyPr lIns="45718" tIns="45718" rIns="45718" bIns="45718"/>
          <a:lstStyle/>
          <a:p>
            <a:pPr/>
          </a:p>
        </p:txBody>
      </p:sp>
      <p:sp>
        <p:nvSpPr>
          <p:cNvPr id="839" name="Linie"/>
          <p:cNvSpPr/>
          <p:nvPr/>
        </p:nvSpPr>
        <p:spPr>
          <a:xfrm flipV="1">
            <a:off x="17759702" y="10378413"/>
            <a:ext cx="1617697" cy="843620"/>
          </a:xfrm>
          <a:prstGeom prst="line">
            <a:avLst/>
          </a:prstGeom>
          <a:ln w="25400">
            <a:solidFill>
              <a:schemeClr val="accent5"/>
            </a:solidFill>
            <a:tailEnd type="triangle"/>
          </a:ln>
        </p:spPr>
        <p:txBody>
          <a:bodyPr lIns="45718" tIns="45718" rIns="45718" bIns="45718"/>
          <a:lstStyle/>
          <a:p>
            <a:pPr/>
          </a:p>
        </p:txBody>
      </p:sp>
      <p:sp>
        <p:nvSpPr>
          <p:cNvPr id="840" name="Oval"/>
          <p:cNvSpPr/>
          <p:nvPr/>
        </p:nvSpPr>
        <p:spPr>
          <a:xfrm>
            <a:off x="19542456" y="9932857"/>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841" name="Oval"/>
          <p:cNvSpPr/>
          <p:nvPr/>
        </p:nvSpPr>
        <p:spPr>
          <a:xfrm>
            <a:off x="19542456" y="10639748"/>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842" name="Oval"/>
          <p:cNvSpPr/>
          <p:nvPr/>
        </p:nvSpPr>
        <p:spPr>
          <a:xfrm>
            <a:off x="19542456" y="11346638"/>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843" name="Dreptunghi"/>
          <p:cNvSpPr/>
          <p:nvPr/>
        </p:nvSpPr>
        <p:spPr>
          <a:xfrm>
            <a:off x="19400144" y="9694248"/>
            <a:ext cx="922901" cy="3124152"/>
          </a:xfrm>
          <a:prstGeom prst="rect">
            <a:avLst/>
          </a:prstGeom>
          <a:ln w="25400">
            <a:solidFill>
              <a:schemeClr val="accent4"/>
            </a:solidFill>
          </a:ln>
        </p:spPr>
        <p:txBody>
          <a:bodyPr lIns="50800" tIns="50800" rIns="50800" bIns="50800" anchor="ctr"/>
          <a:lstStyle/>
          <a:p>
            <a:pPr/>
          </a:p>
        </p:txBody>
      </p:sp>
      <p:sp>
        <p:nvSpPr>
          <p:cNvPr id="844" name="Oval"/>
          <p:cNvSpPr/>
          <p:nvPr/>
        </p:nvSpPr>
        <p:spPr>
          <a:xfrm>
            <a:off x="19549045" y="12097283"/>
            <a:ext cx="638276" cy="614651"/>
          </a:xfrm>
          <a:prstGeom prst="ellipse">
            <a:avLst/>
          </a:prstGeom>
          <a:solidFill>
            <a:srgbClr val="FFFFFF"/>
          </a:solidFill>
          <a:ln w="25400">
            <a:solidFill>
              <a:schemeClr val="accent4"/>
            </a:solidFill>
          </a:ln>
        </p:spPr>
        <p:txBody>
          <a:bodyPr lIns="50800" tIns="50800" rIns="50800" bIns="50800" anchor="ctr"/>
          <a:lstStyle/>
          <a:p>
            <a:pPr/>
          </a:p>
        </p:txBody>
      </p:sp>
      <p:sp>
        <p:nvSpPr>
          <p:cNvPr id="845" name="Linie"/>
          <p:cNvSpPr/>
          <p:nvPr/>
        </p:nvSpPr>
        <p:spPr>
          <a:xfrm flipV="1">
            <a:off x="17767551" y="10976456"/>
            <a:ext cx="1736785" cy="314479"/>
          </a:xfrm>
          <a:prstGeom prst="line">
            <a:avLst/>
          </a:prstGeom>
          <a:ln w="25400">
            <a:solidFill>
              <a:schemeClr val="accent5"/>
            </a:solidFill>
            <a:tailEnd type="triangle"/>
          </a:ln>
        </p:spPr>
        <p:txBody>
          <a:bodyPr lIns="45718" tIns="45718" rIns="45718" bIns="45718"/>
          <a:lstStyle/>
          <a:p>
            <a:pPr/>
          </a:p>
        </p:txBody>
      </p:sp>
      <p:sp>
        <p:nvSpPr>
          <p:cNvPr id="846" name="Linie"/>
          <p:cNvSpPr/>
          <p:nvPr/>
        </p:nvSpPr>
        <p:spPr>
          <a:xfrm>
            <a:off x="17788844" y="11307995"/>
            <a:ext cx="1593704" cy="190418"/>
          </a:xfrm>
          <a:prstGeom prst="line">
            <a:avLst/>
          </a:prstGeom>
          <a:ln w="25400">
            <a:solidFill>
              <a:schemeClr val="accent5"/>
            </a:solidFill>
            <a:tailEnd type="triangle"/>
          </a:ln>
        </p:spPr>
        <p:txBody>
          <a:bodyPr lIns="45718" tIns="45718" rIns="45718" bIns="45718"/>
          <a:lstStyle/>
          <a:p>
            <a:pPr/>
          </a:p>
        </p:txBody>
      </p:sp>
      <p:sp>
        <p:nvSpPr>
          <p:cNvPr id="847" name="Linie"/>
          <p:cNvSpPr/>
          <p:nvPr/>
        </p:nvSpPr>
        <p:spPr>
          <a:xfrm>
            <a:off x="17933089" y="11251053"/>
            <a:ext cx="1409829" cy="843872"/>
          </a:xfrm>
          <a:prstGeom prst="line">
            <a:avLst/>
          </a:prstGeom>
          <a:ln w="25400">
            <a:solidFill>
              <a:schemeClr val="accent5"/>
            </a:solidFill>
            <a:tailEnd type="triangle"/>
          </a:ln>
        </p:spPr>
        <p:txBody>
          <a:bodyPr lIns="45718" tIns="45718" rIns="45718" bIns="45718"/>
          <a:lstStyle/>
          <a:p>
            <a:pPr/>
          </a:p>
        </p:txBody>
      </p:sp>
      <p:sp>
        <p:nvSpPr>
          <p:cNvPr id="848" name="Linie"/>
          <p:cNvSpPr/>
          <p:nvPr/>
        </p:nvSpPr>
        <p:spPr>
          <a:xfrm>
            <a:off x="10183827" y="3133966"/>
            <a:ext cx="1055815" cy="1"/>
          </a:xfrm>
          <a:prstGeom prst="line">
            <a:avLst/>
          </a:prstGeom>
          <a:ln w="25400">
            <a:solidFill>
              <a:schemeClr val="accent1"/>
            </a:solidFill>
            <a:tailEnd type="triangle"/>
          </a:ln>
        </p:spPr>
        <p:txBody>
          <a:bodyPr lIns="45718" tIns="45718" rIns="45718" bIns="45718"/>
          <a:lstStyle/>
          <a:p>
            <a:pPr/>
          </a:p>
        </p:txBody>
      </p:sp>
      <p:sp>
        <p:nvSpPr>
          <p:cNvPr id="849" name="Linie"/>
          <p:cNvSpPr/>
          <p:nvPr/>
        </p:nvSpPr>
        <p:spPr>
          <a:xfrm>
            <a:off x="15675795" y="6833451"/>
            <a:ext cx="1055815" cy="1"/>
          </a:xfrm>
          <a:prstGeom prst="line">
            <a:avLst/>
          </a:prstGeom>
          <a:ln w="25400">
            <a:solidFill>
              <a:schemeClr val="accent1"/>
            </a:solidFill>
            <a:tailEnd type="triangle"/>
          </a:ln>
        </p:spPr>
        <p:txBody>
          <a:bodyPr lIns="45718" tIns="45718" rIns="45718" bIns="45718"/>
          <a:lstStyle/>
          <a:p>
            <a:pPr/>
          </a:p>
        </p:txBody>
      </p:sp>
      <p:sp>
        <p:nvSpPr>
          <p:cNvPr id="850" name="Linie"/>
          <p:cNvSpPr/>
          <p:nvPr/>
        </p:nvSpPr>
        <p:spPr>
          <a:xfrm>
            <a:off x="20382186" y="11120813"/>
            <a:ext cx="497401" cy="1"/>
          </a:xfrm>
          <a:prstGeom prst="line">
            <a:avLst/>
          </a:prstGeom>
          <a:ln w="25400">
            <a:solidFill>
              <a:schemeClr val="accent1"/>
            </a:solidFill>
            <a:tailEnd type="triangle"/>
          </a:ln>
        </p:spPr>
        <p:txBody>
          <a:bodyPr lIns="45718" tIns="45718" rIns="45718" bIns="45718"/>
          <a:lstStyle/>
          <a:p>
            <a:pPr/>
          </a:p>
        </p:txBody>
      </p:sp>
      <p:sp>
        <p:nvSpPr>
          <p:cNvPr id="851" name="Softmax"/>
          <p:cNvSpPr/>
          <p:nvPr/>
        </p:nvSpPr>
        <p:spPr>
          <a:xfrm>
            <a:off x="11230599" y="2448987"/>
            <a:ext cx="1270001" cy="1270001"/>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defRPr sz="2300"/>
            </a:lvl1pPr>
          </a:lstStyle>
          <a:p>
            <a:pPr/>
            <a:r>
              <a:t>Softmax</a:t>
            </a:r>
          </a:p>
        </p:txBody>
      </p:sp>
      <p:sp>
        <p:nvSpPr>
          <p:cNvPr id="852" name="Softmax"/>
          <p:cNvSpPr/>
          <p:nvPr/>
        </p:nvSpPr>
        <p:spPr>
          <a:xfrm>
            <a:off x="16609855" y="6078994"/>
            <a:ext cx="1270001" cy="1270001"/>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defRPr sz="2300"/>
            </a:lvl1pPr>
          </a:lstStyle>
          <a:p>
            <a:pPr/>
            <a:r>
              <a:t>Softmax</a:t>
            </a:r>
          </a:p>
        </p:txBody>
      </p:sp>
      <p:sp>
        <p:nvSpPr>
          <p:cNvPr id="853" name="Softmax"/>
          <p:cNvSpPr/>
          <p:nvPr/>
        </p:nvSpPr>
        <p:spPr>
          <a:xfrm>
            <a:off x="20934779" y="10391504"/>
            <a:ext cx="1270001" cy="1270001"/>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defRPr sz="2300"/>
            </a:lvl1pPr>
          </a:lstStyle>
          <a:p>
            <a:pPr/>
            <a:r>
              <a:t>Softmax</a:t>
            </a:r>
          </a:p>
        </p:txBody>
      </p:sp>
      <p:sp>
        <p:nvSpPr>
          <p:cNvPr id="854" name="0.2"/>
          <p:cNvSpPr/>
          <p:nvPr/>
        </p:nvSpPr>
        <p:spPr>
          <a:xfrm>
            <a:off x="13370842" y="1403269"/>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0.2</a:t>
            </a:r>
          </a:p>
        </p:txBody>
      </p:sp>
      <p:sp>
        <p:nvSpPr>
          <p:cNvPr id="855" name="0.1"/>
          <p:cNvSpPr/>
          <p:nvPr/>
        </p:nvSpPr>
        <p:spPr>
          <a:xfrm>
            <a:off x="13370842" y="2110160"/>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0.1</a:t>
            </a:r>
          </a:p>
        </p:txBody>
      </p:sp>
      <p:sp>
        <p:nvSpPr>
          <p:cNvPr id="856" name="0.6"/>
          <p:cNvSpPr/>
          <p:nvPr/>
        </p:nvSpPr>
        <p:spPr>
          <a:xfrm>
            <a:off x="13370842" y="2817050"/>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0.6</a:t>
            </a:r>
          </a:p>
        </p:txBody>
      </p:sp>
      <p:sp>
        <p:nvSpPr>
          <p:cNvPr id="857" name="Dreptunghi"/>
          <p:cNvSpPr/>
          <p:nvPr/>
        </p:nvSpPr>
        <p:spPr>
          <a:xfrm>
            <a:off x="13228530" y="1164660"/>
            <a:ext cx="922901" cy="3124152"/>
          </a:xfrm>
          <a:prstGeom prst="rect">
            <a:avLst/>
          </a:prstGeom>
          <a:ln w="25400">
            <a:solidFill>
              <a:schemeClr val="accent4"/>
            </a:solidFill>
          </a:ln>
        </p:spPr>
        <p:txBody>
          <a:bodyPr lIns="50800" tIns="50800" rIns="50800" bIns="50800" anchor="ctr"/>
          <a:lstStyle/>
          <a:p>
            <a:pPr/>
          </a:p>
        </p:txBody>
      </p:sp>
      <p:sp>
        <p:nvSpPr>
          <p:cNvPr id="858" name="0.1"/>
          <p:cNvSpPr/>
          <p:nvPr/>
        </p:nvSpPr>
        <p:spPr>
          <a:xfrm>
            <a:off x="13377431" y="3567696"/>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0.1</a:t>
            </a:r>
          </a:p>
        </p:txBody>
      </p:sp>
      <p:sp>
        <p:nvSpPr>
          <p:cNvPr id="859" name="0.5"/>
          <p:cNvSpPr/>
          <p:nvPr/>
        </p:nvSpPr>
        <p:spPr>
          <a:xfrm>
            <a:off x="18575387" y="5390527"/>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0.5</a:t>
            </a:r>
          </a:p>
        </p:txBody>
      </p:sp>
      <p:sp>
        <p:nvSpPr>
          <p:cNvPr id="860" name="0.3"/>
          <p:cNvSpPr/>
          <p:nvPr/>
        </p:nvSpPr>
        <p:spPr>
          <a:xfrm>
            <a:off x="18575387" y="6097418"/>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0.3</a:t>
            </a:r>
          </a:p>
        </p:txBody>
      </p:sp>
      <p:sp>
        <p:nvSpPr>
          <p:cNvPr id="861" name="0.2"/>
          <p:cNvSpPr/>
          <p:nvPr/>
        </p:nvSpPr>
        <p:spPr>
          <a:xfrm>
            <a:off x="18575387" y="6804308"/>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0.2</a:t>
            </a:r>
          </a:p>
        </p:txBody>
      </p:sp>
      <p:sp>
        <p:nvSpPr>
          <p:cNvPr id="862" name="Dreptunghi"/>
          <p:cNvSpPr/>
          <p:nvPr/>
        </p:nvSpPr>
        <p:spPr>
          <a:xfrm>
            <a:off x="18433074" y="5151918"/>
            <a:ext cx="922901" cy="3124152"/>
          </a:xfrm>
          <a:prstGeom prst="rect">
            <a:avLst/>
          </a:prstGeom>
          <a:ln w="25400">
            <a:solidFill>
              <a:schemeClr val="accent4"/>
            </a:solidFill>
          </a:ln>
        </p:spPr>
        <p:txBody>
          <a:bodyPr lIns="50800" tIns="50800" rIns="50800" bIns="50800" anchor="ctr"/>
          <a:lstStyle/>
          <a:p>
            <a:pPr/>
          </a:p>
        </p:txBody>
      </p:sp>
      <p:sp>
        <p:nvSpPr>
          <p:cNvPr id="863" name="0.1"/>
          <p:cNvSpPr/>
          <p:nvPr/>
        </p:nvSpPr>
        <p:spPr>
          <a:xfrm>
            <a:off x="18581975" y="7554954"/>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0.1</a:t>
            </a:r>
          </a:p>
        </p:txBody>
      </p:sp>
      <p:sp>
        <p:nvSpPr>
          <p:cNvPr id="864" name="0.1"/>
          <p:cNvSpPr/>
          <p:nvPr/>
        </p:nvSpPr>
        <p:spPr>
          <a:xfrm>
            <a:off x="22792140" y="9797346"/>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0.1</a:t>
            </a:r>
          </a:p>
        </p:txBody>
      </p:sp>
      <p:sp>
        <p:nvSpPr>
          <p:cNvPr id="865" name="0.1"/>
          <p:cNvSpPr/>
          <p:nvPr/>
        </p:nvSpPr>
        <p:spPr>
          <a:xfrm>
            <a:off x="22792140" y="10504237"/>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0.1</a:t>
            </a:r>
          </a:p>
        </p:txBody>
      </p:sp>
      <p:sp>
        <p:nvSpPr>
          <p:cNvPr id="866" name="0.7"/>
          <p:cNvSpPr/>
          <p:nvPr/>
        </p:nvSpPr>
        <p:spPr>
          <a:xfrm>
            <a:off x="22792140" y="11211127"/>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0.7</a:t>
            </a:r>
          </a:p>
        </p:txBody>
      </p:sp>
      <p:sp>
        <p:nvSpPr>
          <p:cNvPr id="867" name="Dreptunghi"/>
          <p:cNvSpPr/>
          <p:nvPr/>
        </p:nvSpPr>
        <p:spPr>
          <a:xfrm>
            <a:off x="22649828" y="9558737"/>
            <a:ext cx="922901" cy="3124152"/>
          </a:xfrm>
          <a:prstGeom prst="rect">
            <a:avLst/>
          </a:prstGeom>
          <a:ln w="25400">
            <a:solidFill>
              <a:schemeClr val="accent4"/>
            </a:solidFill>
          </a:ln>
        </p:spPr>
        <p:txBody>
          <a:bodyPr lIns="50800" tIns="50800" rIns="50800" bIns="50800" anchor="ctr"/>
          <a:lstStyle/>
          <a:p>
            <a:pPr/>
          </a:p>
        </p:txBody>
      </p:sp>
      <p:sp>
        <p:nvSpPr>
          <p:cNvPr id="868" name="0.1"/>
          <p:cNvSpPr/>
          <p:nvPr/>
        </p:nvSpPr>
        <p:spPr>
          <a:xfrm>
            <a:off x="22798729" y="11961772"/>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0.1</a:t>
            </a:r>
          </a:p>
        </p:txBody>
      </p:sp>
      <p:sp>
        <p:nvSpPr>
          <p:cNvPr id="869" name="Linie"/>
          <p:cNvSpPr/>
          <p:nvPr/>
        </p:nvSpPr>
        <p:spPr>
          <a:xfrm>
            <a:off x="12535901" y="3133966"/>
            <a:ext cx="663676" cy="1"/>
          </a:xfrm>
          <a:prstGeom prst="line">
            <a:avLst/>
          </a:prstGeom>
          <a:ln w="25400">
            <a:solidFill>
              <a:schemeClr val="accent1"/>
            </a:solidFill>
            <a:tailEnd type="triangle"/>
          </a:ln>
        </p:spPr>
        <p:txBody>
          <a:bodyPr lIns="45718" tIns="45718" rIns="45718" bIns="45718"/>
          <a:lstStyle/>
          <a:p>
            <a:pPr/>
          </a:p>
        </p:txBody>
      </p:sp>
      <p:sp>
        <p:nvSpPr>
          <p:cNvPr id="870" name="Linie"/>
          <p:cNvSpPr/>
          <p:nvPr/>
        </p:nvSpPr>
        <p:spPr>
          <a:xfrm>
            <a:off x="17845316" y="6833451"/>
            <a:ext cx="663676" cy="1"/>
          </a:xfrm>
          <a:prstGeom prst="line">
            <a:avLst/>
          </a:prstGeom>
          <a:ln w="25400">
            <a:solidFill>
              <a:schemeClr val="accent1"/>
            </a:solidFill>
            <a:tailEnd type="triangle"/>
          </a:ln>
        </p:spPr>
        <p:txBody>
          <a:bodyPr lIns="45718" tIns="45718" rIns="45718" bIns="45718"/>
          <a:lstStyle/>
          <a:p>
            <a:pPr/>
          </a:p>
        </p:txBody>
      </p:sp>
      <p:sp>
        <p:nvSpPr>
          <p:cNvPr id="871" name="Linie"/>
          <p:cNvSpPr/>
          <p:nvPr/>
        </p:nvSpPr>
        <p:spPr>
          <a:xfrm>
            <a:off x="22213247" y="11164565"/>
            <a:ext cx="375741" cy="1"/>
          </a:xfrm>
          <a:prstGeom prst="line">
            <a:avLst/>
          </a:prstGeom>
          <a:ln w="25400">
            <a:solidFill>
              <a:schemeClr val="accent1"/>
            </a:solidFill>
            <a:tailEnd type="triangle"/>
          </a:ln>
        </p:spPr>
        <p:txBody>
          <a:bodyPr lIns="45718" tIns="45718" rIns="45718" bIns="45718"/>
          <a:lstStyle/>
          <a:p>
            <a:pPr/>
          </a:p>
        </p:txBody>
      </p:sp>
      <p:sp>
        <p:nvSpPr>
          <p:cNvPr id="872" name="Întoarcere la spațiul vocabularului"/>
          <p:cNvSpPr txBox="1"/>
          <p:nvPr/>
        </p:nvSpPr>
        <p:spPr>
          <a:xfrm>
            <a:off x="8272371" y="973673"/>
            <a:ext cx="2823617" cy="36652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400"/>
            </a:lvl1pPr>
          </a:lstStyle>
          <a:p>
            <a:pPr/>
            <a:r>
              <a:t>Întoarcere la spațiul vocabularului</a:t>
            </a:r>
          </a:p>
        </p:txBody>
      </p:sp>
      <p:sp>
        <p:nvSpPr>
          <p:cNvPr id="873" name="Distribuție de probabilități"/>
          <p:cNvSpPr txBox="1"/>
          <p:nvPr/>
        </p:nvSpPr>
        <p:spPr>
          <a:xfrm>
            <a:off x="12604696" y="669568"/>
            <a:ext cx="2253057" cy="36652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400"/>
            </a:lvl1pPr>
          </a:lstStyle>
          <a:p>
            <a:pPr/>
            <a:r>
              <a:t>Distribuție de probabilități</a:t>
            </a:r>
          </a:p>
        </p:txBody>
      </p:sp>
      <p:sp>
        <p:nvSpPr>
          <p:cNvPr id="874" name="Linie"/>
          <p:cNvSpPr/>
          <p:nvPr/>
        </p:nvSpPr>
        <p:spPr>
          <a:xfrm flipV="1">
            <a:off x="6748828" y="2013715"/>
            <a:ext cx="2349817" cy="1034162"/>
          </a:xfrm>
          <a:prstGeom prst="line">
            <a:avLst/>
          </a:prstGeom>
          <a:ln w="25400">
            <a:solidFill>
              <a:schemeClr val="accent5"/>
            </a:solidFill>
            <a:tailEnd type="triangle"/>
          </a:ln>
        </p:spPr>
        <p:txBody>
          <a:bodyPr lIns="45718" tIns="45718" rIns="45718" bIns="45718"/>
          <a:lstStyle/>
          <a:p>
            <a:pPr/>
          </a:p>
        </p:txBody>
      </p:sp>
      <p:sp>
        <p:nvSpPr>
          <p:cNvPr id="875" name="Linie"/>
          <p:cNvSpPr/>
          <p:nvPr/>
        </p:nvSpPr>
        <p:spPr>
          <a:xfrm flipV="1">
            <a:off x="6756676" y="2733221"/>
            <a:ext cx="2331133" cy="383559"/>
          </a:xfrm>
          <a:prstGeom prst="line">
            <a:avLst/>
          </a:prstGeom>
          <a:ln w="25400">
            <a:solidFill>
              <a:schemeClr val="accent5"/>
            </a:solidFill>
            <a:tailEnd type="triangle"/>
          </a:ln>
        </p:spPr>
        <p:txBody>
          <a:bodyPr lIns="45718" tIns="45718" rIns="45718" bIns="45718"/>
          <a:lstStyle/>
          <a:p>
            <a:pPr/>
          </a:p>
        </p:txBody>
      </p:sp>
      <p:sp>
        <p:nvSpPr>
          <p:cNvPr id="876" name="Linie"/>
          <p:cNvSpPr/>
          <p:nvPr/>
        </p:nvSpPr>
        <p:spPr>
          <a:xfrm>
            <a:off x="6777968" y="3133840"/>
            <a:ext cx="2287593" cy="207314"/>
          </a:xfrm>
          <a:prstGeom prst="line">
            <a:avLst/>
          </a:prstGeom>
          <a:ln w="25400">
            <a:solidFill>
              <a:schemeClr val="accent5"/>
            </a:solidFill>
            <a:tailEnd type="triangle"/>
          </a:ln>
        </p:spPr>
        <p:txBody>
          <a:bodyPr lIns="45718" tIns="45718" rIns="45718" bIns="45718"/>
          <a:lstStyle/>
          <a:p>
            <a:pPr/>
          </a:p>
        </p:txBody>
      </p:sp>
      <p:sp>
        <p:nvSpPr>
          <p:cNvPr id="877" name="Linie"/>
          <p:cNvSpPr/>
          <p:nvPr/>
        </p:nvSpPr>
        <p:spPr>
          <a:xfrm>
            <a:off x="6922212" y="3076898"/>
            <a:ext cx="2342601" cy="1079718"/>
          </a:xfrm>
          <a:prstGeom prst="line">
            <a:avLst/>
          </a:prstGeom>
          <a:ln w="25400">
            <a:solidFill>
              <a:schemeClr val="accent5"/>
            </a:solidFill>
            <a:tailEnd type="triangle"/>
          </a:ln>
        </p:spPr>
        <p:txBody>
          <a:bodyPr lIns="45718" tIns="45718" rIns="45718" bIns="45718"/>
          <a:lstStyle/>
          <a:p>
            <a:pPr/>
          </a:p>
        </p:txBody>
      </p:sp>
      <p:sp>
        <p:nvSpPr>
          <p:cNvPr id="878" name="1"/>
          <p:cNvSpPr/>
          <p:nvPr/>
        </p:nvSpPr>
        <p:spPr>
          <a:xfrm>
            <a:off x="1282669" y="1668173"/>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1</a:t>
            </a:r>
          </a:p>
        </p:txBody>
      </p:sp>
      <p:sp>
        <p:nvSpPr>
          <p:cNvPr id="879" name="Oval"/>
          <p:cNvSpPr/>
          <p:nvPr/>
        </p:nvSpPr>
        <p:spPr>
          <a:xfrm>
            <a:off x="3088631" y="1398834"/>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880" name="Oval"/>
          <p:cNvSpPr/>
          <p:nvPr/>
        </p:nvSpPr>
        <p:spPr>
          <a:xfrm>
            <a:off x="3088631" y="2036134"/>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881" name="Oval"/>
          <p:cNvSpPr/>
          <p:nvPr/>
        </p:nvSpPr>
        <p:spPr>
          <a:xfrm>
            <a:off x="3088631" y="2692634"/>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882" name="Oval"/>
          <p:cNvSpPr/>
          <p:nvPr/>
        </p:nvSpPr>
        <p:spPr>
          <a:xfrm>
            <a:off x="3088631" y="3349135"/>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883" name="Oval"/>
          <p:cNvSpPr/>
          <p:nvPr/>
        </p:nvSpPr>
        <p:spPr>
          <a:xfrm>
            <a:off x="3088631" y="3986435"/>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884" name="Linie"/>
          <p:cNvSpPr/>
          <p:nvPr/>
        </p:nvSpPr>
        <p:spPr>
          <a:xfrm>
            <a:off x="2175326" y="3009488"/>
            <a:ext cx="801887" cy="1"/>
          </a:xfrm>
          <a:prstGeom prst="line">
            <a:avLst/>
          </a:prstGeom>
          <a:ln w="25400">
            <a:solidFill>
              <a:schemeClr val="accent5"/>
            </a:solidFill>
            <a:tailEnd type="triangle"/>
          </a:ln>
        </p:spPr>
        <p:txBody>
          <a:bodyPr lIns="45718" tIns="45718" rIns="45718" bIns="45718"/>
          <a:lstStyle/>
          <a:p>
            <a:pPr/>
          </a:p>
        </p:txBody>
      </p:sp>
      <p:sp>
        <p:nvSpPr>
          <p:cNvPr id="885" name="Linie"/>
          <p:cNvSpPr/>
          <p:nvPr/>
        </p:nvSpPr>
        <p:spPr>
          <a:xfrm flipV="1">
            <a:off x="2175325" y="2342254"/>
            <a:ext cx="808445" cy="667235"/>
          </a:xfrm>
          <a:prstGeom prst="line">
            <a:avLst/>
          </a:prstGeom>
          <a:ln w="25400">
            <a:solidFill>
              <a:schemeClr val="accent5"/>
            </a:solidFill>
            <a:tailEnd type="triangle"/>
          </a:ln>
        </p:spPr>
        <p:txBody>
          <a:bodyPr lIns="45718" tIns="45718" rIns="45718" bIns="45718"/>
          <a:lstStyle/>
          <a:p>
            <a:pPr/>
          </a:p>
        </p:txBody>
      </p:sp>
      <p:sp>
        <p:nvSpPr>
          <p:cNvPr id="886" name="Linie"/>
          <p:cNvSpPr/>
          <p:nvPr/>
        </p:nvSpPr>
        <p:spPr>
          <a:xfrm>
            <a:off x="2147975" y="3009489"/>
            <a:ext cx="863691" cy="628771"/>
          </a:xfrm>
          <a:prstGeom prst="line">
            <a:avLst/>
          </a:prstGeom>
          <a:ln w="25400">
            <a:solidFill>
              <a:schemeClr val="accent5"/>
            </a:solidFill>
            <a:tailEnd type="triangle"/>
          </a:ln>
        </p:spPr>
        <p:txBody>
          <a:bodyPr lIns="45718" tIns="45718" rIns="45718" bIns="45718"/>
          <a:lstStyle/>
          <a:p>
            <a:pPr/>
          </a:p>
        </p:txBody>
      </p:sp>
      <p:sp>
        <p:nvSpPr>
          <p:cNvPr id="887" name="Linie"/>
          <p:cNvSpPr/>
          <p:nvPr/>
        </p:nvSpPr>
        <p:spPr>
          <a:xfrm>
            <a:off x="2147975" y="3009488"/>
            <a:ext cx="866497" cy="1301886"/>
          </a:xfrm>
          <a:prstGeom prst="line">
            <a:avLst/>
          </a:prstGeom>
          <a:ln w="25400">
            <a:solidFill>
              <a:schemeClr val="accent5"/>
            </a:solidFill>
            <a:tailEnd type="triangle"/>
          </a:ln>
        </p:spPr>
        <p:txBody>
          <a:bodyPr lIns="45718" tIns="45718" rIns="45718" bIns="45718"/>
          <a:lstStyle/>
          <a:p>
            <a:pPr/>
          </a:p>
        </p:txBody>
      </p:sp>
      <p:sp>
        <p:nvSpPr>
          <p:cNvPr id="888" name="Linie"/>
          <p:cNvSpPr/>
          <p:nvPr/>
        </p:nvSpPr>
        <p:spPr>
          <a:xfrm flipV="1">
            <a:off x="2168768" y="1939570"/>
            <a:ext cx="791723" cy="1071124"/>
          </a:xfrm>
          <a:prstGeom prst="line">
            <a:avLst/>
          </a:prstGeom>
          <a:ln w="25400">
            <a:solidFill>
              <a:schemeClr val="accent5"/>
            </a:solidFill>
            <a:tailEnd type="triangle"/>
          </a:ln>
        </p:spPr>
        <p:txBody>
          <a:bodyPr lIns="45718" tIns="45718" rIns="45718" bIns="45718"/>
          <a:lstStyle/>
          <a:p>
            <a:pPr/>
          </a:p>
        </p:txBody>
      </p:sp>
      <p:sp>
        <p:nvSpPr>
          <p:cNvPr id="889" name="Dreptunghi"/>
          <p:cNvSpPr/>
          <p:nvPr/>
        </p:nvSpPr>
        <p:spPr>
          <a:xfrm>
            <a:off x="2961631" y="1091908"/>
            <a:ext cx="892276" cy="3835161"/>
          </a:xfrm>
          <a:prstGeom prst="rect">
            <a:avLst/>
          </a:prstGeom>
          <a:ln w="25400">
            <a:solidFill>
              <a:schemeClr val="accent1"/>
            </a:solidFill>
          </a:ln>
        </p:spPr>
        <p:txBody>
          <a:bodyPr lIns="50800" tIns="50800" rIns="50800" bIns="50800" anchor="ctr"/>
          <a:lstStyle/>
          <a:p>
            <a:pPr/>
          </a:p>
        </p:txBody>
      </p:sp>
      <p:sp>
        <p:nvSpPr>
          <p:cNvPr id="890" name="0"/>
          <p:cNvSpPr/>
          <p:nvPr/>
        </p:nvSpPr>
        <p:spPr>
          <a:xfrm>
            <a:off x="1282669" y="2364817"/>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891" name="0"/>
          <p:cNvSpPr/>
          <p:nvPr/>
        </p:nvSpPr>
        <p:spPr>
          <a:xfrm>
            <a:off x="1282669" y="3064091"/>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892" name="Dreptunghi"/>
          <p:cNvSpPr/>
          <p:nvPr/>
        </p:nvSpPr>
        <p:spPr>
          <a:xfrm>
            <a:off x="1140356" y="1419318"/>
            <a:ext cx="922901" cy="3283204"/>
          </a:xfrm>
          <a:prstGeom prst="rect">
            <a:avLst/>
          </a:prstGeom>
          <a:ln w="25400">
            <a:solidFill>
              <a:schemeClr val="accent4"/>
            </a:solidFill>
          </a:ln>
        </p:spPr>
        <p:txBody>
          <a:bodyPr lIns="50800" tIns="50800" rIns="50800" bIns="50800" anchor="ctr"/>
          <a:lstStyle/>
          <a:p>
            <a:pPr/>
          </a:p>
        </p:txBody>
      </p:sp>
      <p:sp>
        <p:nvSpPr>
          <p:cNvPr id="893" name="Neuroni de intrare"/>
          <p:cNvSpPr txBox="1"/>
          <p:nvPr/>
        </p:nvSpPr>
        <p:spPr>
          <a:xfrm>
            <a:off x="59467" y="898547"/>
            <a:ext cx="2299908" cy="49263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100"/>
            </a:lvl1pPr>
          </a:lstStyle>
          <a:p>
            <a:pPr/>
            <a:r>
              <a:t>Neuroni de intrare</a:t>
            </a:r>
          </a:p>
        </p:txBody>
      </p:sp>
      <p:sp>
        <p:nvSpPr>
          <p:cNvPr id="894" name="Vector hidden state"/>
          <p:cNvSpPr txBox="1"/>
          <p:nvPr/>
        </p:nvSpPr>
        <p:spPr>
          <a:xfrm>
            <a:off x="2464869" y="604678"/>
            <a:ext cx="1885799" cy="40436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600"/>
            </a:lvl1pPr>
          </a:lstStyle>
          <a:p>
            <a:pPr/>
            <a:r>
              <a:t>Vector hidden state</a:t>
            </a:r>
          </a:p>
        </p:txBody>
      </p:sp>
      <p:sp>
        <p:nvSpPr>
          <p:cNvPr id="895" name="Linie"/>
          <p:cNvSpPr/>
          <p:nvPr/>
        </p:nvSpPr>
        <p:spPr>
          <a:xfrm>
            <a:off x="3855047" y="1706159"/>
            <a:ext cx="801887" cy="1"/>
          </a:xfrm>
          <a:prstGeom prst="line">
            <a:avLst/>
          </a:prstGeom>
          <a:ln w="25400">
            <a:solidFill>
              <a:schemeClr val="accent1"/>
            </a:solidFill>
            <a:tailEnd type="triangle"/>
          </a:ln>
        </p:spPr>
        <p:txBody>
          <a:bodyPr lIns="45718" tIns="45718" rIns="45718" bIns="45718"/>
          <a:lstStyle/>
          <a:p>
            <a:pPr/>
          </a:p>
        </p:txBody>
      </p:sp>
      <p:sp>
        <p:nvSpPr>
          <p:cNvPr id="896" name="Linie"/>
          <p:cNvSpPr/>
          <p:nvPr/>
        </p:nvSpPr>
        <p:spPr>
          <a:xfrm>
            <a:off x="3855047" y="2343460"/>
            <a:ext cx="801887" cy="1"/>
          </a:xfrm>
          <a:prstGeom prst="line">
            <a:avLst/>
          </a:prstGeom>
          <a:ln w="25400">
            <a:solidFill>
              <a:schemeClr val="accent1"/>
            </a:solidFill>
            <a:tailEnd type="triangle"/>
          </a:ln>
        </p:spPr>
        <p:txBody>
          <a:bodyPr lIns="45718" tIns="45718" rIns="45718" bIns="45718"/>
          <a:lstStyle/>
          <a:p>
            <a:pPr/>
          </a:p>
        </p:txBody>
      </p:sp>
      <p:sp>
        <p:nvSpPr>
          <p:cNvPr id="897" name="Linie"/>
          <p:cNvSpPr/>
          <p:nvPr/>
        </p:nvSpPr>
        <p:spPr>
          <a:xfrm>
            <a:off x="3830891" y="3009488"/>
            <a:ext cx="801887" cy="1"/>
          </a:xfrm>
          <a:prstGeom prst="line">
            <a:avLst/>
          </a:prstGeom>
          <a:ln w="25400">
            <a:solidFill>
              <a:schemeClr val="accent1"/>
            </a:solidFill>
            <a:tailEnd type="triangle"/>
          </a:ln>
        </p:spPr>
        <p:txBody>
          <a:bodyPr lIns="45718" tIns="45718" rIns="45718" bIns="45718"/>
          <a:lstStyle/>
          <a:p>
            <a:pPr/>
          </a:p>
        </p:txBody>
      </p:sp>
      <p:sp>
        <p:nvSpPr>
          <p:cNvPr id="898" name="Linie"/>
          <p:cNvSpPr/>
          <p:nvPr/>
        </p:nvSpPr>
        <p:spPr>
          <a:xfrm>
            <a:off x="3855047" y="3675517"/>
            <a:ext cx="801887" cy="1"/>
          </a:xfrm>
          <a:prstGeom prst="line">
            <a:avLst/>
          </a:prstGeom>
          <a:ln w="25400">
            <a:solidFill>
              <a:schemeClr val="accent1"/>
            </a:solidFill>
            <a:tailEnd type="triangle"/>
          </a:ln>
        </p:spPr>
        <p:txBody>
          <a:bodyPr lIns="45718" tIns="45718" rIns="45718" bIns="45718"/>
          <a:lstStyle/>
          <a:p>
            <a:pPr/>
          </a:p>
        </p:txBody>
      </p:sp>
      <p:sp>
        <p:nvSpPr>
          <p:cNvPr id="899" name="Linie"/>
          <p:cNvSpPr/>
          <p:nvPr/>
        </p:nvSpPr>
        <p:spPr>
          <a:xfrm>
            <a:off x="3830891" y="4341546"/>
            <a:ext cx="801887" cy="1"/>
          </a:xfrm>
          <a:prstGeom prst="line">
            <a:avLst/>
          </a:prstGeom>
          <a:ln w="25400">
            <a:solidFill>
              <a:schemeClr val="accent1"/>
            </a:solidFill>
            <a:tailEnd type="triangle"/>
          </a:ln>
        </p:spPr>
        <p:txBody>
          <a:bodyPr lIns="45718" tIns="45718" rIns="45718" bIns="45718"/>
          <a:lstStyle/>
          <a:p>
            <a:pPr/>
          </a:p>
        </p:txBody>
      </p:sp>
      <p:sp>
        <p:nvSpPr>
          <p:cNvPr id="900" name="f"/>
          <p:cNvSpPr/>
          <p:nvPr/>
        </p:nvSpPr>
        <p:spPr>
          <a:xfrm>
            <a:off x="4632031" y="1472543"/>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901" name="f"/>
          <p:cNvSpPr/>
          <p:nvPr/>
        </p:nvSpPr>
        <p:spPr>
          <a:xfrm>
            <a:off x="4632031" y="2109843"/>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902" name="f"/>
          <p:cNvSpPr/>
          <p:nvPr/>
        </p:nvSpPr>
        <p:spPr>
          <a:xfrm>
            <a:off x="4632031" y="2790235"/>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903" name="f"/>
          <p:cNvSpPr/>
          <p:nvPr/>
        </p:nvSpPr>
        <p:spPr>
          <a:xfrm>
            <a:off x="4632031" y="3422843"/>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904" name="f"/>
          <p:cNvSpPr/>
          <p:nvPr/>
        </p:nvSpPr>
        <p:spPr>
          <a:xfrm>
            <a:off x="4632031" y="4060144"/>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905" name="Funcție de activare"/>
          <p:cNvSpPr txBox="1"/>
          <p:nvPr/>
        </p:nvSpPr>
        <p:spPr>
          <a:xfrm>
            <a:off x="4456164" y="841499"/>
            <a:ext cx="1055814" cy="6067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400"/>
            </a:lvl1pPr>
          </a:lstStyle>
          <a:p>
            <a:pPr/>
            <a:r>
              <a:t>Funcție de activare</a:t>
            </a:r>
          </a:p>
        </p:txBody>
      </p:sp>
      <p:sp>
        <p:nvSpPr>
          <p:cNvPr id="906" name="Linie"/>
          <p:cNvSpPr/>
          <p:nvPr/>
        </p:nvSpPr>
        <p:spPr>
          <a:xfrm>
            <a:off x="5114847" y="1706159"/>
            <a:ext cx="801887" cy="1"/>
          </a:xfrm>
          <a:prstGeom prst="line">
            <a:avLst/>
          </a:prstGeom>
          <a:ln w="25400">
            <a:solidFill>
              <a:schemeClr val="accent1"/>
            </a:solidFill>
            <a:tailEnd type="triangle"/>
          </a:ln>
        </p:spPr>
        <p:txBody>
          <a:bodyPr lIns="45718" tIns="45718" rIns="45718" bIns="45718"/>
          <a:lstStyle/>
          <a:p>
            <a:pPr/>
          </a:p>
        </p:txBody>
      </p:sp>
      <p:sp>
        <p:nvSpPr>
          <p:cNvPr id="907" name="Linie"/>
          <p:cNvSpPr/>
          <p:nvPr/>
        </p:nvSpPr>
        <p:spPr>
          <a:xfrm>
            <a:off x="5114847" y="2343460"/>
            <a:ext cx="801887" cy="1"/>
          </a:xfrm>
          <a:prstGeom prst="line">
            <a:avLst/>
          </a:prstGeom>
          <a:ln w="25400">
            <a:solidFill>
              <a:schemeClr val="accent1"/>
            </a:solidFill>
            <a:tailEnd type="triangle"/>
          </a:ln>
        </p:spPr>
        <p:txBody>
          <a:bodyPr lIns="45718" tIns="45718" rIns="45718" bIns="45718"/>
          <a:lstStyle/>
          <a:p>
            <a:pPr/>
          </a:p>
        </p:txBody>
      </p:sp>
      <p:sp>
        <p:nvSpPr>
          <p:cNvPr id="908" name="Linie"/>
          <p:cNvSpPr/>
          <p:nvPr/>
        </p:nvSpPr>
        <p:spPr>
          <a:xfrm>
            <a:off x="5114847" y="3060920"/>
            <a:ext cx="801887" cy="1"/>
          </a:xfrm>
          <a:prstGeom prst="line">
            <a:avLst/>
          </a:prstGeom>
          <a:ln w="25400">
            <a:solidFill>
              <a:schemeClr val="accent1"/>
            </a:solidFill>
            <a:tailEnd type="triangle"/>
          </a:ln>
        </p:spPr>
        <p:txBody>
          <a:bodyPr lIns="45718" tIns="45718" rIns="45718" bIns="45718"/>
          <a:lstStyle/>
          <a:p>
            <a:pPr/>
          </a:p>
        </p:txBody>
      </p:sp>
      <p:sp>
        <p:nvSpPr>
          <p:cNvPr id="909" name="Linie"/>
          <p:cNvSpPr/>
          <p:nvPr/>
        </p:nvSpPr>
        <p:spPr>
          <a:xfrm>
            <a:off x="5114847" y="3656460"/>
            <a:ext cx="801887" cy="1"/>
          </a:xfrm>
          <a:prstGeom prst="line">
            <a:avLst/>
          </a:prstGeom>
          <a:ln w="25400">
            <a:solidFill>
              <a:schemeClr val="accent1"/>
            </a:solidFill>
            <a:tailEnd type="triangle"/>
          </a:ln>
        </p:spPr>
        <p:txBody>
          <a:bodyPr lIns="45718" tIns="45718" rIns="45718" bIns="45718"/>
          <a:lstStyle/>
          <a:p>
            <a:pPr/>
          </a:p>
        </p:txBody>
      </p:sp>
      <p:sp>
        <p:nvSpPr>
          <p:cNvPr id="910" name="Linie"/>
          <p:cNvSpPr/>
          <p:nvPr/>
        </p:nvSpPr>
        <p:spPr>
          <a:xfrm>
            <a:off x="5114847" y="4341546"/>
            <a:ext cx="801887" cy="1"/>
          </a:xfrm>
          <a:prstGeom prst="line">
            <a:avLst/>
          </a:prstGeom>
          <a:ln w="25400">
            <a:solidFill>
              <a:schemeClr val="accent1"/>
            </a:solidFill>
            <a:tailEnd type="triangle"/>
          </a:ln>
        </p:spPr>
        <p:txBody>
          <a:bodyPr lIns="45718" tIns="45718" rIns="45718" bIns="45718"/>
          <a:lstStyle/>
          <a:p>
            <a:pPr/>
          </a:p>
        </p:txBody>
      </p:sp>
      <p:sp>
        <p:nvSpPr>
          <p:cNvPr id="911" name="Oval"/>
          <p:cNvSpPr/>
          <p:nvPr/>
        </p:nvSpPr>
        <p:spPr>
          <a:xfrm>
            <a:off x="6009157" y="1450266"/>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12" name="Oval"/>
          <p:cNvSpPr/>
          <p:nvPr/>
        </p:nvSpPr>
        <p:spPr>
          <a:xfrm>
            <a:off x="6009157" y="2087565"/>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13" name="Oval"/>
          <p:cNvSpPr/>
          <p:nvPr/>
        </p:nvSpPr>
        <p:spPr>
          <a:xfrm>
            <a:off x="6009157" y="2744066"/>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14" name="Oval"/>
          <p:cNvSpPr/>
          <p:nvPr/>
        </p:nvSpPr>
        <p:spPr>
          <a:xfrm>
            <a:off x="6009157" y="3400566"/>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15" name="Oval"/>
          <p:cNvSpPr/>
          <p:nvPr/>
        </p:nvSpPr>
        <p:spPr>
          <a:xfrm>
            <a:off x="6009157" y="4037867"/>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16" name="Dreptunghi"/>
          <p:cNvSpPr/>
          <p:nvPr/>
        </p:nvSpPr>
        <p:spPr>
          <a:xfrm>
            <a:off x="5882157" y="1143339"/>
            <a:ext cx="892276" cy="3835161"/>
          </a:xfrm>
          <a:prstGeom prst="rect">
            <a:avLst/>
          </a:prstGeom>
          <a:ln w="25400">
            <a:solidFill>
              <a:schemeClr val="accent1"/>
            </a:solidFill>
          </a:ln>
        </p:spPr>
        <p:txBody>
          <a:bodyPr lIns="50800" tIns="50800" rIns="50800" bIns="50800" anchor="ctr"/>
          <a:lstStyle/>
          <a:p>
            <a:pPr/>
          </a:p>
        </p:txBody>
      </p:sp>
      <p:sp>
        <p:nvSpPr>
          <p:cNvPr id="917" name="Activated hidden state"/>
          <p:cNvSpPr txBox="1"/>
          <p:nvPr/>
        </p:nvSpPr>
        <p:spPr>
          <a:xfrm>
            <a:off x="5617474" y="724897"/>
            <a:ext cx="1895324" cy="36652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400"/>
            </a:lvl1pPr>
          </a:lstStyle>
          <a:p>
            <a:pPr/>
            <a:r>
              <a:t>Activated hidden state</a:t>
            </a:r>
          </a:p>
        </p:txBody>
      </p:sp>
      <p:sp>
        <p:nvSpPr>
          <p:cNvPr id="918" name="0"/>
          <p:cNvSpPr/>
          <p:nvPr/>
        </p:nvSpPr>
        <p:spPr>
          <a:xfrm>
            <a:off x="1276734" y="3775028"/>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919" name="Linie"/>
          <p:cNvSpPr/>
          <p:nvPr/>
        </p:nvSpPr>
        <p:spPr>
          <a:xfrm>
            <a:off x="14232035" y="2731847"/>
            <a:ext cx="1055814" cy="1"/>
          </a:xfrm>
          <a:prstGeom prst="line">
            <a:avLst/>
          </a:prstGeom>
          <a:ln w="25400">
            <a:solidFill>
              <a:schemeClr val="accent1"/>
            </a:solidFill>
            <a:tailEnd type="triangle"/>
          </a:ln>
        </p:spPr>
        <p:txBody>
          <a:bodyPr lIns="45718" tIns="45718" rIns="45718" bIns="45718"/>
          <a:lstStyle/>
          <a:p>
            <a:pPr/>
          </a:p>
        </p:txBody>
      </p:sp>
      <p:sp>
        <p:nvSpPr>
          <p:cNvPr id="920" name="Dreptunghi"/>
          <p:cNvSpPr/>
          <p:nvPr/>
        </p:nvSpPr>
        <p:spPr>
          <a:xfrm>
            <a:off x="13228528" y="2765449"/>
            <a:ext cx="892276" cy="829453"/>
          </a:xfrm>
          <a:prstGeom prst="rect">
            <a:avLst/>
          </a:prstGeom>
          <a:solidFill>
            <a:schemeClr val="accent3">
              <a:alpha val="65044"/>
            </a:schemeClr>
          </a:solidFill>
          <a:ln w="25400">
            <a:solidFill>
              <a:schemeClr val="accent3">
                <a:alpha val="65044"/>
              </a:schemeClr>
            </a:solidFill>
          </a:ln>
        </p:spPr>
        <p:txBody>
          <a:bodyPr lIns="50800" tIns="50800" rIns="50800" bIns="50800" anchor="ctr"/>
          <a:lstStyle/>
          <a:p>
            <a:pPr/>
          </a:p>
        </p:txBody>
      </p:sp>
      <p:sp>
        <p:nvSpPr>
          <p:cNvPr id="921" name="Dreptunghi"/>
          <p:cNvSpPr/>
          <p:nvPr/>
        </p:nvSpPr>
        <p:spPr>
          <a:xfrm>
            <a:off x="18437093" y="5173102"/>
            <a:ext cx="892276" cy="829453"/>
          </a:xfrm>
          <a:prstGeom prst="rect">
            <a:avLst/>
          </a:prstGeom>
          <a:solidFill>
            <a:schemeClr val="accent3">
              <a:alpha val="65044"/>
            </a:schemeClr>
          </a:solidFill>
          <a:ln w="25400">
            <a:solidFill>
              <a:schemeClr val="accent3">
                <a:alpha val="65044"/>
              </a:schemeClr>
            </a:solidFill>
          </a:ln>
        </p:spPr>
        <p:txBody>
          <a:bodyPr lIns="50800" tIns="50800" rIns="50800" bIns="50800" anchor="ctr"/>
          <a:lstStyle/>
          <a:p>
            <a:pPr/>
          </a:p>
        </p:txBody>
      </p:sp>
      <p:sp>
        <p:nvSpPr>
          <p:cNvPr id="922" name="Dreptunghi"/>
          <p:cNvSpPr/>
          <p:nvPr/>
        </p:nvSpPr>
        <p:spPr>
          <a:xfrm>
            <a:off x="22671729" y="11089725"/>
            <a:ext cx="892276" cy="829453"/>
          </a:xfrm>
          <a:prstGeom prst="rect">
            <a:avLst/>
          </a:prstGeom>
          <a:solidFill>
            <a:schemeClr val="accent3">
              <a:alpha val="65044"/>
            </a:schemeClr>
          </a:solidFill>
          <a:ln w="25400">
            <a:solidFill>
              <a:schemeClr val="accent3">
                <a:alpha val="65044"/>
              </a:schemeClr>
            </a:solidFill>
          </a:ln>
        </p:spPr>
        <p:txBody>
          <a:bodyPr lIns="50800" tIns="50800" rIns="50800" bIns="50800" anchor="ctr"/>
          <a:lstStyle/>
          <a:p>
            <a:pPr/>
          </a:p>
        </p:txBody>
      </p:sp>
      <p:sp>
        <p:nvSpPr>
          <p:cNvPr id="923" name="2"/>
          <p:cNvSpPr txBox="1"/>
          <p:nvPr/>
        </p:nvSpPr>
        <p:spPr>
          <a:xfrm>
            <a:off x="15349309" y="2185751"/>
            <a:ext cx="42667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a:t>
            </a:r>
          </a:p>
        </p:txBody>
      </p:sp>
      <p:sp>
        <p:nvSpPr>
          <p:cNvPr id="924" name="Linie"/>
          <p:cNvSpPr/>
          <p:nvPr/>
        </p:nvSpPr>
        <p:spPr>
          <a:xfrm>
            <a:off x="19547884" y="6912442"/>
            <a:ext cx="1055815" cy="1"/>
          </a:xfrm>
          <a:prstGeom prst="line">
            <a:avLst/>
          </a:prstGeom>
          <a:ln w="25400">
            <a:solidFill>
              <a:schemeClr val="accent1"/>
            </a:solidFill>
            <a:tailEnd type="triangle"/>
          </a:ln>
        </p:spPr>
        <p:txBody>
          <a:bodyPr lIns="45718" tIns="45718" rIns="45718" bIns="45718"/>
          <a:lstStyle/>
          <a:p>
            <a:pPr/>
          </a:p>
        </p:txBody>
      </p:sp>
      <p:sp>
        <p:nvSpPr>
          <p:cNvPr id="925" name="0"/>
          <p:cNvSpPr txBox="1"/>
          <p:nvPr/>
        </p:nvSpPr>
        <p:spPr>
          <a:xfrm>
            <a:off x="20665158" y="6366345"/>
            <a:ext cx="51384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a:t>
            </a:r>
          </a:p>
        </p:txBody>
      </p:sp>
      <p:sp>
        <p:nvSpPr>
          <p:cNvPr id="926" name="Linie"/>
          <p:cNvSpPr/>
          <p:nvPr/>
        </p:nvSpPr>
        <p:spPr>
          <a:xfrm>
            <a:off x="23528345" y="11248313"/>
            <a:ext cx="375741" cy="1"/>
          </a:xfrm>
          <a:prstGeom prst="line">
            <a:avLst/>
          </a:prstGeom>
          <a:ln w="25400">
            <a:solidFill>
              <a:schemeClr val="accent1"/>
            </a:solidFill>
            <a:tailEnd type="triangle"/>
          </a:ln>
        </p:spPr>
        <p:txBody>
          <a:bodyPr lIns="45718" tIns="45718" rIns="45718" bIns="45718"/>
          <a:lstStyle/>
          <a:p>
            <a:pPr/>
          </a:p>
        </p:txBody>
      </p:sp>
      <p:sp>
        <p:nvSpPr>
          <p:cNvPr id="927" name="2"/>
          <p:cNvSpPr txBox="1"/>
          <p:nvPr/>
        </p:nvSpPr>
        <p:spPr>
          <a:xfrm>
            <a:off x="24371817" y="10697459"/>
            <a:ext cx="42667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a:t>
            </a:r>
          </a:p>
        </p:txBody>
      </p:sp>
      <p:sp>
        <p:nvSpPr>
          <p:cNvPr id="928" name="La GRUs și LSTMs, se modifică din logica obținerii hidden state-ului actualizat, în funcție de informațiile precedente"/>
          <p:cNvSpPr txBox="1"/>
          <p:nvPr/>
        </p:nvSpPr>
        <p:spPr>
          <a:xfrm>
            <a:off x="17424835" y="178812"/>
            <a:ext cx="6412105" cy="47089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La GRUs și LSTMs, se modifică din logica obținerii hidden state-ului actualizat, în funcție de informațiile precedente</a:t>
            </a:r>
          </a:p>
        </p:txBody>
      </p:sp>
      <p:sp>
        <p:nvSpPr>
          <p:cNvPr id="929" name="Oval"/>
          <p:cNvSpPr/>
          <p:nvPr/>
        </p:nvSpPr>
        <p:spPr>
          <a:xfrm>
            <a:off x="7479736" y="4248470"/>
            <a:ext cx="350341" cy="341123"/>
          </a:xfrm>
          <a:prstGeom prst="ellipse">
            <a:avLst/>
          </a:prstGeom>
          <a:solidFill>
            <a:srgbClr val="FFFFFF"/>
          </a:solidFill>
          <a:ln w="25400">
            <a:solidFill>
              <a:schemeClr val="accent1"/>
            </a:solidFill>
          </a:ln>
        </p:spPr>
        <p:txBody>
          <a:bodyPr lIns="50800" tIns="50800" rIns="50800" bIns="50800" anchor="ctr"/>
          <a:lstStyle/>
          <a:p>
            <a:pPr/>
          </a:p>
        </p:txBody>
      </p:sp>
      <p:sp>
        <p:nvSpPr>
          <p:cNvPr id="930" name="Oval"/>
          <p:cNvSpPr/>
          <p:nvPr/>
        </p:nvSpPr>
        <p:spPr>
          <a:xfrm>
            <a:off x="7474429" y="5026034"/>
            <a:ext cx="350340" cy="341123"/>
          </a:xfrm>
          <a:prstGeom prst="ellipse">
            <a:avLst/>
          </a:prstGeom>
          <a:solidFill>
            <a:srgbClr val="FFFFFF"/>
          </a:solidFill>
          <a:ln w="25400">
            <a:solidFill>
              <a:schemeClr val="accent1"/>
            </a:solidFill>
          </a:ln>
        </p:spPr>
        <p:txBody>
          <a:bodyPr lIns="50800" tIns="50800" rIns="50800" bIns="50800" anchor="ctr"/>
          <a:lstStyle/>
          <a:p>
            <a:pPr/>
          </a:p>
        </p:txBody>
      </p:sp>
      <p:sp>
        <p:nvSpPr>
          <p:cNvPr id="931" name="Oval"/>
          <p:cNvSpPr/>
          <p:nvPr/>
        </p:nvSpPr>
        <p:spPr>
          <a:xfrm>
            <a:off x="7481491" y="5423130"/>
            <a:ext cx="350341" cy="341124"/>
          </a:xfrm>
          <a:prstGeom prst="ellipse">
            <a:avLst/>
          </a:prstGeom>
          <a:solidFill>
            <a:srgbClr val="FFFFFF"/>
          </a:solidFill>
          <a:ln w="25400">
            <a:solidFill>
              <a:schemeClr val="accent1"/>
            </a:solidFill>
          </a:ln>
        </p:spPr>
        <p:txBody>
          <a:bodyPr lIns="50800" tIns="50800" rIns="50800" bIns="50800" anchor="ctr"/>
          <a:lstStyle/>
          <a:p>
            <a:pPr/>
          </a:p>
        </p:txBody>
      </p:sp>
      <p:sp>
        <p:nvSpPr>
          <p:cNvPr id="932" name="Oval"/>
          <p:cNvSpPr/>
          <p:nvPr/>
        </p:nvSpPr>
        <p:spPr>
          <a:xfrm>
            <a:off x="7481491" y="5820227"/>
            <a:ext cx="350341" cy="341123"/>
          </a:xfrm>
          <a:prstGeom prst="ellipse">
            <a:avLst/>
          </a:prstGeom>
          <a:solidFill>
            <a:srgbClr val="FFFFFF"/>
          </a:solidFill>
          <a:ln w="25400">
            <a:solidFill>
              <a:schemeClr val="accent1"/>
            </a:solidFill>
          </a:ln>
        </p:spPr>
        <p:txBody>
          <a:bodyPr lIns="50800" tIns="50800" rIns="50800" bIns="50800" anchor="ctr"/>
          <a:lstStyle/>
          <a:p>
            <a:pPr/>
          </a:p>
        </p:txBody>
      </p:sp>
      <p:sp>
        <p:nvSpPr>
          <p:cNvPr id="933" name="+"/>
          <p:cNvSpPr/>
          <p:nvPr/>
        </p:nvSpPr>
        <p:spPr>
          <a:xfrm>
            <a:off x="7188474" y="6595343"/>
            <a:ext cx="922249" cy="994427"/>
          </a:xfrm>
          <a:prstGeom prst="rect">
            <a:avLst/>
          </a:prstGeom>
          <a:solidFill>
            <a:srgbClr val="FFFFFF"/>
          </a:solidFill>
          <a:ln w="25400">
            <a:solidFill>
              <a:schemeClr val="accent5"/>
            </a:solidFill>
          </a:ln>
          <a:extLst>
            <a:ext uri="{C572A759-6A51-4108-AA02-DFA0A04FC94B}">
              <ma14:wrappingTextBoxFlag xmlns:ma14="http://schemas.microsoft.com/office/mac/drawingml/2011/main" val="1"/>
            </a:ext>
          </a:extLst>
        </p:spPr>
        <p:txBody>
          <a:bodyPr lIns="50800" tIns="50800" rIns="50800" bIns="50800" anchor="ctr"/>
          <a:lstStyle>
            <a:lvl1pPr algn="ctr">
              <a:defRPr sz="3700"/>
            </a:lvl1pPr>
          </a:lstStyle>
          <a:p>
            <a:pPr/>
            <a:r>
              <a:t>+</a:t>
            </a:r>
          </a:p>
        </p:txBody>
      </p:sp>
      <p:sp>
        <p:nvSpPr>
          <p:cNvPr id="934" name="Linie"/>
          <p:cNvSpPr/>
          <p:nvPr/>
        </p:nvSpPr>
        <p:spPr>
          <a:xfrm>
            <a:off x="5043987" y="7171245"/>
            <a:ext cx="2115961" cy="1"/>
          </a:xfrm>
          <a:prstGeom prst="line">
            <a:avLst/>
          </a:prstGeom>
          <a:ln w="25400">
            <a:solidFill>
              <a:schemeClr val="accent1"/>
            </a:solidFill>
            <a:tailEnd type="triangle"/>
          </a:ln>
        </p:spPr>
        <p:txBody>
          <a:bodyPr lIns="45718" tIns="45718" rIns="45718" bIns="45718"/>
          <a:lstStyle/>
          <a:p>
            <a:pPr/>
          </a:p>
        </p:txBody>
      </p:sp>
      <p:sp>
        <p:nvSpPr>
          <p:cNvPr id="935" name="Oval"/>
          <p:cNvSpPr/>
          <p:nvPr/>
        </p:nvSpPr>
        <p:spPr>
          <a:xfrm>
            <a:off x="8662380" y="5518969"/>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36" name="Oval"/>
          <p:cNvSpPr/>
          <p:nvPr/>
        </p:nvSpPr>
        <p:spPr>
          <a:xfrm>
            <a:off x="8662380" y="6156269"/>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37" name="Oval"/>
          <p:cNvSpPr/>
          <p:nvPr/>
        </p:nvSpPr>
        <p:spPr>
          <a:xfrm>
            <a:off x="8662380" y="6812770"/>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38" name="Oval"/>
          <p:cNvSpPr/>
          <p:nvPr/>
        </p:nvSpPr>
        <p:spPr>
          <a:xfrm>
            <a:off x="8662380" y="7469270"/>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39" name="Oval"/>
          <p:cNvSpPr/>
          <p:nvPr/>
        </p:nvSpPr>
        <p:spPr>
          <a:xfrm>
            <a:off x="8662380" y="8106570"/>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40" name="Dreptunghi"/>
          <p:cNvSpPr/>
          <p:nvPr/>
        </p:nvSpPr>
        <p:spPr>
          <a:xfrm>
            <a:off x="8535380" y="5212043"/>
            <a:ext cx="892276" cy="3835161"/>
          </a:xfrm>
          <a:prstGeom prst="rect">
            <a:avLst/>
          </a:prstGeom>
          <a:ln w="25400">
            <a:solidFill>
              <a:schemeClr val="accent1"/>
            </a:solidFill>
          </a:ln>
        </p:spPr>
        <p:txBody>
          <a:bodyPr lIns="50800" tIns="50800" rIns="50800" bIns="50800" anchor="ctr"/>
          <a:lstStyle/>
          <a:p>
            <a:pPr/>
          </a:p>
        </p:txBody>
      </p:sp>
      <p:sp>
        <p:nvSpPr>
          <p:cNvPr id="941" name="Linie"/>
          <p:cNvSpPr/>
          <p:nvPr/>
        </p:nvSpPr>
        <p:spPr>
          <a:xfrm>
            <a:off x="8056522" y="7145480"/>
            <a:ext cx="513843" cy="1"/>
          </a:xfrm>
          <a:prstGeom prst="line">
            <a:avLst/>
          </a:prstGeom>
          <a:ln w="25400">
            <a:solidFill>
              <a:schemeClr val="accent1"/>
            </a:solidFill>
            <a:tailEnd type="triangle"/>
          </a:ln>
        </p:spPr>
        <p:txBody>
          <a:bodyPr lIns="45718" tIns="45718" rIns="45718" bIns="45718"/>
          <a:lstStyle/>
          <a:p>
            <a:pPr/>
          </a:p>
        </p:txBody>
      </p:sp>
      <p:sp>
        <p:nvSpPr>
          <p:cNvPr id="942" name="Linie"/>
          <p:cNvSpPr/>
          <p:nvPr/>
        </p:nvSpPr>
        <p:spPr>
          <a:xfrm>
            <a:off x="6875308" y="4229802"/>
            <a:ext cx="461214" cy="194721"/>
          </a:xfrm>
          <a:prstGeom prst="line">
            <a:avLst/>
          </a:prstGeom>
          <a:ln w="25400">
            <a:solidFill>
              <a:schemeClr val="accent5"/>
            </a:solidFill>
            <a:tailEnd type="triangle"/>
          </a:ln>
        </p:spPr>
        <p:txBody>
          <a:bodyPr lIns="45718" tIns="45718" rIns="45718" bIns="45718"/>
          <a:lstStyle/>
          <a:p>
            <a:pPr/>
          </a:p>
        </p:txBody>
      </p:sp>
      <p:sp>
        <p:nvSpPr>
          <p:cNvPr id="943" name="Linie"/>
          <p:cNvSpPr/>
          <p:nvPr/>
        </p:nvSpPr>
        <p:spPr>
          <a:xfrm>
            <a:off x="6875363" y="4226816"/>
            <a:ext cx="502175" cy="502175"/>
          </a:xfrm>
          <a:prstGeom prst="line">
            <a:avLst/>
          </a:prstGeom>
          <a:ln w="25400">
            <a:solidFill>
              <a:schemeClr val="accent5"/>
            </a:solidFill>
            <a:tailEnd type="triangle"/>
          </a:ln>
        </p:spPr>
        <p:txBody>
          <a:bodyPr lIns="45718" tIns="45718" rIns="45718" bIns="45718"/>
          <a:lstStyle/>
          <a:p>
            <a:pPr/>
          </a:p>
        </p:txBody>
      </p:sp>
      <p:sp>
        <p:nvSpPr>
          <p:cNvPr id="944" name="Linie"/>
          <p:cNvSpPr/>
          <p:nvPr/>
        </p:nvSpPr>
        <p:spPr>
          <a:xfrm>
            <a:off x="6857348" y="4287927"/>
            <a:ext cx="502652" cy="1660376"/>
          </a:xfrm>
          <a:prstGeom prst="line">
            <a:avLst/>
          </a:prstGeom>
          <a:ln w="25400">
            <a:solidFill>
              <a:schemeClr val="accent5"/>
            </a:solidFill>
            <a:tailEnd type="triangle"/>
          </a:ln>
        </p:spPr>
        <p:txBody>
          <a:bodyPr lIns="45718" tIns="45718" rIns="45718" bIns="45718"/>
          <a:lstStyle/>
          <a:p>
            <a:pPr/>
          </a:p>
        </p:txBody>
      </p:sp>
      <p:sp>
        <p:nvSpPr>
          <p:cNvPr id="945" name="Linie"/>
          <p:cNvSpPr/>
          <p:nvPr/>
        </p:nvSpPr>
        <p:spPr>
          <a:xfrm>
            <a:off x="6890890" y="4300155"/>
            <a:ext cx="391387" cy="1291731"/>
          </a:xfrm>
          <a:prstGeom prst="line">
            <a:avLst/>
          </a:prstGeom>
          <a:ln w="25400">
            <a:solidFill>
              <a:schemeClr val="accent5"/>
            </a:solidFill>
            <a:tailEnd type="triangle"/>
          </a:ln>
        </p:spPr>
        <p:txBody>
          <a:bodyPr lIns="45718" tIns="45718" rIns="45718" bIns="45718"/>
          <a:lstStyle/>
          <a:p>
            <a:pPr/>
          </a:p>
        </p:txBody>
      </p:sp>
      <p:sp>
        <p:nvSpPr>
          <p:cNvPr id="946" name="Linie"/>
          <p:cNvSpPr/>
          <p:nvPr/>
        </p:nvSpPr>
        <p:spPr>
          <a:xfrm>
            <a:off x="7002308" y="4356802"/>
            <a:ext cx="387414" cy="664671"/>
          </a:xfrm>
          <a:prstGeom prst="line">
            <a:avLst/>
          </a:prstGeom>
          <a:ln w="25400">
            <a:solidFill>
              <a:schemeClr val="accent5"/>
            </a:solidFill>
            <a:tailEnd type="triangle"/>
          </a:ln>
        </p:spPr>
        <p:txBody>
          <a:bodyPr lIns="45718" tIns="45718" rIns="45718" bIns="45718"/>
          <a:lstStyle/>
          <a:p>
            <a:pPr/>
          </a:p>
        </p:txBody>
      </p:sp>
      <p:sp>
        <p:nvSpPr>
          <p:cNvPr id="947" name="Linie"/>
          <p:cNvSpPr/>
          <p:nvPr/>
        </p:nvSpPr>
        <p:spPr>
          <a:xfrm>
            <a:off x="7623840" y="6230426"/>
            <a:ext cx="1" cy="366523"/>
          </a:xfrm>
          <a:prstGeom prst="line">
            <a:avLst/>
          </a:prstGeom>
          <a:ln w="25400">
            <a:solidFill>
              <a:schemeClr val="accent1"/>
            </a:solidFill>
            <a:tailEnd type="triangle"/>
          </a:ln>
        </p:spPr>
        <p:txBody>
          <a:bodyPr lIns="45718" tIns="45718" rIns="45718" bIns="45718"/>
          <a:lstStyle/>
          <a:p>
            <a:pPr/>
          </a:p>
        </p:txBody>
      </p:sp>
      <p:sp>
        <p:nvSpPr>
          <p:cNvPr id="948" name="0"/>
          <p:cNvSpPr/>
          <p:nvPr/>
        </p:nvSpPr>
        <p:spPr>
          <a:xfrm>
            <a:off x="7763931" y="10242108"/>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949" name="0"/>
          <p:cNvSpPr/>
          <p:nvPr/>
        </p:nvSpPr>
        <p:spPr>
          <a:xfrm>
            <a:off x="7763931" y="10948999"/>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950" name="1"/>
          <p:cNvSpPr/>
          <p:nvPr/>
        </p:nvSpPr>
        <p:spPr>
          <a:xfrm>
            <a:off x="7763931" y="11655889"/>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1</a:t>
            </a:r>
          </a:p>
        </p:txBody>
      </p:sp>
      <p:sp>
        <p:nvSpPr>
          <p:cNvPr id="951" name="Dreptunghi"/>
          <p:cNvSpPr/>
          <p:nvPr/>
        </p:nvSpPr>
        <p:spPr>
          <a:xfrm>
            <a:off x="7621619" y="10003498"/>
            <a:ext cx="922901" cy="3124153"/>
          </a:xfrm>
          <a:prstGeom prst="rect">
            <a:avLst/>
          </a:prstGeom>
          <a:ln w="25400">
            <a:solidFill>
              <a:schemeClr val="accent4"/>
            </a:solidFill>
          </a:ln>
        </p:spPr>
        <p:txBody>
          <a:bodyPr lIns="50800" tIns="50800" rIns="50800" bIns="50800" anchor="ctr"/>
          <a:lstStyle/>
          <a:p>
            <a:pPr/>
          </a:p>
        </p:txBody>
      </p:sp>
      <p:sp>
        <p:nvSpPr>
          <p:cNvPr id="952" name="Oval"/>
          <p:cNvSpPr/>
          <p:nvPr/>
        </p:nvSpPr>
        <p:spPr>
          <a:xfrm>
            <a:off x="9446131" y="9639260"/>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53" name="Oval"/>
          <p:cNvSpPr/>
          <p:nvPr/>
        </p:nvSpPr>
        <p:spPr>
          <a:xfrm>
            <a:off x="9446131" y="10276561"/>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54" name="Oval"/>
          <p:cNvSpPr/>
          <p:nvPr/>
        </p:nvSpPr>
        <p:spPr>
          <a:xfrm>
            <a:off x="9446131" y="10933061"/>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55" name="Oval"/>
          <p:cNvSpPr/>
          <p:nvPr/>
        </p:nvSpPr>
        <p:spPr>
          <a:xfrm>
            <a:off x="9446131" y="11589561"/>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56" name="Oval"/>
          <p:cNvSpPr/>
          <p:nvPr/>
        </p:nvSpPr>
        <p:spPr>
          <a:xfrm>
            <a:off x="9446131" y="12226861"/>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57" name="Linie"/>
          <p:cNvSpPr/>
          <p:nvPr/>
        </p:nvSpPr>
        <p:spPr>
          <a:xfrm>
            <a:off x="8532826" y="11249914"/>
            <a:ext cx="801887" cy="1"/>
          </a:xfrm>
          <a:prstGeom prst="line">
            <a:avLst/>
          </a:prstGeom>
          <a:ln w="25400">
            <a:solidFill>
              <a:schemeClr val="accent5"/>
            </a:solidFill>
            <a:tailEnd type="triangle"/>
          </a:ln>
        </p:spPr>
        <p:txBody>
          <a:bodyPr lIns="45718" tIns="45718" rIns="45718" bIns="45718"/>
          <a:lstStyle/>
          <a:p>
            <a:pPr/>
          </a:p>
        </p:txBody>
      </p:sp>
      <p:sp>
        <p:nvSpPr>
          <p:cNvPr id="958" name="Linie"/>
          <p:cNvSpPr/>
          <p:nvPr/>
        </p:nvSpPr>
        <p:spPr>
          <a:xfrm flipV="1">
            <a:off x="8532826" y="10582681"/>
            <a:ext cx="808445" cy="667234"/>
          </a:xfrm>
          <a:prstGeom prst="line">
            <a:avLst/>
          </a:prstGeom>
          <a:ln w="25400">
            <a:solidFill>
              <a:schemeClr val="accent5"/>
            </a:solidFill>
            <a:tailEnd type="triangle"/>
          </a:ln>
        </p:spPr>
        <p:txBody>
          <a:bodyPr lIns="45718" tIns="45718" rIns="45718" bIns="45718"/>
          <a:lstStyle/>
          <a:p>
            <a:pPr/>
          </a:p>
        </p:txBody>
      </p:sp>
      <p:sp>
        <p:nvSpPr>
          <p:cNvPr id="959" name="Linie"/>
          <p:cNvSpPr/>
          <p:nvPr/>
        </p:nvSpPr>
        <p:spPr>
          <a:xfrm>
            <a:off x="8505476" y="11249914"/>
            <a:ext cx="863690" cy="628771"/>
          </a:xfrm>
          <a:prstGeom prst="line">
            <a:avLst/>
          </a:prstGeom>
          <a:ln w="25400">
            <a:solidFill>
              <a:schemeClr val="accent5"/>
            </a:solidFill>
            <a:tailEnd type="triangle"/>
          </a:ln>
        </p:spPr>
        <p:txBody>
          <a:bodyPr lIns="45718" tIns="45718" rIns="45718" bIns="45718"/>
          <a:lstStyle/>
          <a:p>
            <a:pPr/>
          </a:p>
        </p:txBody>
      </p:sp>
      <p:sp>
        <p:nvSpPr>
          <p:cNvPr id="960" name="Linie"/>
          <p:cNvSpPr/>
          <p:nvPr/>
        </p:nvSpPr>
        <p:spPr>
          <a:xfrm>
            <a:off x="8505476" y="11249914"/>
            <a:ext cx="866497" cy="1301886"/>
          </a:xfrm>
          <a:prstGeom prst="line">
            <a:avLst/>
          </a:prstGeom>
          <a:ln w="25400">
            <a:solidFill>
              <a:schemeClr val="accent5"/>
            </a:solidFill>
            <a:tailEnd type="triangle"/>
          </a:ln>
        </p:spPr>
        <p:txBody>
          <a:bodyPr lIns="45718" tIns="45718" rIns="45718" bIns="45718"/>
          <a:lstStyle/>
          <a:p>
            <a:pPr/>
          </a:p>
        </p:txBody>
      </p:sp>
      <p:sp>
        <p:nvSpPr>
          <p:cNvPr id="961" name="Linie"/>
          <p:cNvSpPr/>
          <p:nvPr/>
        </p:nvSpPr>
        <p:spPr>
          <a:xfrm flipV="1">
            <a:off x="8526268" y="10179996"/>
            <a:ext cx="791724" cy="1071123"/>
          </a:xfrm>
          <a:prstGeom prst="line">
            <a:avLst/>
          </a:prstGeom>
          <a:ln w="25400">
            <a:solidFill>
              <a:schemeClr val="accent5"/>
            </a:solidFill>
            <a:tailEnd type="triangle"/>
          </a:ln>
        </p:spPr>
        <p:txBody>
          <a:bodyPr lIns="45718" tIns="45718" rIns="45718" bIns="45718"/>
          <a:lstStyle/>
          <a:p>
            <a:pPr/>
          </a:p>
        </p:txBody>
      </p:sp>
      <p:sp>
        <p:nvSpPr>
          <p:cNvPr id="962" name="Dreptunghi"/>
          <p:cNvSpPr/>
          <p:nvPr/>
        </p:nvSpPr>
        <p:spPr>
          <a:xfrm>
            <a:off x="9319131" y="9332334"/>
            <a:ext cx="892276" cy="3835161"/>
          </a:xfrm>
          <a:prstGeom prst="rect">
            <a:avLst/>
          </a:prstGeom>
          <a:ln w="25400">
            <a:solidFill>
              <a:schemeClr val="accent1"/>
            </a:solidFill>
          </a:ln>
        </p:spPr>
        <p:txBody>
          <a:bodyPr lIns="50800" tIns="50800" rIns="50800" bIns="50800" anchor="ctr"/>
          <a:lstStyle/>
          <a:p>
            <a:pPr/>
          </a:p>
        </p:txBody>
      </p:sp>
      <p:sp>
        <p:nvSpPr>
          <p:cNvPr id="963" name="Linie"/>
          <p:cNvSpPr/>
          <p:nvPr/>
        </p:nvSpPr>
        <p:spPr>
          <a:xfrm>
            <a:off x="14713314" y="9986255"/>
            <a:ext cx="801887" cy="1"/>
          </a:xfrm>
          <a:prstGeom prst="line">
            <a:avLst/>
          </a:prstGeom>
          <a:ln w="25400">
            <a:solidFill>
              <a:schemeClr val="accent1"/>
            </a:solidFill>
            <a:tailEnd type="triangle"/>
          </a:ln>
        </p:spPr>
        <p:txBody>
          <a:bodyPr lIns="45718" tIns="45718" rIns="45718" bIns="45718"/>
          <a:lstStyle/>
          <a:p>
            <a:pPr/>
          </a:p>
        </p:txBody>
      </p:sp>
      <p:sp>
        <p:nvSpPr>
          <p:cNvPr id="964" name="Linie"/>
          <p:cNvSpPr/>
          <p:nvPr/>
        </p:nvSpPr>
        <p:spPr>
          <a:xfrm>
            <a:off x="14713314" y="10623555"/>
            <a:ext cx="801887" cy="1"/>
          </a:xfrm>
          <a:prstGeom prst="line">
            <a:avLst/>
          </a:prstGeom>
          <a:ln w="25400">
            <a:solidFill>
              <a:schemeClr val="accent1"/>
            </a:solidFill>
            <a:tailEnd type="triangle"/>
          </a:ln>
        </p:spPr>
        <p:txBody>
          <a:bodyPr lIns="45718" tIns="45718" rIns="45718" bIns="45718"/>
          <a:lstStyle/>
          <a:p>
            <a:pPr/>
          </a:p>
        </p:txBody>
      </p:sp>
      <p:sp>
        <p:nvSpPr>
          <p:cNvPr id="965" name="Linie"/>
          <p:cNvSpPr/>
          <p:nvPr/>
        </p:nvSpPr>
        <p:spPr>
          <a:xfrm>
            <a:off x="14689157" y="11289584"/>
            <a:ext cx="801887" cy="1"/>
          </a:xfrm>
          <a:prstGeom prst="line">
            <a:avLst/>
          </a:prstGeom>
          <a:ln w="25400">
            <a:solidFill>
              <a:schemeClr val="accent1"/>
            </a:solidFill>
            <a:tailEnd type="triangle"/>
          </a:ln>
        </p:spPr>
        <p:txBody>
          <a:bodyPr lIns="45718" tIns="45718" rIns="45718" bIns="45718"/>
          <a:lstStyle/>
          <a:p>
            <a:pPr/>
          </a:p>
        </p:txBody>
      </p:sp>
      <p:sp>
        <p:nvSpPr>
          <p:cNvPr id="966" name="Linie"/>
          <p:cNvSpPr/>
          <p:nvPr/>
        </p:nvSpPr>
        <p:spPr>
          <a:xfrm>
            <a:off x="14713314" y="11955612"/>
            <a:ext cx="801887" cy="1"/>
          </a:xfrm>
          <a:prstGeom prst="line">
            <a:avLst/>
          </a:prstGeom>
          <a:ln w="25400">
            <a:solidFill>
              <a:schemeClr val="accent1"/>
            </a:solidFill>
            <a:tailEnd type="triangle"/>
          </a:ln>
        </p:spPr>
        <p:txBody>
          <a:bodyPr lIns="45718" tIns="45718" rIns="45718" bIns="45718"/>
          <a:lstStyle/>
          <a:p>
            <a:pPr/>
          </a:p>
        </p:txBody>
      </p:sp>
      <p:sp>
        <p:nvSpPr>
          <p:cNvPr id="967" name="Linie"/>
          <p:cNvSpPr/>
          <p:nvPr/>
        </p:nvSpPr>
        <p:spPr>
          <a:xfrm>
            <a:off x="14689157" y="12621641"/>
            <a:ext cx="801887" cy="1"/>
          </a:xfrm>
          <a:prstGeom prst="line">
            <a:avLst/>
          </a:prstGeom>
          <a:ln w="25400">
            <a:solidFill>
              <a:schemeClr val="accent1"/>
            </a:solidFill>
            <a:tailEnd type="triangle"/>
          </a:ln>
        </p:spPr>
        <p:txBody>
          <a:bodyPr lIns="45718" tIns="45718" rIns="45718" bIns="45718"/>
          <a:lstStyle/>
          <a:p>
            <a:pPr/>
          </a:p>
        </p:txBody>
      </p:sp>
      <p:sp>
        <p:nvSpPr>
          <p:cNvPr id="968" name="f"/>
          <p:cNvSpPr/>
          <p:nvPr/>
        </p:nvSpPr>
        <p:spPr>
          <a:xfrm>
            <a:off x="15490297" y="9752638"/>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969" name="f"/>
          <p:cNvSpPr/>
          <p:nvPr/>
        </p:nvSpPr>
        <p:spPr>
          <a:xfrm>
            <a:off x="15490297" y="10389938"/>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970" name="f"/>
          <p:cNvSpPr/>
          <p:nvPr/>
        </p:nvSpPr>
        <p:spPr>
          <a:xfrm>
            <a:off x="15490297" y="11070332"/>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971" name="f"/>
          <p:cNvSpPr/>
          <p:nvPr/>
        </p:nvSpPr>
        <p:spPr>
          <a:xfrm>
            <a:off x="15490297" y="11702939"/>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972" name="f"/>
          <p:cNvSpPr/>
          <p:nvPr/>
        </p:nvSpPr>
        <p:spPr>
          <a:xfrm>
            <a:off x="15490297" y="12340239"/>
            <a:ext cx="472001" cy="467234"/>
          </a:xfrm>
          <a:prstGeom prst="rect">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100"/>
            </a:lvl1pPr>
          </a:lstStyle>
          <a:p>
            <a:pPr/>
            <a:r>
              <a:t>f</a:t>
            </a:r>
          </a:p>
        </p:txBody>
      </p:sp>
      <p:sp>
        <p:nvSpPr>
          <p:cNvPr id="973" name="Linie"/>
          <p:cNvSpPr/>
          <p:nvPr/>
        </p:nvSpPr>
        <p:spPr>
          <a:xfrm>
            <a:off x="15973114" y="9986255"/>
            <a:ext cx="801887" cy="1"/>
          </a:xfrm>
          <a:prstGeom prst="line">
            <a:avLst/>
          </a:prstGeom>
          <a:ln w="25400">
            <a:solidFill>
              <a:schemeClr val="accent1"/>
            </a:solidFill>
            <a:tailEnd type="triangle"/>
          </a:ln>
        </p:spPr>
        <p:txBody>
          <a:bodyPr lIns="45718" tIns="45718" rIns="45718" bIns="45718"/>
          <a:lstStyle/>
          <a:p>
            <a:pPr/>
          </a:p>
        </p:txBody>
      </p:sp>
      <p:sp>
        <p:nvSpPr>
          <p:cNvPr id="974" name="Linie"/>
          <p:cNvSpPr/>
          <p:nvPr/>
        </p:nvSpPr>
        <p:spPr>
          <a:xfrm>
            <a:off x="15973114" y="10623555"/>
            <a:ext cx="801887" cy="1"/>
          </a:xfrm>
          <a:prstGeom prst="line">
            <a:avLst/>
          </a:prstGeom>
          <a:ln w="25400">
            <a:solidFill>
              <a:schemeClr val="accent1"/>
            </a:solidFill>
            <a:tailEnd type="triangle"/>
          </a:ln>
        </p:spPr>
        <p:txBody>
          <a:bodyPr lIns="45718" tIns="45718" rIns="45718" bIns="45718"/>
          <a:lstStyle/>
          <a:p>
            <a:pPr/>
          </a:p>
        </p:txBody>
      </p:sp>
      <p:sp>
        <p:nvSpPr>
          <p:cNvPr id="975" name="Linie"/>
          <p:cNvSpPr/>
          <p:nvPr/>
        </p:nvSpPr>
        <p:spPr>
          <a:xfrm>
            <a:off x="15973114" y="11341015"/>
            <a:ext cx="801887" cy="1"/>
          </a:xfrm>
          <a:prstGeom prst="line">
            <a:avLst/>
          </a:prstGeom>
          <a:ln w="25400">
            <a:solidFill>
              <a:schemeClr val="accent1"/>
            </a:solidFill>
            <a:tailEnd type="triangle"/>
          </a:ln>
        </p:spPr>
        <p:txBody>
          <a:bodyPr lIns="45718" tIns="45718" rIns="45718" bIns="45718"/>
          <a:lstStyle/>
          <a:p>
            <a:pPr/>
          </a:p>
        </p:txBody>
      </p:sp>
      <p:sp>
        <p:nvSpPr>
          <p:cNvPr id="976" name="Linie"/>
          <p:cNvSpPr/>
          <p:nvPr/>
        </p:nvSpPr>
        <p:spPr>
          <a:xfrm>
            <a:off x="15973114" y="11936555"/>
            <a:ext cx="801887" cy="1"/>
          </a:xfrm>
          <a:prstGeom prst="line">
            <a:avLst/>
          </a:prstGeom>
          <a:ln w="25400">
            <a:solidFill>
              <a:schemeClr val="accent1"/>
            </a:solidFill>
            <a:tailEnd type="triangle"/>
          </a:ln>
        </p:spPr>
        <p:txBody>
          <a:bodyPr lIns="45718" tIns="45718" rIns="45718" bIns="45718"/>
          <a:lstStyle/>
          <a:p>
            <a:pPr/>
          </a:p>
        </p:txBody>
      </p:sp>
      <p:sp>
        <p:nvSpPr>
          <p:cNvPr id="977" name="Linie"/>
          <p:cNvSpPr/>
          <p:nvPr/>
        </p:nvSpPr>
        <p:spPr>
          <a:xfrm>
            <a:off x="15973114" y="12621641"/>
            <a:ext cx="801887" cy="1"/>
          </a:xfrm>
          <a:prstGeom prst="line">
            <a:avLst/>
          </a:prstGeom>
          <a:ln w="25400">
            <a:solidFill>
              <a:schemeClr val="accent1"/>
            </a:solidFill>
            <a:tailEnd type="triangle"/>
          </a:ln>
        </p:spPr>
        <p:txBody>
          <a:bodyPr lIns="45718" tIns="45718" rIns="45718" bIns="45718"/>
          <a:lstStyle/>
          <a:p>
            <a:pPr/>
          </a:p>
        </p:txBody>
      </p:sp>
      <p:sp>
        <p:nvSpPr>
          <p:cNvPr id="978" name="Oval"/>
          <p:cNvSpPr/>
          <p:nvPr/>
        </p:nvSpPr>
        <p:spPr>
          <a:xfrm>
            <a:off x="13030804" y="8854430"/>
            <a:ext cx="350341" cy="341123"/>
          </a:xfrm>
          <a:prstGeom prst="ellipse">
            <a:avLst/>
          </a:prstGeom>
          <a:solidFill>
            <a:srgbClr val="FFFFFF"/>
          </a:solidFill>
          <a:ln w="25400">
            <a:solidFill>
              <a:schemeClr val="accent1"/>
            </a:solidFill>
          </a:ln>
        </p:spPr>
        <p:txBody>
          <a:bodyPr lIns="50800" tIns="50800" rIns="50800" bIns="50800" anchor="ctr"/>
          <a:lstStyle/>
          <a:p>
            <a:pPr/>
          </a:p>
        </p:txBody>
      </p:sp>
      <p:sp>
        <p:nvSpPr>
          <p:cNvPr id="979" name="Dreptunghi"/>
          <p:cNvSpPr/>
          <p:nvPr/>
        </p:nvSpPr>
        <p:spPr>
          <a:xfrm>
            <a:off x="12859494" y="8375163"/>
            <a:ext cx="638276" cy="2065651"/>
          </a:xfrm>
          <a:prstGeom prst="rect">
            <a:avLst/>
          </a:prstGeom>
          <a:ln w="25400">
            <a:solidFill>
              <a:schemeClr val="accent1"/>
            </a:solidFill>
          </a:ln>
        </p:spPr>
        <p:txBody>
          <a:bodyPr lIns="50800" tIns="50800" rIns="50800" bIns="50800" anchor="ctr"/>
          <a:lstStyle/>
          <a:p>
            <a:pPr/>
          </a:p>
        </p:txBody>
      </p:sp>
      <p:sp>
        <p:nvSpPr>
          <p:cNvPr id="980" name="Oval"/>
          <p:cNvSpPr/>
          <p:nvPr/>
        </p:nvSpPr>
        <p:spPr>
          <a:xfrm>
            <a:off x="16862252" y="9648789"/>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81" name="Oval"/>
          <p:cNvSpPr/>
          <p:nvPr/>
        </p:nvSpPr>
        <p:spPr>
          <a:xfrm>
            <a:off x="16862252" y="10286089"/>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82" name="Oval"/>
          <p:cNvSpPr/>
          <p:nvPr/>
        </p:nvSpPr>
        <p:spPr>
          <a:xfrm>
            <a:off x="16862252" y="10942589"/>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83" name="Oval"/>
          <p:cNvSpPr/>
          <p:nvPr/>
        </p:nvSpPr>
        <p:spPr>
          <a:xfrm>
            <a:off x="16862252" y="11599088"/>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84" name="Oval"/>
          <p:cNvSpPr/>
          <p:nvPr/>
        </p:nvSpPr>
        <p:spPr>
          <a:xfrm>
            <a:off x="16862252" y="12236389"/>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85" name="Dreptunghi"/>
          <p:cNvSpPr/>
          <p:nvPr/>
        </p:nvSpPr>
        <p:spPr>
          <a:xfrm>
            <a:off x="16735252" y="9341863"/>
            <a:ext cx="892276" cy="3835161"/>
          </a:xfrm>
          <a:prstGeom prst="rect">
            <a:avLst/>
          </a:prstGeom>
          <a:ln w="25400">
            <a:solidFill>
              <a:schemeClr val="accent1"/>
            </a:solidFill>
          </a:ln>
        </p:spPr>
        <p:txBody>
          <a:bodyPr lIns="50800" tIns="50800" rIns="50800" bIns="50800" anchor="ctr"/>
          <a:lstStyle/>
          <a:p>
            <a:pPr/>
          </a:p>
        </p:txBody>
      </p:sp>
      <p:sp>
        <p:nvSpPr>
          <p:cNvPr id="986" name="0"/>
          <p:cNvSpPr/>
          <p:nvPr/>
        </p:nvSpPr>
        <p:spPr>
          <a:xfrm>
            <a:off x="7763931" y="12373221"/>
            <a:ext cx="638276" cy="614651"/>
          </a:xfrm>
          <a:prstGeom prst="ellipse">
            <a:avLst/>
          </a:prstGeom>
          <a:solidFill>
            <a:srgbClr val="FFFFFF"/>
          </a:solidFill>
          <a:ln w="25400">
            <a:solidFill>
              <a:schemeClr val="accent4"/>
            </a:solidFill>
          </a:ln>
          <a:extLst>
            <a:ext uri="{C572A759-6A51-4108-AA02-DFA0A04FC94B}">
              <ma14:wrappingTextBoxFlag xmlns:ma14="http://schemas.microsoft.com/office/mac/drawingml/2011/main" val="1"/>
            </a:ext>
          </a:extLst>
        </p:spPr>
        <p:txBody>
          <a:bodyPr lIns="50800" tIns="50800" rIns="50800" bIns="50800" anchor="ctr"/>
          <a:lstStyle>
            <a:lvl1pPr algn="ctr">
              <a:defRPr sz="1800"/>
            </a:lvl1pPr>
          </a:lstStyle>
          <a:p>
            <a:pPr/>
            <a:r>
              <a:t>0</a:t>
            </a:r>
          </a:p>
        </p:txBody>
      </p:sp>
      <p:sp>
        <p:nvSpPr>
          <p:cNvPr id="987" name="Oval"/>
          <p:cNvSpPr/>
          <p:nvPr/>
        </p:nvSpPr>
        <p:spPr>
          <a:xfrm>
            <a:off x="13020349" y="8463719"/>
            <a:ext cx="350341" cy="341123"/>
          </a:xfrm>
          <a:prstGeom prst="ellipse">
            <a:avLst/>
          </a:prstGeom>
          <a:solidFill>
            <a:srgbClr val="FFFFFF"/>
          </a:solidFill>
          <a:ln w="25400">
            <a:solidFill>
              <a:schemeClr val="accent1"/>
            </a:solidFill>
          </a:ln>
        </p:spPr>
        <p:txBody>
          <a:bodyPr lIns="50800" tIns="50800" rIns="50800" bIns="50800" anchor="ctr"/>
          <a:lstStyle/>
          <a:p>
            <a:pPr/>
          </a:p>
        </p:txBody>
      </p:sp>
      <p:sp>
        <p:nvSpPr>
          <p:cNvPr id="988" name="Oval"/>
          <p:cNvSpPr/>
          <p:nvPr/>
        </p:nvSpPr>
        <p:spPr>
          <a:xfrm>
            <a:off x="13020349" y="9257252"/>
            <a:ext cx="350341" cy="341123"/>
          </a:xfrm>
          <a:prstGeom prst="ellipse">
            <a:avLst/>
          </a:prstGeom>
          <a:solidFill>
            <a:srgbClr val="FFFFFF"/>
          </a:solidFill>
          <a:ln w="25400">
            <a:solidFill>
              <a:schemeClr val="accent1"/>
            </a:solidFill>
          </a:ln>
        </p:spPr>
        <p:txBody>
          <a:bodyPr lIns="50800" tIns="50800" rIns="50800" bIns="50800" anchor="ctr"/>
          <a:lstStyle/>
          <a:p>
            <a:pPr/>
          </a:p>
        </p:txBody>
      </p:sp>
      <p:sp>
        <p:nvSpPr>
          <p:cNvPr id="989" name="Oval"/>
          <p:cNvSpPr/>
          <p:nvPr/>
        </p:nvSpPr>
        <p:spPr>
          <a:xfrm>
            <a:off x="13005217" y="9634523"/>
            <a:ext cx="350340" cy="341123"/>
          </a:xfrm>
          <a:prstGeom prst="ellipse">
            <a:avLst/>
          </a:prstGeom>
          <a:solidFill>
            <a:srgbClr val="FFFFFF"/>
          </a:solidFill>
          <a:ln w="25400">
            <a:solidFill>
              <a:schemeClr val="accent1"/>
            </a:solidFill>
          </a:ln>
        </p:spPr>
        <p:txBody>
          <a:bodyPr lIns="50800" tIns="50800" rIns="50800" bIns="50800" anchor="ctr"/>
          <a:lstStyle/>
          <a:p>
            <a:pPr/>
          </a:p>
        </p:txBody>
      </p:sp>
      <p:sp>
        <p:nvSpPr>
          <p:cNvPr id="990" name="Oval"/>
          <p:cNvSpPr/>
          <p:nvPr/>
        </p:nvSpPr>
        <p:spPr>
          <a:xfrm>
            <a:off x="13005217" y="10031620"/>
            <a:ext cx="350340" cy="341123"/>
          </a:xfrm>
          <a:prstGeom prst="ellipse">
            <a:avLst/>
          </a:prstGeom>
          <a:solidFill>
            <a:srgbClr val="FFFFFF"/>
          </a:solidFill>
          <a:ln w="25400">
            <a:solidFill>
              <a:schemeClr val="accent1"/>
            </a:solidFill>
          </a:ln>
        </p:spPr>
        <p:txBody>
          <a:bodyPr lIns="50800" tIns="50800" rIns="50800" bIns="50800" anchor="ctr"/>
          <a:lstStyle/>
          <a:p>
            <a:pPr/>
          </a:p>
        </p:txBody>
      </p:sp>
      <p:sp>
        <p:nvSpPr>
          <p:cNvPr id="991" name="+"/>
          <p:cNvSpPr/>
          <p:nvPr/>
        </p:nvSpPr>
        <p:spPr>
          <a:xfrm>
            <a:off x="12384420" y="10806735"/>
            <a:ext cx="922249" cy="994428"/>
          </a:xfrm>
          <a:prstGeom prst="rect">
            <a:avLst/>
          </a:prstGeom>
          <a:solidFill>
            <a:srgbClr val="FFFFFF"/>
          </a:solidFill>
          <a:ln w="25400">
            <a:solidFill>
              <a:schemeClr val="accent5"/>
            </a:solidFill>
          </a:ln>
          <a:extLst>
            <a:ext uri="{C572A759-6A51-4108-AA02-DFA0A04FC94B}">
              <ma14:wrappingTextBoxFlag xmlns:ma14="http://schemas.microsoft.com/office/mac/drawingml/2011/main" val="1"/>
            </a:ext>
          </a:extLst>
        </p:spPr>
        <p:txBody>
          <a:bodyPr lIns="50800" tIns="50800" rIns="50800" bIns="50800" anchor="ctr"/>
          <a:lstStyle>
            <a:lvl1pPr algn="ctr">
              <a:defRPr sz="3700"/>
            </a:lvl1pPr>
          </a:lstStyle>
          <a:p>
            <a:pPr/>
            <a:r>
              <a:t>+</a:t>
            </a:r>
          </a:p>
        </p:txBody>
      </p:sp>
      <p:sp>
        <p:nvSpPr>
          <p:cNvPr id="992" name="Linie"/>
          <p:cNvSpPr/>
          <p:nvPr/>
        </p:nvSpPr>
        <p:spPr>
          <a:xfrm>
            <a:off x="10239933" y="11382638"/>
            <a:ext cx="2115961" cy="1"/>
          </a:xfrm>
          <a:prstGeom prst="line">
            <a:avLst/>
          </a:prstGeom>
          <a:ln w="25400">
            <a:solidFill>
              <a:schemeClr val="accent1"/>
            </a:solidFill>
            <a:tailEnd type="triangle"/>
          </a:ln>
        </p:spPr>
        <p:txBody>
          <a:bodyPr lIns="45718" tIns="45718" rIns="45718" bIns="45718"/>
          <a:lstStyle/>
          <a:p>
            <a:pPr/>
          </a:p>
        </p:txBody>
      </p:sp>
      <p:sp>
        <p:nvSpPr>
          <p:cNvPr id="993" name="Oval"/>
          <p:cNvSpPr/>
          <p:nvPr/>
        </p:nvSpPr>
        <p:spPr>
          <a:xfrm>
            <a:off x="13858326" y="9730361"/>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94" name="Oval"/>
          <p:cNvSpPr/>
          <p:nvPr/>
        </p:nvSpPr>
        <p:spPr>
          <a:xfrm>
            <a:off x="13858326" y="10367662"/>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95" name="Oval"/>
          <p:cNvSpPr/>
          <p:nvPr/>
        </p:nvSpPr>
        <p:spPr>
          <a:xfrm>
            <a:off x="13858326" y="11024162"/>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96" name="Oval"/>
          <p:cNvSpPr/>
          <p:nvPr/>
        </p:nvSpPr>
        <p:spPr>
          <a:xfrm>
            <a:off x="13858326" y="11680662"/>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97" name="Oval"/>
          <p:cNvSpPr/>
          <p:nvPr/>
        </p:nvSpPr>
        <p:spPr>
          <a:xfrm>
            <a:off x="13858326" y="12317962"/>
            <a:ext cx="638276" cy="614651"/>
          </a:xfrm>
          <a:prstGeom prst="ellipse">
            <a:avLst/>
          </a:prstGeom>
          <a:solidFill>
            <a:srgbClr val="FFFFFF"/>
          </a:solidFill>
          <a:ln w="25400">
            <a:solidFill>
              <a:schemeClr val="accent1"/>
            </a:solidFill>
          </a:ln>
        </p:spPr>
        <p:txBody>
          <a:bodyPr lIns="50800" tIns="50800" rIns="50800" bIns="50800" anchor="ctr"/>
          <a:lstStyle/>
          <a:p>
            <a:pPr/>
          </a:p>
        </p:txBody>
      </p:sp>
      <p:sp>
        <p:nvSpPr>
          <p:cNvPr id="998" name="Dreptunghi"/>
          <p:cNvSpPr/>
          <p:nvPr/>
        </p:nvSpPr>
        <p:spPr>
          <a:xfrm>
            <a:off x="13750526" y="9423435"/>
            <a:ext cx="892276" cy="3835161"/>
          </a:xfrm>
          <a:prstGeom prst="rect">
            <a:avLst/>
          </a:prstGeom>
          <a:ln w="25400">
            <a:solidFill>
              <a:schemeClr val="accent1"/>
            </a:solidFill>
          </a:ln>
        </p:spPr>
        <p:txBody>
          <a:bodyPr lIns="50800" tIns="50800" rIns="50800" bIns="50800" anchor="ctr"/>
          <a:lstStyle/>
          <a:p>
            <a:pPr/>
          </a:p>
        </p:txBody>
      </p:sp>
      <p:sp>
        <p:nvSpPr>
          <p:cNvPr id="999" name="Linie"/>
          <p:cNvSpPr/>
          <p:nvPr/>
        </p:nvSpPr>
        <p:spPr>
          <a:xfrm>
            <a:off x="13252468" y="11356873"/>
            <a:ext cx="513843" cy="1"/>
          </a:xfrm>
          <a:prstGeom prst="line">
            <a:avLst/>
          </a:prstGeom>
          <a:ln w="25400">
            <a:solidFill>
              <a:schemeClr val="accent1"/>
            </a:solidFill>
            <a:tailEnd type="triangle"/>
          </a:ln>
        </p:spPr>
        <p:txBody>
          <a:bodyPr lIns="45718" tIns="45718" rIns="45718" bIns="45718"/>
          <a:lstStyle/>
          <a:p>
            <a:pPr/>
          </a:p>
        </p:txBody>
      </p:sp>
      <p:sp>
        <p:nvSpPr>
          <p:cNvPr id="1000" name="Linie"/>
          <p:cNvSpPr/>
          <p:nvPr/>
        </p:nvSpPr>
        <p:spPr>
          <a:xfrm>
            <a:off x="12390414" y="8480853"/>
            <a:ext cx="433627" cy="1857375"/>
          </a:xfrm>
          <a:prstGeom prst="line">
            <a:avLst/>
          </a:prstGeom>
          <a:ln w="25400">
            <a:solidFill>
              <a:schemeClr val="accent5"/>
            </a:solidFill>
            <a:tailEnd type="triangle"/>
          </a:ln>
        </p:spPr>
        <p:txBody>
          <a:bodyPr lIns="45718" tIns="45718" rIns="45718" bIns="45718"/>
          <a:lstStyle/>
          <a:p>
            <a:pPr/>
          </a:p>
        </p:txBody>
      </p:sp>
      <p:sp>
        <p:nvSpPr>
          <p:cNvPr id="1001" name="Linie"/>
          <p:cNvSpPr/>
          <p:nvPr/>
        </p:nvSpPr>
        <p:spPr>
          <a:xfrm>
            <a:off x="12410942" y="8508299"/>
            <a:ext cx="490755" cy="885383"/>
          </a:xfrm>
          <a:prstGeom prst="line">
            <a:avLst/>
          </a:prstGeom>
          <a:ln w="25400">
            <a:solidFill>
              <a:schemeClr val="accent5"/>
            </a:solidFill>
            <a:tailEnd type="triangle"/>
          </a:ln>
        </p:spPr>
        <p:txBody>
          <a:bodyPr lIns="45718" tIns="45718" rIns="45718" bIns="45718"/>
          <a:lstStyle/>
          <a:p>
            <a:pPr/>
          </a:p>
        </p:txBody>
      </p:sp>
      <p:sp>
        <p:nvSpPr>
          <p:cNvPr id="1002" name="Linie"/>
          <p:cNvSpPr/>
          <p:nvPr/>
        </p:nvSpPr>
        <p:spPr>
          <a:xfrm>
            <a:off x="12381075" y="8499319"/>
            <a:ext cx="375741" cy="1"/>
          </a:xfrm>
          <a:prstGeom prst="line">
            <a:avLst/>
          </a:prstGeom>
          <a:ln w="25400">
            <a:solidFill>
              <a:schemeClr val="accent5"/>
            </a:solidFill>
            <a:tailEnd type="triangle"/>
          </a:ln>
        </p:spPr>
        <p:txBody>
          <a:bodyPr lIns="45718" tIns="45718" rIns="45718" bIns="45718"/>
          <a:lstStyle/>
          <a:p>
            <a:pPr/>
          </a:p>
        </p:txBody>
      </p:sp>
      <p:sp>
        <p:nvSpPr>
          <p:cNvPr id="1003" name="Linie"/>
          <p:cNvSpPr/>
          <p:nvPr/>
        </p:nvSpPr>
        <p:spPr>
          <a:xfrm>
            <a:off x="12414616" y="8511548"/>
            <a:ext cx="391387" cy="1291731"/>
          </a:xfrm>
          <a:prstGeom prst="line">
            <a:avLst/>
          </a:prstGeom>
          <a:ln w="25400">
            <a:solidFill>
              <a:schemeClr val="accent5"/>
            </a:solidFill>
            <a:tailEnd type="triangle"/>
          </a:ln>
        </p:spPr>
        <p:txBody>
          <a:bodyPr lIns="45718" tIns="45718" rIns="45718" bIns="45718"/>
          <a:lstStyle/>
          <a:p>
            <a:pPr/>
          </a:p>
        </p:txBody>
      </p:sp>
      <p:sp>
        <p:nvSpPr>
          <p:cNvPr id="1004" name="Linie"/>
          <p:cNvSpPr/>
          <p:nvPr/>
        </p:nvSpPr>
        <p:spPr>
          <a:xfrm>
            <a:off x="12427505" y="8476260"/>
            <a:ext cx="478902" cy="478902"/>
          </a:xfrm>
          <a:prstGeom prst="line">
            <a:avLst/>
          </a:prstGeom>
          <a:ln w="25400">
            <a:solidFill>
              <a:schemeClr val="accent5"/>
            </a:solidFill>
            <a:tailEnd type="triangle"/>
          </a:ln>
        </p:spPr>
        <p:txBody>
          <a:bodyPr lIns="45718" tIns="45718" rIns="45718" bIns="45718"/>
          <a:lstStyle/>
          <a:p>
            <a:pPr/>
          </a:p>
        </p:txBody>
      </p:sp>
      <p:sp>
        <p:nvSpPr>
          <p:cNvPr id="1005" name="Linie"/>
          <p:cNvSpPr/>
          <p:nvPr/>
        </p:nvSpPr>
        <p:spPr>
          <a:xfrm>
            <a:off x="13090097" y="10410421"/>
            <a:ext cx="1" cy="366523"/>
          </a:xfrm>
          <a:prstGeom prst="line">
            <a:avLst/>
          </a:prstGeom>
          <a:ln w="25400">
            <a:solidFill>
              <a:schemeClr val="accent1"/>
            </a:solidFill>
            <a:tailEnd type="triangle"/>
          </a:ln>
        </p:spPr>
        <p:txBody>
          <a:bodyPr lIns="45718" tIns="45718" rIns="45718" bIns="45718"/>
          <a:lstStyle/>
          <a:p>
            <a:pPr/>
          </a:p>
        </p:txBody>
      </p:sp>
      <p:sp>
        <p:nvSpPr>
          <p:cNvPr id="1006" name="2"/>
          <p:cNvSpPr txBox="1"/>
          <p:nvPr/>
        </p:nvSpPr>
        <p:spPr>
          <a:xfrm>
            <a:off x="23828528" y="10697459"/>
            <a:ext cx="42667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2</a:t>
            </a:r>
          </a:p>
        </p:txBody>
      </p:sp>
      <p:pic>
        <p:nvPicPr>
          <p:cNvPr id="1007" name="Oval Oval" descr="Oval Oval"/>
          <p:cNvPicPr>
            <a:picLocks noChangeAspect="0"/>
          </p:cNvPicPr>
          <p:nvPr/>
        </p:nvPicPr>
        <p:blipFill>
          <a:blip r:embed="rId2">
            <a:extLst/>
          </a:blip>
          <a:stretch>
            <a:fillRect/>
          </a:stretch>
        </p:blipFill>
        <p:spPr>
          <a:xfrm>
            <a:off x="10812658" y="4647672"/>
            <a:ext cx="2226408" cy="4794518"/>
          </a:xfrm>
          <a:prstGeom prst="rect">
            <a:avLst/>
          </a:prstGeom>
        </p:spPr>
      </p:pic>
      <p:pic>
        <p:nvPicPr>
          <p:cNvPr id="1009" name="Oval Oval" descr="Oval Oval"/>
          <p:cNvPicPr>
            <a:picLocks noChangeAspect="0"/>
          </p:cNvPicPr>
          <p:nvPr/>
        </p:nvPicPr>
        <p:blipFill>
          <a:blip r:embed="rId2">
            <a:extLst/>
          </a:blip>
          <a:stretch>
            <a:fillRect/>
          </a:stretch>
        </p:blipFill>
        <p:spPr>
          <a:xfrm>
            <a:off x="16103071" y="8843127"/>
            <a:ext cx="2226408" cy="479451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1007"/>
                                        </p:tgtEl>
                                        <p:attrNameLst>
                                          <p:attrName>style.visibility</p:attrName>
                                        </p:attrNameLst>
                                      </p:cBhvr>
                                      <p:to>
                                        <p:strVal val="visible"/>
                                      </p:to>
                                    </p:set>
                                    <p:animEffect filter="dissolve" transition="in">
                                      <p:cBhvr>
                                        <p:cTn id="7" dur="2000"/>
                                        <p:tgtEl>
                                          <p:spTgt spid="1007"/>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1009"/>
                                        </p:tgtEl>
                                        <p:attrNameLst>
                                          <p:attrName>style.visibility</p:attrName>
                                        </p:attrNameLst>
                                      </p:cBhvr>
                                      <p:to>
                                        <p:strVal val="visible"/>
                                      </p:to>
                                    </p:set>
                                    <p:animEffect filter="dissolve" transition="in">
                                      <p:cBhvr>
                                        <p:cTn id="11" dur="2000"/>
                                        <p:tgtEl>
                                          <p:spTgt spid="10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09" grpId="2"/>
      <p:bldP build="whole" bldLvl="1" animBg="1" rev="0" advAuto="0" spid="1007" grpId="1"/>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2" name="Rețelele neuronale recurente"/>
          <p:cNvSpPr txBox="1"/>
          <p:nvPr>
            <p:ph type="title"/>
          </p:nvPr>
        </p:nvSpPr>
        <p:spPr>
          <a:xfrm>
            <a:off x="1219200" y="558825"/>
            <a:ext cx="21945600" cy="1727201"/>
          </a:xfrm>
          <a:prstGeom prst="rect">
            <a:avLst/>
          </a:prstGeom>
        </p:spPr>
        <p:txBody>
          <a:bodyPr/>
          <a:lstStyle/>
          <a:p>
            <a:pPr/>
            <a:r>
              <a:t>Rețelele neuronale recurente</a:t>
            </a:r>
          </a:p>
        </p:txBody>
      </p:sp>
      <p:pic>
        <p:nvPicPr>
          <p:cNvPr id="1013" name="Captură de ecran din 2024-12-09 la 13.16.34.png" descr="Captură de ecran din 2024-12-09 la 13.16.34.png"/>
          <p:cNvPicPr>
            <a:picLocks noChangeAspect="1"/>
          </p:cNvPicPr>
          <p:nvPr/>
        </p:nvPicPr>
        <p:blipFill>
          <a:blip r:embed="rId2">
            <a:extLst/>
          </a:blip>
          <a:stretch>
            <a:fillRect/>
          </a:stretch>
        </p:blipFill>
        <p:spPr>
          <a:xfrm>
            <a:off x="768574" y="3629474"/>
            <a:ext cx="10024463" cy="7767772"/>
          </a:xfrm>
          <a:prstGeom prst="rect">
            <a:avLst/>
          </a:prstGeom>
          <a:ln w="12700">
            <a:miter lim="400000"/>
          </a:ln>
        </p:spPr>
      </p:pic>
      <p:sp>
        <p:nvSpPr>
          <p:cNvPr id="1014" name="Atât de simplu se creează un RNN"/>
          <p:cNvSpPr txBox="1"/>
          <p:nvPr/>
        </p:nvSpPr>
        <p:spPr>
          <a:xfrm>
            <a:off x="10806931" y="3517487"/>
            <a:ext cx="16290089" cy="12240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Atât de simplu se creează un RNN</a:t>
            </a:r>
          </a:p>
        </p:txBody>
      </p:sp>
      <p:pic>
        <p:nvPicPr>
          <p:cNvPr id="1015" name="Linie Linie" descr="Linie Linie"/>
          <p:cNvPicPr>
            <a:picLocks noChangeAspect="0"/>
          </p:cNvPicPr>
          <p:nvPr/>
        </p:nvPicPr>
        <p:blipFill>
          <a:blip r:embed="rId3">
            <a:extLst/>
          </a:blip>
          <a:stretch>
            <a:fillRect/>
          </a:stretch>
        </p:blipFill>
        <p:spPr>
          <a:xfrm rot="10800000">
            <a:off x="6613000" y="9072332"/>
            <a:ext cx="3094235" cy="405591"/>
          </a:xfrm>
          <a:prstGeom prst="rect">
            <a:avLst/>
          </a:prstGeom>
        </p:spPr>
      </p:pic>
      <p:sp>
        <p:nvSpPr>
          <p:cNvPr id="1017" name="Codificarea one-hot a intrării"/>
          <p:cNvSpPr txBox="1"/>
          <p:nvPr/>
        </p:nvSpPr>
        <p:spPr>
          <a:xfrm>
            <a:off x="11874731" y="8098895"/>
            <a:ext cx="16290089" cy="12240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solidFill>
                  <a:schemeClr val="accent1"/>
                </a:solidFill>
                <a:latin typeface="Canela Text Regular"/>
                <a:ea typeface="Canela Text Regular"/>
                <a:cs typeface="Canela Text Regular"/>
                <a:sym typeface="Canela Text Regular"/>
              </a:defRPr>
            </a:lvl1pPr>
          </a:lstStyle>
          <a:p>
            <a:pPr/>
            <a:r>
              <a:t>Codificarea one-hot a intrării</a:t>
            </a:r>
          </a:p>
        </p:txBody>
      </p:sp>
      <p:pic>
        <p:nvPicPr>
          <p:cNvPr id="1018" name="Linie Linie" descr="Linie Linie"/>
          <p:cNvPicPr>
            <a:picLocks noChangeAspect="0"/>
          </p:cNvPicPr>
          <p:nvPr/>
        </p:nvPicPr>
        <p:blipFill>
          <a:blip r:embed="rId4">
            <a:extLst/>
          </a:blip>
          <a:stretch>
            <a:fillRect/>
          </a:stretch>
        </p:blipFill>
        <p:spPr>
          <a:xfrm rot="10800000">
            <a:off x="9351199" y="8508132"/>
            <a:ext cx="1966152" cy="405591"/>
          </a:xfrm>
          <a:prstGeom prst="rect">
            <a:avLst/>
          </a:prstGeom>
        </p:spPr>
      </p:pic>
      <p:sp>
        <p:nvSpPr>
          <p:cNvPr id="1020" name="Trimiterea intrării către straturile RNN"/>
          <p:cNvSpPr txBox="1"/>
          <p:nvPr/>
        </p:nvSpPr>
        <p:spPr>
          <a:xfrm>
            <a:off x="11874731" y="8835894"/>
            <a:ext cx="16290089" cy="12240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solidFill>
                  <a:schemeClr val="accent2"/>
                </a:solidFill>
                <a:latin typeface="Canela Text Regular"/>
                <a:ea typeface="Canela Text Regular"/>
                <a:cs typeface="Canela Text Regular"/>
                <a:sym typeface="Canela Text Regular"/>
              </a:defRPr>
            </a:lvl1pPr>
          </a:lstStyle>
          <a:p>
            <a:pPr/>
            <a:r>
              <a:t>Trimiterea intrării către straturile RNN</a:t>
            </a:r>
          </a:p>
        </p:txBody>
      </p:sp>
      <p:sp>
        <p:nvSpPr>
          <p:cNvPr id="1021" name="Y va avea dimensiunea hidden_space și îl transpunem în dimensiunea vocabularului"/>
          <p:cNvSpPr txBox="1"/>
          <p:nvPr/>
        </p:nvSpPr>
        <p:spPr>
          <a:xfrm>
            <a:off x="11852832" y="9654094"/>
            <a:ext cx="11443813" cy="21644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solidFill>
                  <a:schemeClr val="accent3"/>
                </a:solidFill>
                <a:latin typeface="Canela Text Regular"/>
                <a:ea typeface="Canela Text Regular"/>
                <a:cs typeface="Canela Text Regular"/>
                <a:sym typeface="Canela Text Regular"/>
              </a:defRPr>
            </a:lvl1pPr>
          </a:lstStyle>
          <a:p>
            <a:pPr/>
            <a:r>
              <a:t>Y va avea dimensiunea hidden_space și îl transpunem în dimensiunea vocabularului</a:t>
            </a:r>
          </a:p>
        </p:txBody>
      </p:sp>
      <p:sp>
        <p:nvSpPr>
          <p:cNvPr id="1022" name="output va conține toate cuvintele generate dar înainte de softmax"/>
          <p:cNvSpPr txBox="1"/>
          <p:nvPr/>
        </p:nvSpPr>
        <p:spPr>
          <a:xfrm>
            <a:off x="11852832" y="11374694"/>
            <a:ext cx="11443813" cy="21644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output va conține toate cuvintele generate dar înainte de softmax</a:t>
            </a:r>
          </a:p>
        </p:txBody>
      </p:sp>
      <p:pic>
        <p:nvPicPr>
          <p:cNvPr id="1023" name="Linie Linie" descr="Linie Linie"/>
          <p:cNvPicPr>
            <a:picLocks noChangeAspect="0"/>
          </p:cNvPicPr>
          <p:nvPr/>
        </p:nvPicPr>
        <p:blipFill>
          <a:blip r:embed="rId5">
            <a:extLst/>
          </a:blip>
          <a:stretch>
            <a:fillRect/>
          </a:stretch>
        </p:blipFill>
        <p:spPr>
          <a:xfrm rot="10800000">
            <a:off x="9466400" y="9429731"/>
            <a:ext cx="2199448" cy="405592"/>
          </a:xfrm>
          <a:prstGeom prst="rect">
            <a:avLst/>
          </a:prstGeom>
        </p:spPr>
      </p:pic>
      <p:sp>
        <p:nvSpPr>
          <p:cNvPr id="1025" name="Clasa asta încorporează mai mulți pași, cum ar fi codificarea one-hot a intrării, transmiterea secvențială către RNN și după transpunerea rezultatului în spațiul vocabularului"/>
          <p:cNvSpPr txBox="1"/>
          <p:nvPr/>
        </p:nvSpPr>
        <p:spPr>
          <a:xfrm>
            <a:off x="10864531" y="4354802"/>
            <a:ext cx="10024463" cy="49511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Clasa asta încorporează mai mulți pași, cum ar fi codificarea one-hot a intrării, transmiterea secvențială către RNN și după transpunerea rezultatului în spațiul vocabularului</a:t>
            </a:r>
          </a:p>
        </p:txBody>
      </p:sp>
      <p:pic>
        <p:nvPicPr>
          <p:cNvPr id="1026" name="Linie Linie" descr="Linie Linie"/>
          <p:cNvPicPr>
            <a:picLocks noChangeAspect="0"/>
          </p:cNvPicPr>
          <p:nvPr/>
        </p:nvPicPr>
        <p:blipFill>
          <a:blip r:embed="rId6">
            <a:extLst/>
          </a:blip>
          <a:stretch>
            <a:fillRect/>
          </a:stretch>
        </p:blipFill>
        <p:spPr>
          <a:xfrm rot="9638788">
            <a:off x="7080950" y="3332568"/>
            <a:ext cx="2639947" cy="405592"/>
          </a:xfrm>
          <a:prstGeom prst="rect">
            <a:avLst/>
          </a:prstGeom>
        </p:spPr>
      </p:pic>
      <p:sp>
        <p:nvSpPr>
          <p:cNvPr id="1028" name="Atenție! Poate primi parametrul num_layers"/>
          <p:cNvSpPr txBox="1"/>
          <p:nvPr/>
        </p:nvSpPr>
        <p:spPr>
          <a:xfrm>
            <a:off x="9728176" y="2321148"/>
            <a:ext cx="1101537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Atenție! Poate primi parametrul num_layers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0" name="Rețelele neuronale recurente"/>
          <p:cNvSpPr txBox="1"/>
          <p:nvPr>
            <p:ph type="title"/>
          </p:nvPr>
        </p:nvSpPr>
        <p:spPr>
          <a:xfrm>
            <a:off x="1219200" y="558825"/>
            <a:ext cx="21945600" cy="1727201"/>
          </a:xfrm>
          <a:prstGeom prst="rect">
            <a:avLst/>
          </a:prstGeom>
        </p:spPr>
        <p:txBody>
          <a:bodyPr/>
          <a:lstStyle/>
          <a:p>
            <a:pPr/>
            <a:r>
              <a:t>Rețelele neuronale recurente</a:t>
            </a:r>
          </a:p>
        </p:txBody>
      </p:sp>
      <p:pic>
        <p:nvPicPr>
          <p:cNvPr id="1031" name="Captură de ecran din 2024-12-09 la 13.16.34.png" descr="Captură de ecran din 2024-12-09 la 13.16.34.png"/>
          <p:cNvPicPr>
            <a:picLocks noChangeAspect="1"/>
          </p:cNvPicPr>
          <p:nvPr/>
        </p:nvPicPr>
        <p:blipFill>
          <a:blip r:embed="rId2">
            <a:extLst/>
          </a:blip>
          <a:stretch>
            <a:fillRect/>
          </a:stretch>
        </p:blipFill>
        <p:spPr>
          <a:xfrm>
            <a:off x="768574" y="3629474"/>
            <a:ext cx="10024463" cy="7767772"/>
          </a:xfrm>
          <a:prstGeom prst="rect">
            <a:avLst/>
          </a:prstGeom>
          <a:ln w="12700">
            <a:miter lim="400000"/>
          </a:ln>
        </p:spPr>
      </p:pic>
      <p:pic>
        <p:nvPicPr>
          <p:cNvPr id="1032" name="Linie Linie" descr="Linie Linie"/>
          <p:cNvPicPr>
            <a:picLocks noChangeAspect="0"/>
          </p:cNvPicPr>
          <p:nvPr/>
        </p:nvPicPr>
        <p:blipFill>
          <a:blip r:embed="rId3">
            <a:extLst/>
          </a:blip>
          <a:stretch>
            <a:fillRect/>
          </a:stretch>
        </p:blipFill>
        <p:spPr>
          <a:xfrm rot="10461004">
            <a:off x="7551929" y="3731340"/>
            <a:ext cx="5228960" cy="405592"/>
          </a:xfrm>
          <a:prstGeom prst="rect">
            <a:avLst/>
          </a:prstGeom>
        </p:spPr>
      </p:pic>
      <p:pic>
        <p:nvPicPr>
          <p:cNvPr id="1034" name="Captură de ecran din 2024-12-09 la 13.48.22.png" descr="Captură de ecran din 2024-12-09 la 13.48.22.png"/>
          <p:cNvPicPr>
            <a:picLocks noChangeAspect="1"/>
          </p:cNvPicPr>
          <p:nvPr/>
        </p:nvPicPr>
        <p:blipFill>
          <a:blip r:embed="rId4">
            <a:extLst/>
          </a:blip>
          <a:stretch>
            <a:fillRect/>
          </a:stretch>
        </p:blipFill>
        <p:spPr>
          <a:xfrm>
            <a:off x="12775600" y="4626940"/>
            <a:ext cx="7131151" cy="763113"/>
          </a:xfrm>
          <a:prstGeom prst="rect">
            <a:avLst/>
          </a:prstGeom>
          <a:ln w="12700">
            <a:miter lim="400000"/>
          </a:ln>
        </p:spPr>
      </p:pic>
      <p:sp>
        <p:nvSpPr>
          <p:cNvPr id="1035" name="rnn_layer poate fi înlocuit cu:"/>
          <p:cNvSpPr txBox="1"/>
          <p:nvPr/>
        </p:nvSpPr>
        <p:spPr>
          <a:xfrm>
            <a:off x="13036847" y="3203693"/>
            <a:ext cx="738484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rnn_layer poate fi înlocuit cu:</a:t>
            </a:r>
          </a:p>
        </p:txBody>
      </p:sp>
      <p:sp>
        <p:nvSpPr>
          <p:cNvPr id="1036" name="Dacă vrem să folosim GRUs"/>
          <p:cNvSpPr txBox="1"/>
          <p:nvPr/>
        </p:nvSpPr>
        <p:spPr>
          <a:xfrm>
            <a:off x="12669332" y="5579266"/>
            <a:ext cx="16290088" cy="122406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Dacă vrem să folosim GRUs</a:t>
            </a:r>
          </a:p>
        </p:txBody>
      </p:sp>
      <p:pic>
        <p:nvPicPr>
          <p:cNvPr id="1037" name="Captură de ecran din 2024-12-09 la 13.49.15.png" descr="Captură de ecran din 2024-12-09 la 13.49.15.png"/>
          <p:cNvPicPr>
            <a:picLocks noChangeAspect="1"/>
          </p:cNvPicPr>
          <p:nvPr/>
        </p:nvPicPr>
        <p:blipFill>
          <a:blip r:embed="rId5">
            <a:extLst/>
          </a:blip>
          <a:stretch>
            <a:fillRect/>
          </a:stretch>
        </p:blipFill>
        <p:spPr>
          <a:xfrm>
            <a:off x="12621004" y="6735637"/>
            <a:ext cx="7440343" cy="763113"/>
          </a:xfrm>
          <a:prstGeom prst="rect">
            <a:avLst/>
          </a:prstGeom>
          <a:ln w="12700">
            <a:miter lim="400000"/>
          </a:ln>
        </p:spPr>
      </p:pic>
      <p:sp>
        <p:nvSpPr>
          <p:cNvPr id="1038" name="Dacă vrem să folosim LSTMs"/>
          <p:cNvSpPr txBox="1"/>
          <p:nvPr/>
        </p:nvSpPr>
        <p:spPr>
          <a:xfrm>
            <a:off x="12669332" y="7559509"/>
            <a:ext cx="16290088" cy="12240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Dacă vrem să folosim LSTMs</a:t>
            </a:r>
          </a:p>
        </p:txBody>
      </p:sp>
      <p:sp>
        <p:nvSpPr>
          <p:cNvPr id="1039" name="La fiecare dintre acestea putem adăuga mai multe straturi"/>
          <p:cNvSpPr txBox="1"/>
          <p:nvPr/>
        </p:nvSpPr>
        <p:spPr>
          <a:xfrm>
            <a:off x="12698577" y="8633134"/>
            <a:ext cx="10024463" cy="23132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La fiecare dintre acestea putem adăuga mai multe straturi</a:t>
            </a:r>
          </a:p>
        </p:txBody>
      </p:sp>
      <p:pic>
        <p:nvPicPr>
          <p:cNvPr id="1040" name="Captură de ecran din 2024-12-09 la 13.51.05.png" descr="Captură de ecran din 2024-12-09 la 13.51.05.png"/>
          <p:cNvPicPr>
            <a:picLocks noChangeAspect="1"/>
          </p:cNvPicPr>
          <p:nvPr/>
        </p:nvPicPr>
        <p:blipFill>
          <a:blip r:embed="rId6">
            <a:extLst/>
          </a:blip>
          <a:stretch>
            <a:fillRect/>
          </a:stretch>
        </p:blipFill>
        <p:spPr>
          <a:xfrm>
            <a:off x="12840649" y="10290999"/>
            <a:ext cx="7777243" cy="1238674"/>
          </a:xfrm>
          <a:prstGeom prst="rect">
            <a:avLst/>
          </a:prstGeom>
          <a:ln w="12700">
            <a:miter lim="400000"/>
          </a:ln>
        </p:spPr>
      </p:pic>
      <p:sp>
        <p:nvSpPr>
          <p:cNvPr id="1041" name="Fiecare strat rafinează ce a învățat stratul precedent, practic la fel ca straturile ascunse din MLP"/>
          <p:cNvSpPr txBox="1"/>
          <p:nvPr/>
        </p:nvSpPr>
        <p:spPr>
          <a:xfrm>
            <a:off x="2373582" y="11811934"/>
            <a:ext cx="21712213" cy="109431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475106" indent="-475106" defTabSz="2121354">
              <a:spcBef>
                <a:spcPts val="2000"/>
              </a:spcBef>
              <a:buSzPct val="150000"/>
              <a:buChar char="•"/>
              <a:defRPr sz="3828">
                <a:latin typeface="Canela Text Regular"/>
                <a:ea typeface="Canela Text Regular"/>
                <a:cs typeface="Canela Text Regular"/>
                <a:sym typeface="Canela Text Regular"/>
              </a:defRPr>
            </a:lvl1pPr>
          </a:lstStyle>
          <a:p>
            <a:pPr/>
            <a:r>
              <a:t>Fiecare strat rafinează ce a învățat stratul precedent, practic la fel ca straturile ascunse din MLP</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3" name="Rețelele neuronale recurente"/>
          <p:cNvSpPr txBox="1"/>
          <p:nvPr>
            <p:ph type="title"/>
          </p:nvPr>
        </p:nvSpPr>
        <p:spPr>
          <a:xfrm>
            <a:off x="1219200" y="232425"/>
            <a:ext cx="21945600" cy="1727201"/>
          </a:xfrm>
          <a:prstGeom prst="rect">
            <a:avLst/>
          </a:prstGeom>
        </p:spPr>
        <p:txBody>
          <a:bodyPr/>
          <a:lstStyle/>
          <a:p>
            <a:pPr/>
            <a:r>
              <a:t>Rețelele neuronale recurente</a:t>
            </a:r>
          </a:p>
        </p:txBody>
      </p:sp>
      <p:sp>
        <p:nvSpPr>
          <p:cNvPr id="1044" name="Cu rețele neuronale recurente / GRUs / LSTMs rezolvăm:"/>
          <p:cNvSpPr txBox="1"/>
          <p:nvPr>
            <p:ph type="body" sz="quarter" idx="1"/>
          </p:nvPr>
        </p:nvSpPr>
        <p:spPr>
          <a:xfrm>
            <a:off x="358980" y="2137174"/>
            <a:ext cx="23243640" cy="1183566"/>
          </a:xfrm>
          <a:prstGeom prst="rect">
            <a:avLst/>
          </a:prstGeom>
        </p:spPr>
        <p:txBody>
          <a:bodyPr/>
          <a:lstStyle/>
          <a:p>
            <a:pPr/>
            <a:r>
              <a:t>Cu rețele neuronale recurente / GRUs / LSTMs rezolvăm:</a:t>
            </a:r>
          </a:p>
        </p:txBody>
      </p:sp>
      <p:sp>
        <p:nvSpPr>
          <p:cNvPr id="1045" name="Problema intărilor fixe"/>
          <p:cNvSpPr txBox="1"/>
          <p:nvPr/>
        </p:nvSpPr>
        <p:spPr>
          <a:xfrm>
            <a:off x="1215580" y="2897774"/>
            <a:ext cx="23243640" cy="11835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Problema intărilor fixe</a:t>
            </a:r>
          </a:p>
        </p:txBody>
      </p:sp>
      <p:sp>
        <p:nvSpPr>
          <p:cNvPr id="1046" name="Problema înțelegerii contextului între cuvinte (at least, a part of it)"/>
          <p:cNvSpPr txBox="1"/>
          <p:nvPr/>
        </p:nvSpPr>
        <p:spPr>
          <a:xfrm>
            <a:off x="1215580" y="3773574"/>
            <a:ext cx="23243640" cy="11835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Problema înțelegerii contextului între cuvinte (at least, a part of it)</a:t>
            </a:r>
          </a:p>
        </p:txBody>
      </p:sp>
      <p:sp>
        <p:nvSpPr>
          <p:cNvPr id="1047" name="Totuși, ieșirea nu este intuitivă: dacă îi dam 10 cuvinte ca intrare, vom primi 10 cuvinte ca ieșire (în general, N cuvinte de intrare produc N cuvinte de ieșire)"/>
          <p:cNvSpPr txBox="1"/>
          <p:nvPr/>
        </p:nvSpPr>
        <p:spPr>
          <a:xfrm>
            <a:off x="358980" y="4681874"/>
            <a:ext cx="23243640" cy="21435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Totuși, ieșirea nu este intuitivă: dacă îi dam 10 cuvinte ca intrare, vom primi 10 cuvinte ca ieșire (în general, N cuvinte de intrare produc N cuvinte de ieșire)</a:t>
            </a:r>
          </a:p>
        </p:txBody>
      </p:sp>
      <p:sp>
        <p:nvSpPr>
          <p:cNvPr id="1048" name="Chiar dacă învățăm modelul să prezică un caracter special de genul EOS (End of Sequence), nu ne-ar ajuta, deoarece rezolvăm doar problema când ieșirea trebuie să fie mai mică în lungime decât intrarea, dar daca lungimea ieșirii trebuie să fie mai mare de"/>
          <p:cNvSpPr txBox="1"/>
          <p:nvPr/>
        </p:nvSpPr>
        <p:spPr>
          <a:xfrm>
            <a:off x="358980" y="6336362"/>
            <a:ext cx="23243640" cy="35570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Chiar dacă învățăm modelul să prezică un caracter special de genul EOS (End of Sequence), nu ne-ar ajuta, deoarece rezolvăm doar problema când ieșirea trebuie să fie mai mică în lungime decât intrarea, dar daca lungimea ieșirii trebuie să fie mai mare decât intrarea?</a:t>
            </a:r>
          </a:p>
        </p:txBody>
      </p:sp>
      <p:sp>
        <p:nvSpPr>
          <p:cNvPr id="1049" name="De asemenea, chiar și cu LSTMs, avem pierderi de memorie la secvențe lungi din cauza procesării secvențiale (LSTM-urile sunt cele mai performante tipuri de RNN)"/>
          <p:cNvSpPr txBox="1"/>
          <p:nvPr/>
        </p:nvSpPr>
        <p:spPr>
          <a:xfrm>
            <a:off x="408480" y="9390999"/>
            <a:ext cx="23144640"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De asemenea, chiar și cu LSTMs, avem pierderi de memorie la secvențe lungi din cauza procesării secvențiale (LSTM-urile sunt cele mai performante tipuri de RNN)</a:t>
            </a:r>
          </a:p>
        </p:txBody>
      </p:sp>
      <p:sp>
        <p:nvSpPr>
          <p:cNvPr id="1050" name="Săptămâna viitoare avem ultimul laborator de BIA, unde vom vedea cum arhitectura Transformer rezolvă toate problemele de până acum"/>
          <p:cNvSpPr txBox="1"/>
          <p:nvPr/>
        </p:nvSpPr>
        <p:spPr>
          <a:xfrm>
            <a:off x="408480" y="11272600"/>
            <a:ext cx="23144640" cy="172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defTabSz="2438338">
              <a:buSzPct val="150000"/>
              <a:buChar char="•"/>
              <a:defRPr>
                <a:latin typeface="Canela Text Regular"/>
                <a:ea typeface="Canela Text Regular"/>
                <a:cs typeface="Canela Text Regular"/>
                <a:sym typeface="Canela Text Regular"/>
              </a:defRPr>
            </a:lvl1pPr>
          </a:lstStyle>
          <a:p>
            <a:pPr/>
            <a:r>
              <a:t>Săptămâna viitoare avem ultimul laborator de BIA, unde vom vedea cum arhitectura Transformer rezolvă toate problemele de până acum</a:t>
            </a:r>
          </a:p>
        </p:txBody>
      </p:sp>
      <p:pic>
        <p:nvPicPr>
          <p:cNvPr id="1051" name="Linie Linie" descr="Linie Linie"/>
          <p:cNvPicPr>
            <a:picLocks noChangeAspect="0"/>
          </p:cNvPicPr>
          <p:nvPr/>
        </p:nvPicPr>
        <p:blipFill>
          <a:blip r:embed="rId2">
            <a:extLst/>
          </a:blip>
          <a:stretch>
            <a:fillRect/>
          </a:stretch>
        </p:blipFill>
        <p:spPr>
          <a:xfrm>
            <a:off x="919976" y="12908999"/>
            <a:ext cx="3515600" cy="101601"/>
          </a:xfrm>
          <a:prstGeom prst="rect">
            <a:avLst/>
          </a:prstGeom>
        </p:spPr>
      </p:pic>
      <p:pic>
        <p:nvPicPr>
          <p:cNvPr id="1053" name="Linie Linie" descr="Linie Linie"/>
          <p:cNvPicPr>
            <a:picLocks noChangeAspect="0"/>
          </p:cNvPicPr>
          <p:nvPr/>
        </p:nvPicPr>
        <p:blipFill>
          <a:blip r:embed="rId3">
            <a:extLst/>
          </a:blip>
          <a:stretch>
            <a:fillRect/>
          </a:stretch>
        </p:blipFill>
        <p:spPr>
          <a:xfrm>
            <a:off x="5163176" y="6169275"/>
            <a:ext cx="12059831" cy="101601"/>
          </a:xfrm>
          <a:prstGeom prst="rect">
            <a:avLst/>
          </a:prstGeom>
        </p:spPr>
      </p:pic>
      <p:pic>
        <p:nvPicPr>
          <p:cNvPr id="1055" name="Linie Linie" descr="Linie Linie"/>
          <p:cNvPicPr>
            <a:picLocks noChangeAspect="0"/>
          </p:cNvPicPr>
          <p:nvPr/>
        </p:nvPicPr>
        <p:blipFill>
          <a:blip r:embed="rId4">
            <a:extLst/>
          </a:blip>
          <a:stretch>
            <a:fillRect/>
          </a:stretch>
        </p:blipFill>
        <p:spPr>
          <a:xfrm>
            <a:off x="4491176" y="10203799"/>
            <a:ext cx="15401649"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58" name="That’s it for today!…"/>
          <p:cNvSpPr txBox="1"/>
          <p:nvPr>
            <p:ph type="title"/>
          </p:nvPr>
        </p:nvSpPr>
        <p:spPr>
          <a:xfrm>
            <a:off x="1219200" y="5994400"/>
            <a:ext cx="21945600" cy="1727200"/>
          </a:xfrm>
          <a:prstGeom prst="rect">
            <a:avLst/>
          </a:prstGeom>
        </p:spPr>
        <p:txBody>
          <a:bodyPr/>
          <a:lstStyle>
            <a:lvl1pPr defTabSz="1389888">
              <a:defRPr spc="-99" sz="4700"/>
            </a:lvl1pPr>
          </a:lstStyle>
          <a:p>
            <a:pPr/>
            <a:r>
              <a:t>That’s it for today!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0" name="That’s it for today!…"/>
          <p:cNvSpPr txBox="1"/>
          <p:nvPr>
            <p:ph type="title"/>
          </p:nvPr>
        </p:nvSpPr>
        <p:spPr>
          <a:xfrm>
            <a:off x="1219200" y="419213"/>
            <a:ext cx="21945600" cy="1727201"/>
          </a:xfrm>
          <a:prstGeom prst="rect">
            <a:avLst/>
          </a:prstGeom>
        </p:spPr>
        <p:txBody>
          <a:bodyPr/>
          <a:lstStyle>
            <a:lvl1pPr defTabSz="1389888">
              <a:defRPr spc="-99" sz="4700"/>
            </a:lvl1pPr>
          </a:lstStyle>
          <a:p>
            <a:pPr/>
            <a:r>
              <a:t>That’s it for today!</a:t>
            </a:r>
          </a:p>
        </p:txBody>
      </p:sp>
      <p:pic>
        <p:nvPicPr>
          <p:cNvPr id="1061" name="Captură de ecran din 2024-12-09 la 13.52.32.png" descr="Captură de ecran din 2024-12-09 la 13.52.32.png"/>
          <p:cNvPicPr>
            <a:picLocks noChangeAspect="1"/>
          </p:cNvPicPr>
          <p:nvPr/>
        </p:nvPicPr>
        <p:blipFill>
          <a:blip r:embed="rId2">
            <a:extLst/>
          </a:blip>
          <a:stretch>
            <a:fillRect/>
          </a:stretch>
        </p:blipFill>
        <p:spPr>
          <a:xfrm>
            <a:off x="7074075" y="2621250"/>
            <a:ext cx="11067279" cy="8783555"/>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A7A7A7"/>
      </a:dk2>
      <a:lt2>
        <a:srgbClr val="535353"/>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Helvetica"/>
        <a:ea typeface="Helvetica"/>
        <a:cs typeface="Helvetica"/>
      </a:majorFont>
      <a:minorFont>
        <a:latin typeface="Helvetica Neue"/>
        <a:ea typeface="Helvetica Neue"/>
        <a:cs typeface="Helvetica Neue"/>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A7A7A7"/>
      </a:dk2>
      <a:lt2>
        <a:srgbClr val="535353"/>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Helvetica"/>
        <a:ea typeface="Helvetica"/>
        <a:cs typeface="Helvetica"/>
      </a:majorFont>
      <a:minorFont>
        <a:latin typeface="Helvetica Neue"/>
        <a:ea typeface="Helvetica Neue"/>
        <a:cs typeface="Helvetica Neue"/>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