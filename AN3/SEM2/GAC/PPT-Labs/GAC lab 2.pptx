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notesSlides/notesSlide18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ink/ink52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96" r:id="rId3"/>
    <p:sldId id="322" r:id="rId4"/>
    <p:sldId id="323" r:id="rId5"/>
    <p:sldId id="259" r:id="rId6"/>
    <p:sldId id="324" r:id="rId7"/>
    <p:sldId id="260" r:id="rId8"/>
    <p:sldId id="261" r:id="rId9"/>
    <p:sldId id="383" r:id="rId10"/>
    <p:sldId id="263" r:id="rId11"/>
    <p:sldId id="390" r:id="rId12"/>
    <p:sldId id="386" r:id="rId13"/>
    <p:sldId id="264" r:id="rId14"/>
    <p:sldId id="265" r:id="rId15"/>
    <p:sldId id="388" r:id="rId16"/>
    <p:sldId id="387" r:id="rId17"/>
    <p:sldId id="389" r:id="rId18"/>
    <p:sldId id="266" r:id="rId19"/>
    <p:sldId id="267" r:id="rId20"/>
    <p:sldId id="391" r:id="rId21"/>
    <p:sldId id="392" r:id="rId22"/>
    <p:sldId id="268" r:id="rId23"/>
    <p:sldId id="382" r:id="rId24"/>
    <p:sldId id="269" r:id="rId25"/>
    <p:sldId id="384" r:id="rId26"/>
    <p:sldId id="270" r:id="rId27"/>
    <p:sldId id="271" r:id="rId28"/>
    <p:sldId id="272" r:id="rId29"/>
    <p:sldId id="393" r:id="rId30"/>
    <p:sldId id="274" r:id="rId31"/>
    <p:sldId id="318" r:id="rId32"/>
    <p:sldId id="385" r:id="rId33"/>
    <p:sldId id="257" r:id="rId34"/>
    <p:sldId id="258" r:id="rId35"/>
    <p:sldId id="29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F3D4CF-906D-4A2B-A884-17E1ADF724F4}" v="30" dt="2024-09-14T18:53:25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1.835</c:v>
                </c:pt>
                <c:pt idx="1">
                  <c:v>1.536</c:v>
                </c:pt>
                <c:pt idx="2">
                  <c:v>1.458</c:v>
                </c:pt>
                <c:pt idx="3">
                  <c:v>1.3819999999999999</c:v>
                </c:pt>
                <c:pt idx="4">
                  <c:v>1.3180000000000001</c:v>
                </c:pt>
                <c:pt idx="5">
                  <c:v>1.264</c:v>
                </c:pt>
                <c:pt idx="6">
                  <c:v>1.22</c:v>
                </c:pt>
                <c:pt idx="7">
                  <c:v>1.1779999999999999</c:v>
                </c:pt>
                <c:pt idx="8">
                  <c:v>1.1459999999999999</c:v>
                </c:pt>
                <c:pt idx="9">
                  <c:v>1.1100000000000001</c:v>
                </c:pt>
                <c:pt idx="10">
                  <c:v>1.1299999999999999</c:v>
                </c:pt>
                <c:pt idx="11">
                  <c:v>1.1479999999999999</c:v>
                </c:pt>
                <c:pt idx="12">
                  <c:v>1.1519999999999999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8CB-4F14-9AAA-98012797FC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Loss</c:v>
                </c:pt>
              </c:strCache>
            </c:strRef>
          </c:tx>
          <c:spPr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1.5580000000000001</c:v>
                </c:pt>
                <c:pt idx="1">
                  <c:v>1.4530000000000001</c:v>
                </c:pt>
                <c:pt idx="2">
                  <c:v>1.387</c:v>
                </c:pt>
                <c:pt idx="3">
                  <c:v>1.3160000000000001</c:v>
                </c:pt>
                <c:pt idx="4">
                  <c:v>1.262</c:v>
                </c:pt>
                <c:pt idx="5">
                  <c:v>1.21</c:v>
                </c:pt>
                <c:pt idx="6">
                  <c:v>1.175</c:v>
                </c:pt>
                <c:pt idx="7">
                  <c:v>1.1479999999999999</c:v>
                </c:pt>
                <c:pt idx="8">
                  <c:v>1.1220000000000001</c:v>
                </c:pt>
                <c:pt idx="9">
                  <c:v>1.0920000000000001</c:v>
                </c:pt>
                <c:pt idx="10">
                  <c:v>1.1080000000000001</c:v>
                </c:pt>
                <c:pt idx="11">
                  <c:v>1.1220000000000001</c:v>
                </c:pt>
                <c:pt idx="12">
                  <c:v>1.131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8CB-4F14-9AAA-98012797FC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ro-RO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ro-RO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7:32:01.6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169 2112 24575,'0'0'0,"0"1"0,0 0 0,0-1 0,0 1 0,0-1 0,0 1 0,0 0 0,0-1 0,0 1 0,-1-1 0,1 1 0,0 0 0,0-1 0,-1 1 0,1-1 0,0 1 0,-1-1 0,1 1 0,0-1 0,-1 1 0,1-1 0,-1 0 0,1 1 0,-1-1 0,1 0 0,-1 1 0,1-1 0,-1 0 0,1 1 0,-1-1 0,1 0 0,-1 0 0,0 0 0,1 0 0,-1 1 0,1-1 0,-1 0 0,0 0 0,1 0 0,-1 0 0,1 0 0,-2-1 0,0 1 0,0 0 0,1-1 0,-1 1 0,0-1 0,0 0 0,0 1 0,1-1 0,-1 0 0,0 0 0,1 0 0,-1 0 0,1-1 0,-2 0 0,-11-16 0,1-1 0,1 0 0,1 0 0,0-1 0,2-1 0,0 0 0,1 0 0,-6-30 0,5 13 0,3-1 0,1-1 0,1 1 0,3-1 0,1 0 0,7-53 0,3 21 0,4 1 0,34-106 0,-37 143 0,5-15 0,-2 1 0,8-56 0,64-281 0,-17 175 0,-5 22 0,-27 70 0,-30 99 0,1 0 0,1 1 0,20-33 0,-28 50 0,-1 1 0,0-1 0,1 0 0,0 0 0,-1 0 0,1 1 0,-1-1 0,1 0 0,0 1 0,-1-1 0,1 0 0,0 1 0,0-1 0,-1 1 0,1-1 0,0 1 0,0 0 0,0-1 0,0 1 0,0 0 0,0-1 0,0 1 0,0 0 0,-1 0 0,1 0 0,0 0 0,0 0 0,0 0 0,0 0 0,0 0 0,0 0 0,0 1 0,0-1 0,0 0 0,0 1 0,0-1 0,-1 0 0,1 1 0,0-1 0,0 1 0,0 0 0,-1-1 0,1 1 0,0-1 0,-1 1 0,1 0 0,0 0 0,-1-1 0,1 1 0,-1 0 0,1 0 0,0 1 0,4 7 0,0 0 0,-1-1 0,7 19 0,-10-25 0,11 37 0,-1-1 0,-2 1 0,-2 1 0,4 54 0,-7 164 0,-5-177 0,1 5 0,-18 567 0,10-566 0,5 1 0,3 0 0,16 120 0,-11-178 0,-1 0 0,-2 0 0,-1 1 0,-1-1 0,-5 40 0,-2-52 0,7-18 0,0 0 0,-1 0 0,1 1 0,0-1 0,0 0 0,0 0 0,-1 0 0,1 0 0,0 0 0,0 0 0,0 0 0,-1 0 0,1 0 0,0 0 0,0 0 0,-1 0 0,1 0 0,0 0 0,0 0 0,-1 0 0,1 0 0,0 0 0,0 0 0,-1 0 0,1 0 0,0 0 0,0 0 0,0 0 0,-1 0 0,1-1 0,0 1 0,0 0 0,0 0 0,-1 0 0,1 0 0,0-1 0,0 1 0,-2-3 0,0 0 0,0 0 0,0 0 0,0 0 0,1-1 0,-1 1 0,0-6 0,-3-9 0,1 0 0,1 0 0,0-1 0,2 0 0,0 1 0,4-37 0,2 12 0,20-75 0,-3 43 0,52-120 0,51-63 0,-86 180 0,-38 76 0,85-178 0,-66 132 0,24-89 0,10-68 0,-53 201 0,0 0 0,0 0 0,1 0 0,-1 0 0,5-7 0,-5 10 0,-1 1 0,1-1 0,-1 0 0,1 1 0,0-1 0,-1 0 0,1 1 0,0-1 0,0 1 0,-1-1 0,1 1 0,0-1 0,0 1 0,0 0 0,-1-1 0,1 1 0,0 0 0,0 0 0,0-1 0,0 1 0,0 0 0,0 0 0,0 0 0,-1 0 0,1 0 0,0 1 0,0-1 0,0 0 0,0 0 0,0 0 0,0 1 0,-1-1 0,1 0 0,1 2 0,5 2 0,0 1 0,0-1 0,-1 2 0,0-1 0,0 1 0,-1 0 0,1 0 0,7 11 0,0 4 0,19 36 0,-24-38 0,-1 1 0,0 0 0,-1 0 0,-1 0 0,4 42 0,-3 109 0,-6-133 0,-4 103-130,-6 0 0,-6-1-1,-6-1 1,-75 255 0,-11-120 115,54-147 138,45-100-2,1 0 1,1 1-1,-5 44 0,3-19-63,9-53-58,0 0 0,0 0 0,0 0 0,0 0 0,0 0 0,0 0 0,0 0 0,0 0 0,0 0 0,0 0 0,-1 0 0,1 0 0,0 0 0,0 0 0,0 0 0,0 0 0,0 0 0,0 0 0,0 0 0,0 0 0,0 0 0,-1 0 0,1 0 0,0 0 0,0 0 0,0 0 0,0 0 0,0 0 0,0 0 0,0 0 0,0 0 0,0 0 0,0 0 0,-1 0 0,1 0 0,0 1 0,0-1 0,0 0 0,0 0 0,0 0 0,0 0 0,0 0 0,0 0 0,0 0 0,0 0 0,0 0 0,0 0 0,0 1 0,0-1 0,0 0 0,0 0 0,0 0 0,0 0 0,0 0 0,0 0 0,0 0 0,0 0 0,0 1 0,0-1 0,0 0 0,0 0 0,0 0 0,0 0 0,0 0 0,0 0 0,-4-11 0,-3-18 0,-10-97 0,-1-221 0,18 296 0,8-413 0,-1 380 0,3 0 0,4 1 0,36-120 0,-39 163 0,-7 26 0,-1 0 0,2 1 0,0 0 0,7-14 0,-12 27 0,0 0 0,0 0 0,0 0 0,0 1 0,0-1 0,0 0 0,0 0 0,0 0 0,0 0 0,0 1 0,0-1 0,0 0 0,0 0 0,0 0 0,0 0 0,0 0 0,0 1 0,0-1 0,0 0 0,0 0 0,0 0 0,0 0 0,0 0 0,0 1 0,0-1 0,0 0 0,1 0 0,-1 0 0,0 0 0,0 0 0,0 0 0,0 0 0,0 0 0,0 1 0,1-1 0,-1 0 0,0 0 0,0 0 0,0 0 0,0 0 0,0 0 0,1 0 0,-1 0 0,0 0 0,0 0 0,0 0 0,0 0 0,0 0 0,1 0 0,-1 0 0,0 0 0,0 0 0,0 0 0,0 0 0,1 0 0,-1 0 0,0 0 0,0-1 0,0 1 0,0 0 0,0 0 0,0 0 0,1 0 0,-1 0 0,0 0 0,0 0 0,0-1 0,2 17 0,-1 3 0,-2 1 0,-1 0 0,0 0 0,-1-1 0,-1 0 0,-1 0 0,-1 0 0,-1 0 0,0-1 0,-15 26 0,-12 15 0,-71 92 0,73-107 0,-72 98 0,-149 155 0,220-264 0,9-9 0,1 0 0,-22 31 0,39-46 0,0 0 0,0 1 0,1 0 0,0 0 0,1 1 0,0 0 0,0-1 0,2 1 0,-1 0 0,0 14 0,2-2 0,2 31 0,1-9 0,-13-69 0,-4-12 0,2 0 0,-9-44 0,19 62 0,0 0 0,1 0 0,0 0 0,2 0 0,0-1 0,5-33 0,5-24 0,0-146 0,0-12 0,-2 109 251,-6 81-655,1 0 0,2 0 0,19-75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07:33:18.72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14.5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24575,'109'0'0,"0"5"0,0 5 0,109 24 0,-130-18 0,133 6 0,-113-10 0,26 2 0,17-14 0,-77-1 0,0 2 0,135 22 0,-123-9 0,157 8 0,90-22 0,-168-2 0,-91 3 0,137 21 0,-108-6 0,2-5 0,122-1 0,-186-9 0,65 11 0,24 1 0,-124-13 0,53 5 0,-56-5 0,0 0 0,0 1 0,0 0 0,0 0 0,0-1 0,0 2 0,-1-1 0,1 0 0,0 1 0,-1-1 0,1 1 0,-1 0 0,1-1 0,-1 1 0,0 0 0,2 3 0,-3-4 0,-1 0 0,0-1 0,0 1 0,0-1 0,0 1 0,0 0 0,0-1 0,0 1 0,0 0 0,0-1 0,-1 1 0,1 0 0,0-1 0,0 1 0,0-1 0,-1 1 0,1 0 0,0-1 0,-1 1 0,1-1 0,-1 1 0,1-1 0,0 1 0,-1-1 0,1 1 0,-1-1 0,1 0 0,-1 1 0,0-1 0,1 0 0,-1 1 0,1-1 0,-1 0 0,0 0 0,1 1 0,-1-1 0,1 0 0,-2 0 0,-29 11 0,29-11 0,-439 88 0,274-61 0,-124 18 0,252-40 0,0 2 0,1 2 0,0 1 0,1 2 0,-71 32 0,88-35 0,0-2 0,-31 8 0,50-15 0,-12 5 0,27-3 0,574-10 0,-466 4 0,1149-103-1045,-1209 97 1045,67-6 0,-129 16 0,1 0 0,-1 0 0,0 0 0,0 0 1,0 0-1,1 0 0,-1 0 0,0 0 1,0 0-1,0 0 0,1 0 0,-1 0 1,0 0-1,0 0 0,0 0 0,1 0 0,-1 0 1,0 0-1,0 0 0,0 0 0,1 0 1,-1 0-1,0 0 0,0 0 0,0 1 1,1-1-1,-1 0 0,0 0 0,0 0 0,0 0 1,0 1-1,0-1 0,0 0 0,1 0 1,-1 0-1,0 0 0,0 1 0,0-1 1,0 0-1,0 0 0,0 0 0,0 1 0,0-1 1,0 0-1,0 0 0,0 0 0,0 1 1,0-1-1,0 0 0,-8 14 219,-18 11 380,-53 38-527,-2-2 0,-137 75 0,-49-5-72,128-67 0,-150 96 0,186-92 0,3 4 0,-139 131 0,235-199 0,-13 14 0,16-18 0,1 0 0,0 1 0,0-1 0,-1 1 0,1-1 0,0 0 0,0 1 0,0-1 0,0 1 0,0-1 0,0 0 0,0 1 0,0-1 0,0 1 0,0-1 0,0 1 0,0-1 0,0 0 0,0 1 0,0-1 0,0 1 0,0-1 0,0 0 0,1 1 0,-1-1 0,0 1 0,0-1 0,1 0 0,-1 1 0,0-1 0,0 0 0,1 1 0,-1-1 0,0 0 0,1 0 0,-1 1 0,0-1 0,1 0 0,-1 0 0,0 1 0,1-1 0,-1 0 0,1 0 0,-1 0 0,0 0 0,1 0 0,-1 0 0,1 0 0,0 0 0,9 2 0,1-1 0,-1 0 0,0-1 0,1 0 0,-1-1 0,1 0 0,-1 0 0,0-1 0,15-5 0,2 1 0,317-85-444,1-22-205,-238 77 566,65-22 53,638-205 21,-778 253 9,-16 5 0,0 0 0,0 1 0,0 0 0,32-2 0,-34 9 0,-13 6 0,-17 11 0,-6 1 145,-2 0 1,0-2-1,-44 27 1,-94 42 484,153-83-627,-534 245-684,176-87 305,8 11 376,310-148 0,44-21 0,14-6 0,123-43 0,-74 22 0,893-309-463,12 44-1,-649 213 464,-239 64 0,-73 10 0,-1 0 0,1-1 0,-1 1 0,1 0 0,-1 0 0,1 0 0,-1 0 0,1 1 0,-1-1 0,1 0 0,-1 1 0,1-1 0,-1 1 0,0-1 0,1 1 0,-1 0 0,2 1 0,-3-1 0,0-1 0,1 1 0,-1 0 0,0 0 0,0 0 0,0 0 0,0 0 0,-1 0 0,1 0 0,0 0 0,0 0 0,0 0 0,-1 0 0,1-1 0,-1 1 0,1 0 0,-1 0 0,1 0 0,-1-1 0,1 1 0,-1 0 0,1 0 0,-1-1 0,0 1 0,0 0 0,-12 14 0,0-1 0,-1-1 0,-28 21 0,-59 32 0,-13-4 56,-207 79 0,293-129-4,-195 75 678,-125 53-600,329-133-130,9-3 0,-1 1 0,0 0 0,1 0 0,0 1 0,0 0 0,-13 12 0,23-18 0,0 0 0,0 0 0,0 0 0,1 0 0,-1 0 0,0 0 0,0 0 0,0 0 0,0 0 0,0 0 0,1 1 0,-1-1 0,0 0 0,0 0 0,0 0 0,0 0 0,0 0 0,0 0 0,0 0 0,1 0 0,-1 1 0,0-1 0,0 0 0,0 0 0,0 0 0,0 0 0,0 0 0,0 0 0,0 1 0,0-1 0,0 0 0,0 0 0,0 0 0,0 0 0,0 0 0,0 1 0,0-1 0,0 0 0,0 0 0,0 0 0,0 0 0,0 0 0,0 1 0,0-1 0,0 0 0,0 0 0,0 0 0,0 0 0,0 0 0,0 0 0,-1 1 0,1-1 0,0 0 0,15-3 60,0-2 0,-1 1-1,1-2 1,17-8 0,12-5 441,-43 19-495,46-19 71,88-21 0,-107 38-77,-28 2 0,1 0 0,-1 0 0,0 0 0,1 0 0,-1 0 0,1 0 0,-1 0 0,0 1 0,1-1 0,-1 0 0,1 0 0,-1 0 0,0 0 0,1 1 0,-1-1 0,0 0 0,1 0 0,-1 1 0,0-1 0,0 0 0,1 1 0,-1-1 0,0 0 0,0 1 0,0-1 0,1 0 0,-1 1 0,0-1 0,0 1 0,0-1 0,0 0 0,0 1 0,0-1 0,0 1 0,0-1 0,0 0 0,0 1 0,0-1 0,0 1 0,0-1 0,0 0 0,0 1 0,0-1 0,0 1 0,0-1 0,-1 0 0,1 1 0,0-1 0,0 0 0,0 1 0,-1-1 0,1 0 0,0 1 0,0-1 0,-1 0 0,1 0 0,0 1 0,-1-1 0,-7 9 0,-1-1 0,1 0 0,-1 0 0,-1-1 0,0 0 0,0-1 0,-19 10 0,8-5 0,-355 168-40,298-145-84,-407 169-1244,148-63 402,-146 61-473,-530 229-1832,1016-431 3510,14-4-92,39-16-157,98-43 14,421-205 292,-137 61-101,-171 88-195,-43 23 0,-73 44 164,-143 51-78,-1 0 1,0 0-1,1 1 0,-1 0 0,1 1 1,12 0-1,-19 0-62,0 0 0,0 1 0,0-1-1,0 0 1,0 0 0,0 1 0,0-1 0,0 1 0,0-1 0,-1 0-1,1 1 1,0 0 0,0-1 0,0 1 0,-1-1 0,1 1 0,0 0 0,-1 0-1,1-1 1,0 3 0,0-2 17,-1 1 0,0-1 0,0 1 0,1-1 0,-1 1 0,0-1 0,0 1 0,0 0 0,-1-1 0,1 1 0,0-1 0,-1 1 0,1-1 0,-1 1 0,1-1 0,-2 3 0,-3 6 143,-1 1 0,0-2 0,-1 1 0,0-1 0,-15 16 0,-51 44 604,-258 192-149,34-30-503,281-217 266,-24 26-1,39-39-356,0 0-1,-1 1 1,1-1-1,0 1 1,0 0 0,0-1-1,1 1 1,-1 0 0,0-1-1,0 1 1,1 0 0,-1 3-1,1-4-35,0-1 0,0 1-1,0-1 1,0 1-1,1 0 1,-1-1 0,0 1-1,0-1 1,0 1 0,1-1-1,-1 0 1,0 1 0,1-1-1,-1 1 1,0-1 0,1 1-1,-1-1 1,1 0 0,-1 1-1,0-1 1,1 0 0,-1 1-1,1-1 1,-1 0 0,1 0-1,-1 0 1,1 1 0,0-1-1,6 1 1,0 0 0,0-1-1,0 0 1,-1 0 0,1-1 0,0 0 0,7-1-1,32-8-8,62-22 0,124-57-164,60-40-655,213-113-613,57-28-155,4 34 284,-378 173 1225,-155 54 78,49-8 0,-79 16-1,0 1-1,0-1 0,0 1 1,0 0-1,0 0 1,0 0-1,0 0 1,0 1-1,0-1 1,0 1-1,0 0 0,0-1 1,3 3-1,-6-3 7,1 1-1,-1-1 1,1 1-1,-1-1 1,0 1-1,1-1 1,-1 1-1,1 0 1,-1-1-1,0 1 0,0 0 1,1-1-1,-1 1 1,0 0-1,0-1 1,0 1-1,0 0 1,0-1-1,0 1 1,0 0-1,0-1 1,0 1-1,0 0 1,0-1-1,0 1 0,-1 0 1,1-1-1,0 1 1,0 0-1,-1-1 1,1 1-1,-1 0 1,-4 8 137,-1-1 1,0 0-1,-1-1 1,0 0-1,-13 12 0,-51 39 1017,-3-2-1,-160 90 0,-187 55-842,29-48-450,-171 78 146,559-229-12,-29 13 0,2 1 0,0 2 0,-46 34 0,76-51 0,0 0 0,0 0 0,0 0 0,0 0 0,-1 0 0,1 0 0,0 0 0,1 0 0,-1 0 0,0 0 0,0 0 0,0 1 0,1-1 0,-1 0 0,0 1 0,1-1 0,0 0 0,-1 3 0,2-3 0,-1-1 0,1 1 0,0-1 0,0 1 0,0-1 0,0 1 0,0-1 0,0 0 0,0 1 0,0-1 0,0 0 0,0 0 0,0 0 0,0 0 0,0 0 0,0 0 0,1 0 0,-1 0 0,0 0 0,0 0 0,0 0 0,0-1 0,2 0 0,48-11 71,-1-2 1,60-25-1,41-12 449,-146 49-520,1 1 0,-1 0 0,1 0 0,-1 0 0,0 1 0,8 0 0,-13 0 0,1 0 0,-1 0 0,1 0 0,-1 0 0,1 0 0,-1 0 0,1 1 0,-1-1 0,0 0 0,1 0 0,-1 0 0,1 1 0,-1-1 0,1 0 0,-1 1 0,0-1 0,1 0 0,-1 1 0,0-1 0,1 0 0,-1 1 0,0-1 0,1 1 0,-1-1 0,0 1 0,0-1 0,0 1 0,1-1 0,-1 0 0,0 1 0,0-1 0,0 1 0,0-1 0,0 1 0,0-1 0,0 1 0,0 0 0,0-1 0,0 1 0,0-1 0,0 1 0,0-1 0,-1 1 0,0 4 0,-1-1 0,0 0 0,0 1 0,0-1 0,-1 0 0,1 0 0,-1 0 0,0 0 0,0-1 0,-4 4 0,-42 36 0,34-31 0,-350 239 0,166-122 0,193-126 0,0 1 0,1 0 0,0 0 0,0 1 0,-7 7 0,12-12 0,0 0 0,0 0 0,0 0 0,0 1 0,0-1 0,0 0 0,0 0 0,0 0 0,0 1 0,-1-1 0,1 0 0,0 0 0,0 0 0,0 1 0,0-1 0,0 0 0,0 0 0,1 0 0,-1 1 0,0-1 0,0 0 0,0 0 0,0 0 0,0 1 0,0-1 0,0 0 0,0 0 0,0 0 0,0 1 0,1-1 0,-1 0 0,0 0 0,0 0 0,0 0 0,0 0 0,1 1 0,-1-1 0,0 0 0,0 0 0,0 0 0,0 0 0,1 0 0,-1 0 0,0 0 0,0 0 0,0 0 0,1 0 0,-1 0 0,0 0 0,0 0 0,1 0 0,-1 0 0,32-2 0,49-16 0,92-33 0,-144 42 0,88-28-79,536-153-1024,-534 167 1103,-111 22 0,0 0 0,0 0 0,0 0 0,0 1 0,0 0 0,16 3 0,-23-3 0,0 1 0,0-1 0,0 0 0,0 1 0,-1-1 0,1 1 0,0-1 0,0 1 0,0-1 0,-1 1 0,1 0 0,0-1 0,0 1 0,-1 0 0,1-1 0,-1 1 0,1 0 0,-1 0 0,1 0 0,-1 0 0,1-1 0,-1 1 0,0 0 0,1 0 0,-1 0 0,0 0 0,0 0 0,0 0 0,0 0 0,0 0 0,0 0 0,0 0 0,0 0 0,0 0 0,0 0 0,-1 0 0,1 0 0,0 0 0,0-1 0,-1 1 0,0 1 0,-4 8 0,0 0 0,0-1 0,-1 0 0,-1 0 0,1-1 0,-11 11 0,-100 94 0,-55 29-775,-306 194 0,-227 75 464,291-195 427,-142 82 69,493-256-185,185-110 1041,57-29 660,-75 48-1701,-90 41 0,-14 8 0,-1 0 0,1 0 0,0 0 0,0 0 0,0 0 0,0 0 0,0 0 0,0 0 0,0 0 0,0 0 0,0 0 0,0 0 0,0 0 0,0-1 0,0 1 0,0 0 0,0 0 0,0 0 0,0 0 0,-1 0 0,1 0 0,0 0 0,0 0 0,0 0 0,0 0 0,0 0 0,0 0 0,0 0 0,0 0 0,0 0 0,0 0 0,0 0 0,0 0 0,0 0 0,0 0 0,0-1 0,0 1 0,0 0 0,0 0 0,0 0 0,0 0 0,0 0 0,0 0 0,0 0 0,0 0 0,0 0 0,0 0 0,0 0 0,0 0 0,0 0 0,0 0 0,0 0 0,0 0 0,0 0 0,1-1 0,-1 1 0,0 0 0,0 0 0,0 0 0,0 0 0,-22 5 0,17-4 0,-9 3 0,0-1 0,0 1 0,1-2 0,-1 0 0,-19 1 0,30-3 0,1 0 0,-1 0 0,0 0 0,0-1 0,1 1 0,-1-1 0,0 1 0,0-1 0,1 0 0,-1 0 0,1 0 0,-1-1 0,1 1 0,-1 0 0,1-1 0,0 0 0,0 1 0,0-1 0,0 0 0,0 0 0,0 0 0,0-1 0,1 1 0,-1 0 0,1-1 0,-1 1 0,1-1 0,-1-2 0,0-1 31,1 1 0,0-1 0,0 1 0,0-1 0,1 1 0,0-1 0,0 0 0,0 1 1,1-1-1,2-10 0,2 0-600,0-1 0,9-17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29.50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120 224 24575,'-1'1'0,"-1"-1"0,1 1 0,0-1 0,-1 1 0,1-1 0,0 1 0,0 0 0,0 0 0,0 0 0,0 0 0,0 0 0,0 0 0,0 0 0,0 0 0,0 0 0,0 0 0,0 0 0,1 1 0,-2 1 0,-12 30 0,12-29 0,-5 15 0,-5 10 0,2 1 0,-9 38 0,-14 55 0,40-145 0,0 0 0,2 0 0,1 1 0,0 0 0,1 1 0,25-34 0,-3 16 0,-12 15 0,22-32 0,-28 34 0,2 1 0,28-27 0,7-8 0,-40 40 0,0 0 0,1 1 0,1 1 0,1 0 0,30-21 0,-44 33 0,-1 1 0,1-1 0,0 1 0,0-1 0,0 1 0,-1 0 0,1-1 0,0 1 0,0 0 0,0 0 0,0 0 0,-1 0 0,1-1 0,0 1 0,0 0 0,0 1 0,0-1 0,0 0 0,-1 0 0,1 0 0,0 0 0,0 1 0,0-1 0,0 0 0,-1 1 0,1-1 0,0 0 0,0 1 0,-1-1 0,1 1 0,0 0 0,-1-1 0,1 1 0,-1-1 0,1 1 0,-1 0 0,1-1 0,-1 1 0,1 0 0,-1 0 0,1 0 0,-1-1 0,0 1 0,0 0 0,1 0 0,-1 1 0,1 4 0,1 1 0,-1-1 0,-1 1 0,0 12 0,-1 9 0,-2 1 0,0-1 0,-3 0 0,-10 35 0,-46 106 0,50-144 0,-2 0 0,0-1 0,-27 33 0,-10 17 0,-34 72 0,78-130 0,7-16 0,0 0 0,0 0 0,0 0 0,0 1 0,0-1 0,0 0 0,0 0 0,0 0 0,0 0 0,0 0 0,0 1 0,0-1 0,0 0 0,0 0 0,0 0 0,0 0 0,0 0 0,0 1 0,0-1 0,0 0 0,0 0 0,0 0 0,0 0 0,0 0 0,1 0 0,-1 0 0,0 1 0,0-1 0,0 0 0,0 0 0,0 0 0,0 0 0,0 0 0,1 0 0,-1 0 0,0 0 0,0 0 0,0 0 0,0 0 0,0 0 0,0 0 0,1 0 0,-1 0 0,0 0 0,0 0 0,0 0 0,3-1 0,0 0 0,0 0 0,0 0 0,0-1 0,0 1 0,-1-1 0,4-2 0,326-267 0,-306 248 0,0 1 0,1 1 0,1 1 0,1 2 0,1 0 0,0 3 0,52-20 0,397-115 0,-427 138 0,0 3 0,0 1 0,54 0 0,162 8 0,-128 2 0,-168 0 0,0 0 0,0 1 0,1 2 0,-49 15 0,-108 48 0,31-10 0,-42-6 0,68-21 0,-53 19 0,178-49 0,0-1 0,0 1 0,0 0 0,0-1 0,0 1 0,0 0 0,1 0 0,-1 1 0,-2 1 0,4-3 0,0 0 0,0 0 0,0 1 0,0-1 0,0 0 0,0 0 0,0 1 0,0-1 0,0 0 0,0 0 0,0 0 0,0 1 0,0-1 0,0 0 0,0 0 0,0 1 0,0-1 0,1 0 0,-1 0 0,0 0 0,0 1 0,0-1 0,0 0 0,1 0 0,-1 0 0,0 0 0,0 0 0,0 1 0,1-1 0,-1 0 0,0 0 0,0 0 0,0 0 0,1 0 0,-1 0 0,0 0 0,0 0 0,1 0 0,-1 0 0,0 0 0,0 0 0,1 0 0,-1 0 0,0 0 0,13 2 0,-1 0 0,21-1 0,559-22-930,6-31-678,-378 31 1197,1079-169-1640,-1258 181 2338,-19 3 246,0 1-1,0 1 0,0 1 1,32-1-1,-78 15 1285,-55 12-1722,-267 85 63,272-81-164,0 5 0,-106 61-1,-231 178 7,380-250 0,-85 55 0,78-55 0,16-11 0,0 2 0,1 1 0,1 0 0,0 2 0,-24 23 0,20-15 71,-1-2 0,-38 26 1,4-4-1651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34.4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389 226 24575,'-10'1'0,"-1"2"0,0-1 0,1 1 0,0 1 0,0 0 0,0 0 0,0 1 0,-13 9 0,-1-1 0,-228 106 0,251-119 0,1 0 0,0 0 0,0 0 0,-1 1 0,1-1 0,0 0 0,-1 0 0,1 0 0,0 0 0,-1 0 0,1 0 0,0 0 0,0 1 0,-1-1 0,1 0 0,0 0 0,0 0 0,-1 1 0,1-1 0,0 0 0,0 0 0,0 1 0,-1-1 0,1 0 0,0 1 0,0-1 0,0 0 0,0 0 0,0 1 0,0-1 0,0 1 0,13 0 0,27-10 0,60-20 0,-16 4 0,150-38 0,231-58 0,11 35 0,282 16 0,-436 67 0,-169 5 0,-110-2 0,-15-1 0,0 1 0,0 1 0,0 1 0,53 13 0,-63-10 0,0-1 0,0-1 0,1 0 0,-1-1 0,1-2 0,0 1 0,-1-2 0,1 0 0,-1-2 0,30-7 0,-40 8 0,-1 1 0,0-1 0,1 1 0,-1 0 0,1 1 0,12 0 0,-18 0 0,0 1 0,-1-1 0,1 1 0,0-1 0,-1 1 0,1 0 0,0-1 0,-1 1 0,1 0 0,-1 0 0,1 0 0,-1 0 0,0 1 0,1-1 0,-1 0 0,0 1 0,0-1 0,0 0 0,0 1 0,0-1 0,0 1 0,0 0 0,-1-1 0,1 1 0,0 0 0,-1-1 0,0 1 0,1 0 0,-1 0 0,0-1 0,0 1 0,0 0 0,0 2 0,1 6 0,-1 0 0,-1 1 0,0-1 0,0 0 0,-1 0 0,0 0 0,-1 0 0,0 0 0,-1 0 0,1-1 0,-2 0 0,0 1 0,0-2 0,0 1 0,-1 0 0,0-1 0,-1 0 0,-14 13 0,15-15 0,0-1 0,0 0 0,-1 0 0,1 0 0,-1-1 0,0 0 0,0 0 0,-1-1 0,1 1 0,-1-2 0,1 1 0,-1-1 0,0 0 0,0-1 0,0 0 0,-13 0 0,-86 4 0,-50 1 0,96-6 0,-260-9 0,-3 7 0,277 7 0,0 2 0,1 2 0,-81 26 0,41-10 0,-257 80 0,207-62 0,8 4 0,-21 5 0,125-45 0,-2-1 0,1-1 0,-1-2 0,-28 1 0,-5 2 0,40-4 0,-30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46.2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203 225 24575,'-2'1'0,"0"1"0,0 0 0,1 0 0,-1 0 0,1 1 0,0-1 0,-1 0 0,1 0 0,0 1 0,0-1 0,1 1 0,-1-1 0,0 3 0,-1 1 0,-11 22 0,-1 0 0,-1-2 0,-19 27 0,20-34 0,1 0 0,1 1 0,1 1 0,1 0 0,0 0 0,-10 39 0,14-31 0,1 1 0,2 0 0,1 0 0,1 0 0,4 32 0,-3-61 0,0 0 0,0 0 0,0 0 0,0 0 0,0-1 0,0 1 0,0 0 0,0 0 0,0 0 0,1 0 0,-1-1 0,0 1 0,1 0 0,-1 0 0,1-1 0,-1 1 0,1 0 0,-1-1 0,1 1 0,-1 0 0,1-1 0,0 1 0,-1-1 0,1 1 0,0-1 0,-1 1 0,1-1 0,0 1 0,0-1 0,-1 0 0,1 1 0,0-1 0,0 0 0,0 0 0,0 0 0,-1 0 0,1 0 0,0 0 0,0 0 0,0 0 0,0 0 0,0 0 0,-1 0 0,1 0 0,0 0 0,0-1 0,0 1 0,-1 0 0,1-1 0,0 1 0,0-1 0,-1 1 0,2-1 0,4-3 0,1 0 0,-1 0 0,0-1 0,9-7 0,213-227 0,-177 181 0,98-90 0,-64 69 0,-62 55 0,1 1 0,2 1 0,0 1 0,1 1 0,38-20 0,-54 34 0,-8 3 0,1 1 0,-1 0 0,1 0 0,0 1 0,-1-1 0,1 1 0,0-1 0,0 1 0,0 1 0,0-1 0,0 0 0,5 1 0,-8 0 0,-1 0 0,1 1 0,-1-1 0,1 0 0,-1 1 0,0-1 0,1 0 0,-1 1 0,1-1 0,-1 1 0,0-1 0,1 0 0,-1 1 0,0-1 0,0 1 0,0-1 0,1 1 0,-1-1 0,0 1 0,0-1 0,0 1 0,0 0 0,0-1 0,0 1 0,0-1 0,0 1 0,0-1 0,0 1 0,0-1 0,0 1 0,0-1 0,0 1 0,0-1 0,-1 1 0,1-1 0,0 1 0,0-1 0,-1 1 0,1-1 0,0 1 0,-1 0 0,-16 25 0,14-21 0,-44 63 0,-3-1 0,-97 99 0,133-153 0,1 1 0,-19 27 0,32-41 0,0 0 0,0 0 0,0 0 0,0 0 0,1 0 0,-1 0 0,0 0 0,0 0 0,0 0 0,0 1 0,0-1 0,1 0 0,-1 0 0,0 0 0,0 0 0,0 0 0,0 0 0,0 0 0,0 0 0,0 0 0,1 0 0,-1 1 0,0-1 0,0 0 0,0 0 0,0 0 0,0 0 0,0 0 0,0 1 0,0-1 0,0 0 0,0 0 0,0 0 0,0 0 0,0 0 0,0 1 0,0-1 0,0 0 0,0 0 0,0 0 0,0 0 0,0 0 0,0 1 0,0-1 0,0 0 0,0 0 0,0 0 0,0 0 0,0 0 0,0 1 0,0-1 0,0 0 0,0 0 0,0 0 0,-1 0 0,1 0 0,0 0 0,0 0 0,0 0 0,0 1 0,16-8 0,-10 4 0,441-162 0,-15 6 0,-358 125 0,101-62 0,-167 90 0,36-19 0,-40 23 0,0 0 0,0 0 0,1 0 0,-1 1 0,0 0 0,1 0 0,-1 0 0,6 0 0,-10 1 0,0 0 0,1 0 0,-1 0 0,0 0 0,0 0 0,0 0 0,0 0 0,1 0 0,-1 0 0,0 0 0,0 0 0,0 0 0,0 0 0,1 0 0,-1 0 0,0 0 0,0 0 0,0 0 0,0 0 0,0 1 0,1-1 0,-1 0 0,0 0 0,0 0 0,0 0 0,0 0 0,0 0 0,0 1 0,0-1 0,0 0 0,0 0 0,0 0 0,1 0 0,-1 1 0,0-1 0,0 0 0,0 0 0,0 0 0,0 0 0,0 1 0,0-1 0,0 0 0,0 0 0,0 0 0,0 0 0,0 1 0,-1-1 0,-5 12 0,-11 8 0,-7 2 0,0-2 0,-2 0 0,-1-2 0,-30 16 0,-122 52 0,128-62 0,-421 156 0,150-65 0,295-102 0,25-9 0,9-2 0,10-2 0,0-1 0,0 0 0,29-6 0,-31 4 0,1046-232 0,-1033 227 0,129-39 0,-127 37 0,0-2 0,-2-1 0,29-17 0,-131 75 0,2 4 0,-95 85 0,143-112 0,-3 6 0,-2-2 0,-1-1 0,-1-2 0,-52 30 0,74-48 0,0 0 0,0 0 0,0 1 0,1 0 0,0 0 0,0 1 0,1 0 0,-1 0 0,-6 10 0,5-6 0,0 0 0,-1-1 0,0-1 0,-1 1 0,-21 13 0,-65 32 0,62-36 0,-1 0 0,11-3 0,-2-2 0,0-1 0,-1-1 0,-45 13 0,63-23-134,-1-1 0,1-1 0,-1 0 0,-11-1-1,16 1-559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39.3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2093 24575,'24'-2'0,"0"-1"0,0 0 0,0-2 0,36-12 0,-35 9 0,0 1 0,0 2 0,49-5 0,-34 7 0,1-3 0,-1-1 0,56-16 0,-19-5 0,-57 20 0,0 1 0,1 0 0,0 2 0,28-5 0,327-14 0,-242 23 0,109-6 0,-155 0 0,-29 2 0,99-19 0,-128 18 0,1 2 0,0 1 0,43 2 0,-8-1 0,2-3 0,19-1 0,-155 15 0,5 1 0,-224 21 0,-190 24 0,441-52 0,1-1 0,-45-4 0,9 0 0,-7 5 0,70-2 0,-1 0 0,1 1 0,0 0 0,-1 0 0,1 1 0,-15 7 0,22-10 0,0 0 0,1 0 0,-1 1 0,0-1 0,0 0 0,1 1 0,-1-1 0,0 0 0,1 1 0,-1-1 0,0 1 0,1-1 0,-1 1 0,1 0 0,-1-1 0,1 1 0,-1 0 0,1-1 0,0 1 0,-1 0 0,1-1 0,0 1 0,-1 0 0,1 0 0,0-1 0,0 1 0,0 0 0,0 0 0,-1 0 0,1-1 0,0 1 0,1 0 0,-1 0 0,0 0 0,0-1 0,0 1 0,0 0 0,1 0 0,-1-1 0,0 1 0,1 0 0,-1 0 0,0-1 0,1 1 0,-1 0 0,1-1 0,-1 1 0,1-1 0,0 2 0,3 1 0,-1 0 0,1-1 0,0 1 0,0 0 0,0-1 0,0 0 0,7 2 0,55 19 0,1-4 0,1-2 0,0-4 0,77 5 0,280-7 0,-391-13 0,-1-2 0,1-2 0,-1 0 0,0-3 0,37-14 0,-48 16 0,21-9 0,2 2 0,0 2 0,81-11 0,132 13 0,-254 10 0,0 0 0,0 0 0,0-1 0,0 1 0,0-1 0,0 1 0,-1-1 0,1-1 0,5-1 0,-8 2 0,0 0 0,0 0 0,0 1 0,0-1 0,0 0 0,0 0 0,0-1 0,0 1 0,0 0 0,-1 0 0,1 0 0,-1-1 0,1 1 0,0 0 0,-1 0 0,0-1 0,1 1 0,-1-1 0,0 1 0,0 0 0,0-1 0,0 1 0,0 0 0,0-1 0,0 1 0,0-1 0,-1 1 0,1 0 0,-1-2 0,-5-44 0,1 1 0,4-91 0,1 34 0,-4 3 0,1-169 0,6 243 0,1 1 0,1 0 0,1 0 0,1 1 0,15-35 0,-15 42 0,7-25 0,9-53 0,-10 39 0,19-134 0,-15 79 0,-10 50 0,-3 0 0,-4-88 0,-2 54 0,2 93 0,0-1 0,0 0 0,0 0 0,0 1 0,0-1 0,-1 0 0,1 0 0,-1 1 0,0-1 0,0 1 0,0-1 0,0 0 0,0 1 0,-3-4 0,2 4 0,-1 0 0,1 0 0,-1 0 0,0 0 0,0 1 0,0-1 0,0 1 0,0 0 0,0 0 0,0 0 0,0 0 0,-4 0 0,-56-14 0,-281-56 0,222 55 0,1 5 0,-218 9 0,250 12 0,-152 36 0,186-33 0,-158 44 0,-35 9 0,218-59 0,-46 16 0,55-15 0,0-2 0,0 0 0,-1-1 0,-25 2 0,-73-3-1365,55-3-5461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41.3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1 189 24575,'349'5'0,"53"-1"0,0-22 0,-143-10 0,337-18 0,-459 47 0,419-22 0,140-40 0,-563 50 0,89-3 0,-190 15-1365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43.0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1 329 24575,'0'0'0,"0"1"0,0-1 0,0 1 0,0-1 0,0 1 0,0-1 0,0 1 0,0-1 0,1 1 0,-1-1 0,0 1 0,0-1 0,0 1 0,1-1 0,-1 1 0,0-1 0,1 1 0,-1-1 0,0 1 0,1-1 0,-1 0 0,1 1 0,-1-1 0,0 0 0,1 1 0,-1-1 0,1 0 0,-1 0 0,1 0 0,-1 1 0,1-1 0,-1 0 0,1 0 0,-1 0 0,1 0 0,0 0 0,-1 0 0,1 0 0,-1 0 0,1 0 0,-1 0 0,1 0 0,-1 0 0,1 0 0,-1 0 0,1-1 0,-1 1 0,1 0 0,0-1 0,30-12 0,-28 11 0,26-16 0,52-41 0,-51 36 0,44-28 0,13 5 0,162-60 0,-239 103 0,-1-1 0,0 1 0,0 0 0,1 0 0,16-1 0,-26 3 0,1 1 0,0 0 0,-1 0 0,1 0 0,0 0 0,0 0 0,-1 0 0,1 0 0,0 0 0,-1 0 0,1 0 0,0 0 0,-1 1 0,1-1 0,0 0 0,-1 0 0,1 1 0,-1-1 0,1 0 0,0 1 0,-1-1 0,1 1 0,-1-1 0,1 0 0,-1 1 0,1 0 0,-1-1 0,0 1 0,1-1 0,-1 1 0,1-1 0,-1 1 0,0 0 0,0-1 0,1 1 0,-1 0 0,0-1 0,0 1 0,0 0 0,0-1 0,0 1 0,0 0 0,0-1 0,0 1 0,0 0 0,0-1 0,0 1 0,0 0 0,0-1 0,-1 1 0,1 0 0,0-1 0,-1 1 0,1 0 0,-3 6 0,0 0 0,-1-1 0,-7 12 0,11-17 0,-327 509 0,107-195 0,212-299 0,8-16 0,0 0 0,0 0 0,0 0 0,0 1 0,0-1 0,1 0 0,-1 0 0,0 0 0,0 0 0,0 0 0,0 0 0,1 0 0,-1 1 0,0-1 0,0 0 0,0 0 0,1 0 0,-1 0 0,0 0 0,0 0 0,0 0 0,1 0 0,-1 0 0,0 0 0,0 0 0,0 0 0,1 0 0,-1 0 0,0 0 0,0-1 0,0 1 0,0 0 0,1 0 0,-1 0 0,0 0 0,0 0 0,0 0 0,0 0 0,1-1 0,-1 1 0,0 0 0,36-22 0,-28 17 0,612-378-788,-491 314 591,3 6 0,2 6 0,143-40 0,-260 92 197,-10 2 0,0 1 0,0 0 0,0 0 0,0 1 0,1 0 0,-1 0 0,0 1 0,8 0 0,-15 0 0,1 0-1,-1 0 0,1 0 0,-1 0 0,1 0 1,-1 1-1,1-1 0,-1 0 0,0 0 1,1 1-1,-1-1 0,1 0 0,-1 0 1,0 1-1,1-1 0,-1 0 0,0 1 1,1-1-1,-1 1 0,0-1 0,0 0 0,1 1 1,-1-1-1,0 1 0,0-1 0,0 1 1,0-1-1,1 0 0,-1 1 0,0-1 1,0 1-1,0-1 0,0 1 0,0-1 0,0 1 1,0-1-1,0 1 0,0-1 0,-1 1 1,1-1-1,0 1 0,0-1 0,0 1 1,0-1-1,-1 0 0,1 1 0,0-1 0,0 1 1,-1-1-1,1 0 0,0 1 0,-1 0 1,-18 23 164,18-23-124,-54 54 375,-89 71-1,-74 32 169,210-151-583,-1-1 0,-1-1 0,-13 6 0,23-10 0,0-1 0,0 0 0,0 0 0,0 0 0,0 0 0,0 0 0,-1 0 0,1 0 0,0 0 0,0 0 0,0 0 0,0 0 0,0 0 0,0 0 0,0 1 0,-1-1 0,1 0 0,0 0 0,0 0 0,0 0 0,0 0 0,0 0 0,0 0 0,-1 0 0,1 0 0,0 0 0,0-1 0,0 1 0,0 0 0,0 0 0,0 0 0,0 0 0,-1 0 0,1 0 0,0 0 0,0 0 0,0 0 0,0 0 0,0 0 0,0 0 0,0 0 0,0-1 0,0 1 0,-1 0 0,1 0 0,0 0 0,0 0 0,0 0 0,0 0 0,0 0 0,0-1 0,0 1 0,0 0 0,0 0 0,0 0 0,5-9 0,9-11 0,1 4 0,1-1 0,0 2 0,1 0 0,1 1 0,0 0 0,1 2 0,31-16 0,-49 27 0,0 1 0,0-1 0,0 0 0,0 1 0,0-1 0,0 1 0,0 0 0,0-1 0,1 1 0,-1 0 0,0 0 0,0 0 0,0 0 0,0 0 0,0 0 0,1 0 0,-1 0 0,0 0 0,0 0 0,0 0 0,0 1 0,0-1 0,0 1 0,0-1 0,2 2 0,-2-1 0,-1 0 0,1 0 0,-1 1 0,1-1 0,-1 0 0,0 0 0,1 1 0,-1-1 0,0 0 0,0 1 0,0-1 0,0 0 0,0 1 0,0-1 0,-1 0 0,1 1 0,0-1 0,-1 2 0,-3 9 0,-1 0 0,0 0 0,-8 14 0,-27 43 0,23-42 0,0 2 0,2 0 0,-17 48 0,26-64 0,1-16 0,-7-8 0,-1 4-53,0 0 0,-1 1 0,0 1-1,0 1 1,-1 0 0,1 0 0,-1 2 0,-18-2-1,12 1-832,-53-8-5940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50.6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225 0 24575,'-1'1'0,"0"-1"0,0 0 0,0 1 0,0-1 0,0 1 0,0 0 0,0-1 0,0 1 0,0 0 0,0-1 0,1 1 0,-1 0 0,0 0 0,0 0 0,1 0 0,-1-1 0,0 2 0,-11 18 0,12-19 0,-45 80 0,-21 43 0,52-86 0,2 1 0,2 0 0,-10 72 0,11-56 0,6-28 0,-1 43 0,4-49 0,-1-1 0,-1 1 0,-8 39 0,10-59 0,0-1 0,0 1 0,0 0 0,0-1 0,0 1 0,0-1 0,0 1 0,0 0 0,0-1 0,1 1 0,-1-1 0,0 1 0,0 0 0,1-1 0,-1 1 0,0-1 0,1 1 0,-1-1 0,0 1 0,1-1 0,-1 1 0,1-1 0,-1 0 0,1 1 0,-1-1 0,1 0 0,-1 1 0,1-1 0,-1 0 0,1 0 0,-1 1 0,1-1 0,0 0 0,-1 0 0,1 0 0,-1 0 0,1 0 0,0 0 0,-1 0 0,1 0 0,-1 0 0,1 0 0,0 0 0,37-1 0,-28 1 0,291 0 0,53-2 0,-91-25 0,-253 25 0,355-54 0,-337 51 0,-1-1 0,41-16 0,4-1 0,46-9 0,1 5 0,211-20 0,-51 16 0,-3 6 0,1 22 0,-181 4 0,-94-2 0,1 1 0,-1 0 0,1 0 0,-1 0 0,1 1 0,-1-1 0,1 1 0,-1-1 0,0 1 0,1 0 0,-1 0 0,0 0 0,0 0 0,1 0 0,-1 0 0,0 1 0,0-1 0,0 1 0,3 2 0,-4-1 0,1 1 0,-1-1 0,1 0 0,-1 0 0,0 1 0,0-1 0,0 0 0,-1 1 0,1-1 0,-1 1 0,0-1 0,0 1 0,-1 4 0,1 1 0,0 0 0,-1 0 0,-1 0 0,1 0 0,-1 0 0,-1 0 0,0-1 0,0 1 0,-1-1 0,0 0 0,-7 12 0,8-17 0,1-1 0,-1 1 0,0-1 0,0 0 0,1 0 0,-1 0 0,-1 0 0,1-1 0,0 0 0,-6 3 0,-39 8 0,27-7 0,-251 53 0,236-51 0,0-2 0,-50 0 0,44-3 0,-54 10 0,51-5 0,-49 0 0,59-5 0,1 1 0,-1 2 0,-42 11 0,50-9 0,-37 8 0,61-15 0,0 1 0,1 0 0,-1 0 0,0 0 0,1 0 0,-1 1 0,0-1 0,1 1 0,0 0 0,-1-1 0,1 1 0,-3 3 0,-15 11 0,20-16-32,0 0-1,-1 0 1,1 0-1,0 0 1,0 0-1,-1 0 1,1 0-1,0 0 1,-1 0-1,1 0 1,0 0-1,0 0 1,-1 0-1,1 0 1,0 0-1,-1 0 1,1 0-1,0 0 1,0 0-1,-1 0 1,1-1-33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53.3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269 0 24575,'-26'46'0,"17"-32"0,1 1 0,-7 16 0,1 5 0,2 1 0,2 0 0,-7 41 0,12-58 0,-1 0 0,0-1 0,-1 1 0,-1-2 0,-14 25 0,9-17 0,-17 46 0,11-4 0,-12 93 0,23-111 0,7-49 0,1 0 0,0 0 0,-1 1 0,1-1 0,0 1 0,0-1 0,0 0 0,0 1 0,0-1 0,0 0 0,0 1 0,1-1 0,-1 1 0,0-1 0,1 0 0,-1 0 0,1 1 0,-1-1 0,1 0 0,0 0 0,0 0 0,-1 1 0,2 0 0,1-1 0,-1 1 0,1-1 0,-1 0 0,1 0 0,0 0 0,0 0 0,-1-1 0,1 1 0,3 0 0,8 1 0,72 19 0,54 10 0,271 26 0,-242-35 0,348 15 307,2-35-801,-265-3-684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06.9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24527,'2670'730'0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56.4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1087 629 24575,'-141'3'0,"-155"25"0,204-10 0,60-11 0,1-1 0,-61 3 0,-143-1 0,177-5 0,35-3 0,1 1 0,-42 7 0,113-5 0,328 2 0,507-5 0,-524 3 0,-277 2 0,134-9 0,-187 0 0,55-16 0,17-3 0,31 3 0,110-13 0,-186 26 0,0 3 0,1 2 0,73 7 0,216 12 0,100-18 0,-346-10 0,-18 5 0,120-23 0,-153 20 0,14-5 0,105-39 0,-79 23 0,-58 20 0,447-149 0,-323 100 0,152-83 0,-242 109 218,-28 16-746,-1-3 1,40-28-1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2:59.3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628 300 24575,'-1'4'0,"1"1"0,-1-1 0,0 1 0,-1-1 0,1 0 0,-1 1 0,1-1 0,-1 0 0,-1 0 0,1 0 0,-3 3 0,-35 42 0,31-39 0,-317 350 0,322-357 0,1 1 0,0 0 0,1 0 0,-1 0 0,1 0 0,-1 0 0,1 0 0,0 1 0,1-1 0,-1 1 0,1-1 0,0 1 0,0 0 0,-1 7 0,2-9 0,1-1 0,-1 1 0,0 0 0,1 0 0,-1 0 0,1 0 0,0-1 0,0 1 0,0 0 0,0 0 0,0-1 0,0 1 0,1-1 0,0 0 0,-1 1 0,1-1 0,0 0 0,0 0 0,0 0 0,0 0 0,1 0 0,-1 0 0,0-1 0,1 1 0,2 1 0,9 2 0,-1 0 0,0 0 0,1-1 0,0-1 0,0 0 0,0-1 0,16 0 0,0-1 0,0-1 0,41-7 0,-54 5 0,0-1 0,0-1 0,-1-1 0,0-1 0,0 0 0,0 0 0,-1-2 0,0 0 0,0-1 0,-1 0 0,0-1 0,-1-1 0,0 0 0,0-1 0,-2 0 0,1-1 0,-2 0 0,1-1 0,8-16 0,-5 8 0,0 0 0,2 1 0,0 1 0,21-19 0,-18 19 0,17-24 0,10-11 0,3 5 0,55-62 0,-89 93 0,0 0 0,-2-2 0,0 1 0,12-28 0,-23 43 0,-1 0 0,1 0 0,-1 0 0,0 0 0,-1-1 0,0 1 0,1 0 0,-2 0 0,1 0 0,0 0 0,-1-1 0,0 1 0,-1 0 0,1 0 0,-4-8 0,2 4 0,0-1 0,1 1 0,-2-15 0,4 20 0,-1 1 0,1-1 0,-1 1 0,-1-1 0,1 1 0,0-1 0,-1 1 0,1 0 0,-1 0 0,0 0 0,0 0 0,-1 0 0,1 0 0,0 0 0,-1 1 0,-3-3 0,2 0 0,4 5 0,0 0 0,0 0 0,0 0 0,-1-1 0,1 1 0,0 0 0,0 0 0,0 0 0,0 0 0,0 0 0,0 0 0,-1 0 0,1-1 0,0 1 0,0 0 0,0 0 0,0 0 0,-1 0 0,1 0 0,0 0 0,0 0 0,0 0 0,0 0 0,-1 0 0,1 0 0,0 0 0,0 0 0,0 0 0,0 0 0,-1 0 0,1 0 0,0 0 0,0 0 0,0 0 0,0 0 0,-1 0 0,1 1 0,0-1 0,0 0 0,0 0 0,0 0 0,0 0 0,-1 0 0,1 0 0,0 0 0,0 1 0,0-1 0,0 0 0,0 0 0,0 0 0,0 1 0,-4 13 0,3 17 0,4 19 0,-1-21 0,-1 1 0,-4 48 0,-80 353 0,42-250 0,34-149 0,1 0 0,-2 41 0,4-44 0,-1 0 0,-15 47 0,16-63 0,3-10 0,1-1 0,-1 0 0,0 0 0,1 0 0,-1 0 0,0 0 0,0 0 0,-1 0 0,1 0 0,0-1 0,-1 1 0,1 0 0,-1-1 0,1 1 0,-1-1 0,0 1 0,1-1 0,-1 0 0,0 0 0,0 0 0,-3 1 0,0 0 0,-1-1 0,1-1 0,0 1 0,-1-1 0,1 0 0,-1 0 0,-8-2 0,-31-4 0,18 2 0,-40-1 0,35 5 0,-247 10 0,122 4 0,136-15-13,-1-1-1,1-1 1,-1-1 0,1 0-1,-34-14 1,12 5-1272,-41-10-5541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00.6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1 413 24575,'0'1'0,"0"0"0,1 0 0,-1 0 0,1-1 0,-1 1 0,1 0 0,0 0 0,-1-1 0,1 1 0,0 0 0,-1-1 0,1 1 0,0 0 0,0-1 0,0 1 0,0-1 0,-1 0 0,1 1 0,0-1 0,0 0 0,0 1 0,0-1 0,0 0 0,1 0 0,26 6 0,-1-3 0,1-1 0,0-1 0,0-1 0,0-1 0,40-8 0,-53 6 0,1-1 0,-1-1 0,0 0 0,0-1 0,0-1 0,-1 0 0,0-1 0,0 0 0,-1-1 0,24-21 0,21-29 0,-29 30 0,55-46 0,-51 50 0,-8 6 0,0 1 0,0 1 0,36-17 0,55-26-1365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08.7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24575,'50'0'0,"1207"11"0,-1197-10 0,-15-1 0,1 1 0,0 3 0,63 14 0,-69-11 0,-1-2 0,1-2 0,0-1 0,54-5 0,-5 1 0,224 2-1365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09.40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0 587 24575,'0'2'0,"0"-1"0,2-13 0,3-22 0,0-22 0,5-19 0,8-9 0,2 0 0,0 11 0,0 13 0,1 12 0,-3 12 0,-4 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12.10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2218 0 24575,'-1'1'0,"1"0"0,-1 0 0,1 0 0,-1 0 0,0-1 0,1 1 0,-1 0 0,0-1 0,0 1 0,1 0 0,-1-1 0,0 1 0,0-1 0,0 1 0,0-1 0,0 0 0,0 1 0,0-1 0,0 0 0,0 1 0,-1-1 0,-23 6 0,25-6 0,-173 22 0,28-4 0,-59 25 0,-82-9 0,160-21 0,-35 2 0,-96-12 0,138-5 0,3 1 0,-124 2 0,157 5 0,-45 0 0,107-5 0,0 1 0,-25 5 0,23-3 0,-1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17.1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107 493 24575,'-1'-8'0,"-1"0"0,1 1 0,-2-1 0,1 1 0,-1-1 0,0 1 0,0 0 0,-1 0 0,-5-7 0,-11-25 0,9 9 86,1-1-1,2 0 0,-9-61 1,8-96-1793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3.1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3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19.2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19.8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0.5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1.2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5.6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26.5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34.3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34.8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 24575,'0'-2'0,"0"-5"0,0-3 0,0-1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35.1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36.4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37.47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5T10:53:42.4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07.8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1,'2082'0,"-2052"0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11.4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1,'1418'0,"-1383"1,56 11,-53-6,39 1,456-6,-257-3,2044 2,-2298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14.25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0,'0'9,"0"8,0 5,0 4,0 2,0 0,0 1,0-1,0 0,0 0,0-6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22.44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16,'12'-4,"0"1,0 0,1 1,-1 0,1 1,0 0,-1 1,14 2,3-2,1654-1,-785 3,-786 5,6 0,-80-8,5 0,-1 2,58 8,-52-4,0-1,76-6,-41 1,-18 1,-41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24.70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1,'167'8,"-69"-1,113-7,-87-2,2367 2,-2478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26.70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1908 2,'-102'-2,"-109"4,143 4,-75 2,-739-10,459 3,412-1,3 1,-1-1,0-1,1 0,-1 0,-8-2,10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27.6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1,'1534'0,"-1515"0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31.93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4071 0,'-4056'0,"4041"0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34.6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35.31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36.65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39.0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8:44.8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1,'134'12,"-76"-5,52 7,52 5,85-17,-127-4,4239 3,-4337-1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8:34:46.3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 0,'5363'0'0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4:52.5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4:53.59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4T18:35:00.1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0,'5447'0,"-5434"0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8:35:06.1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 0,'5362'0'0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09:28:16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1772 886 24505,'-1'35'0,"-1"0"0,-1-1 0,-2 1 0,-1-1 0,-2 0 0,-1 0 0,-1-1 0,-1 0 0,-2-1 0,-1 0 0,-1 0 0,-1-2 0,-2 0 0,-1 0 0,0-2 0,-2 0 0,-2-1 0,0-1 0,-1-1 0,-1-1 0,-1-1 0,-1-1 0,0-1 0,-2-1 0,0-1 0,-1-2 0,-1 0 0,0-2 0,-1-1 0,0-1 0,-1-2 0,-1-1 0,1-1 0,-1-2 0,0-1 0,-1-1 0,0-1 0,1-2 0,-1-2 0,0 0 0,1-2 0,-1-2 0,0-1 0,1-1 0,0-1 0,1-2 0,-1-1 0,1-1 0,1-2 0,0-1 0,1-1 0,0-2 0,1 0 0,1-2 0,0-1 0,2-1 0,0-1 0,1-1 0,1-1 0,1-1 0,1-1 0,0-1 0,2-1 0,2 0 0,0-2 0,1 0 0,2 0 0,1-2 0,1 0 0,1 0 0,2-1 0,1 0 0,1-1 0,1 0 0,2 0 0,1-1 0,2 1 0,1-1 0,1 0 0,2 1 0,1-1 0,1 0 0,2 1 0,1-1 0,2 2 0,1-1 0,1 1 0,1 0 0,2 0 0,1 1 0,1 1 0,1 0 0,2 1 0,1 1 0,0 1 0,2 0 0,2 1 0,0 1 0,1 1 0,1 1 0,1 1 0,1 1 0,0 1 0,2 1 0,0 1 0,1 1 0,1 2 0,0 1 0,1 1 0,0 1 0,1 2 0,1 1 0,-1 1 0,1 1 0,0 2 0,1 1 0,0 2 0,-1 1 0,1 1 0,0 2 0,-1 1 0,1 1 0,0 2 0,-1 1 0,0 2 0,-1 1 0,1 1 0,-1 1 0,-1 2 0,0 1 0,-1 1 0,0 1 0,-1 2 0,-1 1 0,0 1 0,-2 1 0,0 1 0,-1 1 0,-1 1 0,-1 1 0,-1 1 0,0 1 0,-2 1 0,-2 0 0,0 1 0,-1 1 0,-2 1 0,-1 0 0,-1 1 0,-1 1 0,-2 0 0,-1 0 0,-1 1 0,-1-1 0,-2 2 0,-1-1 0,-2 1 0,-1 0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C7FD6-3FE5-4A5F-960E-8984DBB8385E}" type="datetimeFigureOut">
              <a:rPr lang="ro-RO" smtClean="0"/>
              <a:t>07.03.2026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FE60D-9D23-4696-9690-79486EB8BF94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469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732AF-07D9-62E2-102D-13ADE0D0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01ABA-9BE8-62BE-F5FA-950125EBB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793C5-A271-D393-BD96-FC98B445A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38E12-4541-324C-4615-76AF65E7AC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30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2A689-425C-D967-2EAB-ABB2CD5D8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6039E-5C83-B2CB-3893-518EF03BA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0C877-F535-773E-D47A-37C27B76A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FA08-0353-0532-8F88-5C8755E249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60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6908-C2FF-A84E-0F84-629E672E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5B80C-9053-C600-7451-2EC486EE7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57CF1-E9F2-4205-17D2-BB1169DE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C024B-AAD8-3160-EF0A-3FBA5E59A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10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BBC8-60D7-5D96-6724-8260A138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90732-9542-5F30-5C9B-01DC54F1F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4A97A-ABD3-3E67-0DC4-BE3B0D2E0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D0FB3-ED54-971F-A68A-A8AC15E26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32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2032-8345-5CAD-9B2C-67FEB960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30000-1590-1E31-5ADB-A557712C1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468FE-FACA-4B81-9E1A-9228CFD09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844FD-0847-0330-147F-83190CAD0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23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6908-C2FF-A84E-0F84-629E672E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5B80C-9053-C600-7451-2EC486EE73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57CF1-E9F2-4205-17D2-BB1169DEE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C024B-AAD8-3160-EF0A-3FBA5E59A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1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77738-6ECE-A8F0-3746-8D3A2D97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8F1D3-95DB-7D11-E10E-E662E2870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728B8-9789-DCEE-85AB-74FF50585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14022-3712-DD14-7EF7-6613044CB5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243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4CF6-F725-F90F-8905-F8FD4629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EB8E0F-434E-957C-62E0-44274AB92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32896-A504-DEE8-703A-5F244C99E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B8615-0DD7-89C2-38BB-4451321D0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98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3515-BFE0-7B25-7F0B-32260BB53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8A0DC-5A8E-0E3C-3826-007CFBB15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1F19F-7538-6987-B450-FE2F5F64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55DCE-30C4-D761-DAF6-51D8B58A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E2389-25DB-1FB6-513C-618A054F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9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817A5-7342-D2E4-F868-8B47BB9F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221C5-2045-1B0A-D2BF-188A2E61A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9F058-BBFF-5CAB-CC6D-94D514C0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EC2B-48AA-5F12-535B-67C035E9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0081-0992-0625-8D5E-D57F4461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5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59B8-49CB-3E76-C5E7-C5A92D229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EAA7-2CA6-EEEA-6E6F-C44BFDA07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3902E-C8D4-EAA7-81F7-10FFD566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22FB0-8B9A-CBF7-321C-481E1297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2E63-0C39-0A1B-3F07-0610ABD5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0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26B0-8F8B-3240-6C98-6C67E0A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37B1-03F3-BE84-95C9-758FAC90D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9A3D0-BF22-648C-3983-9974F8B3F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A61B3-6E35-B596-0872-114A25A5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4AEC8-0542-13AF-2BB3-4FF2BB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2C0C5-0CFD-C094-3239-C54E5CE1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12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57E4C-F6D0-33E9-7A8C-9FD77931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0CF4-609B-E0A1-FAC6-1BFED524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993A1-C36B-2A5A-3A20-88B716578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577821-B0A9-048E-3802-3C20DA9D4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F9B33-E74B-3ACC-8A14-DBC9A5462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4D3E6-EEF7-FC2E-6A9E-299F9388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3737C6-3E0F-3C05-A1D5-D3D812EA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14843-AFA6-1381-287E-7381AB6F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713A-C285-62F8-FF8B-2500E1E7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19304-A5D7-828B-DE08-29C2EFCB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C68B91-ABE1-1264-FD5B-5A68D518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2361-74D9-BD99-44F7-86366D3B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7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F187FC-EC45-E1B7-C765-E1CA04228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53A21-7D71-1EDA-2C2E-3163C4D9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BD65-2A37-FBEA-AA7E-7DCC1CFF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2B7B-8244-B427-632C-E4BADD23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6EC17-4AB3-FE8C-37E2-549B3117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5036-D51E-C813-C4DC-42DBB9299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86E1B-ED14-4DD8-D450-47796C8A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2D815-945C-01E3-E522-3B156353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9CD3-3BCC-509E-7E18-FBE7BDCE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DEE9-E1F2-A7B7-7387-D9457952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8F011-B056-465D-D499-C91BAED17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87D3A-793D-5493-E4AE-7E156CEBC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FD8F4-FE3E-2564-582F-D9ED561E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17821-7F27-7B5B-F516-CDDD4D32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200FC-B01C-CD78-9585-59CD6F9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3C79-6514-827E-9B05-D39301F2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B4939-3A1C-7789-83ED-705872C7F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D7480-1B82-8DC5-F3A2-A2DD1CC1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2D53-7276-EB49-B3EF-D792631C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F04F-B346-50FB-B677-4BFA12D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6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FE6BE-0116-01AA-D59A-2998208A7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2BD1D-C6C5-78E2-FFAD-4B3A9F6FF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363ED-1E78-49E4-A0C5-08435E72A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C6DF-5541-FE0F-5366-C62807AC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F133-9AEA-AD29-1DB8-DBFC63D8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1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76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69C6A-2F2F-7DFF-F209-5978BE08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CD4C4-F7B9-F59A-6371-1D9137B3C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7F3C-CEF5-246C-6364-3400EE320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DD99F-EB8C-4284-A1FF-6A8FAD5F29B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B2E7C-1B58-FF56-9254-13AC936CFC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CFB4B-65BD-C19B-674C-8E8E05BD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FE916-C29D-4283-ABA6-E3D372BD3E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kowshik24.github.io/convolution-visualize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70.png"/><Relationship Id="rId26" Type="http://schemas.openxmlformats.org/officeDocument/2006/relationships/image" Target="../media/image21.png"/><Relationship Id="rId21" Type="http://schemas.openxmlformats.org/officeDocument/2006/relationships/customXml" Target="../ink/ink10.xml"/><Relationship Id="rId133" Type="http://schemas.openxmlformats.org/officeDocument/2006/relationships/customXml" Target="../ink/ink15.xml"/><Relationship Id="rId138" Type="http://schemas.openxmlformats.org/officeDocument/2006/relationships/image" Target="../media/image1441.png"/><Relationship Id="rId141" Type="http://schemas.openxmlformats.org/officeDocument/2006/relationships/customXml" Target="../ink/ink19.xml"/><Relationship Id="rId146" Type="http://schemas.openxmlformats.org/officeDocument/2006/relationships/customXml" Target="../ink/ink22.xml"/><Relationship Id="rId154" Type="http://schemas.openxmlformats.org/officeDocument/2006/relationships/image" Target="../media/image1480.png"/><Relationship Id="rId159" Type="http://schemas.openxmlformats.org/officeDocument/2006/relationships/image" Target="../media/image24.png"/><Relationship Id="rId167" Type="http://schemas.openxmlformats.org/officeDocument/2006/relationships/image" Target="../media/image29.png"/><Relationship Id="rId175" Type="http://schemas.openxmlformats.org/officeDocument/2006/relationships/image" Target="../media/image33.png"/><Relationship Id="rId7" Type="http://schemas.openxmlformats.org/officeDocument/2006/relationships/customXml" Target="../ink/ink3.xml"/><Relationship Id="rId162" Type="http://schemas.openxmlformats.org/officeDocument/2006/relationships/customXml" Target="../ink/ink34.xml"/><Relationship Id="rId170" Type="http://schemas.openxmlformats.org/officeDocument/2006/relationships/customXml" Target="../ink/ink38.xml"/><Relationship Id="rId183" Type="http://schemas.openxmlformats.org/officeDocument/2006/relationships/customXml" Target="../ink/ink46.xml"/><Relationship Id="rId2" Type="http://schemas.openxmlformats.org/officeDocument/2006/relationships/image" Target="../media/image17.png"/><Relationship Id="rId16" Type="http://schemas.openxmlformats.org/officeDocument/2006/relationships/image" Target="../media/image160.png"/><Relationship Id="rId11" Type="http://schemas.openxmlformats.org/officeDocument/2006/relationships/customXml" Target="../ink/ink5.xml"/><Relationship Id="rId24" Type="http://schemas.openxmlformats.org/officeDocument/2006/relationships/image" Target="../media/image20.png"/><Relationship Id="rId131" Type="http://schemas.openxmlformats.org/officeDocument/2006/relationships/customXml" Target="../ink/ink14.xml"/><Relationship Id="rId136" Type="http://schemas.openxmlformats.org/officeDocument/2006/relationships/image" Target="../media/image1431.png"/><Relationship Id="rId144" Type="http://schemas.openxmlformats.org/officeDocument/2006/relationships/image" Target="../media/image1470.png"/><Relationship Id="rId149" Type="http://schemas.openxmlformats.org/officeDocument/2006/relationships/customXml" Target="../ink/ink25.xml"/><Relationship Id="rId157" Type="http://schemas.openxmlformats.org/officeDocument/2006/relationships/customXml" Target="../ink/ink32.xml"/><Relationship Id="rId178" Type="http://schemas.openxmlformats.org/officeDocument/2006/relationships/customXml" Target="../ink/ink42.xml"/><Relationship Id="rId5" Type="http://schemas.openxmlformats.org/officeDocument/2006/relationships/customXml" Target="../ink/ink2.xml"/><Relationship Id="rId152" Type="http://schemas.openxmlformats.org/officeDocument/2006/relationships/customXml" Target="../ink/ink28.xml"/><Relationship Id="rId160" Type="http://schemas.openxmlformats.org/officeDocument/2006/relationships/image" Target="../media/image25.png"/><Relationship Id="rId165" Type="http://schemas.openxmlformats.org/officeDocument/2006/relationships/image" Target="../media/image28.png"/><Relationship Id="rId173" Type="http://schemas.openxmlformats.org/officeDocument/2006/relationships/image" Target="../media/image32.png"/><Relationship Id="rId181" Type="http://schemas.openxmlformats.org/officeDocument/2006/relationships/customXml" Target="../ink/ink44.xml"/><Relationship Id="rId10" Type="http://schemas.openxmlformats.org/officeDocument/2006/relationships/image" Target="../media/image130.png"/><Relationship Id="rId19" Type="http://schemas.openxmlformats.org/officeDocument/2006/relationships/customXml" Target="../ink/ink9.xml"/><Relationship Id="rId130" Type="http://schemas.openxmlformats.org/officeDocument/2006/relationships/image" Target="../media/image1402.png"/><Relationship Id="rId135" Type="http://schemas.openxmlformats.org/officeDocument/2006/relationships/customXml" Target="../ink/ink16.xml"/><Relationship Id="rId143" Type="http://schemas.openxmlformats.org/officeDocument/2006/relationships/customXml" Target="../ink/ink20.xml"/><Relationship Id="rId148" Type="http://schemas.openxmlformats.org/officeDocument/2006/relationships/customXml" Target="../ink/ink24.xml"/><Relationship Id="rId151" Type="http://schemas.openxmlformats.org/officeDocument/2006/relationships/customXml" Target="../ink/ink27.xml"/><Relationship Id="rId156" Type="http://schemas.openxmlformats.org/officeDocument/2006/relationships/customXml" Target="../ink/ink31.xml"/><Relationship Id="rId164" Type="http://schemas.openxmlformats.org/officeDocument/2006/relationships/customXml" Target="../ink/ink35.xml"/><Relationship Id="rId169" Type="http://schemas.openxmlformats.org/officeDocument/2006/relationships/image" Target="../media/image30.png"/><Relationship Id="rId177" Type="http://schemas.openxmlformats.org/officeDocument/2006/relationships/image" Target="../media/image34.png"/><Relationship Id="rId4" Type="http://schemas.openxmlformats.org/officeDocument/2006/relationships/image" Target="../media/image10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Relationship Id="rId27" Type="http://schemas.openxmlformats.org/officeDocument/2006/relationships/customXml" Target="../ink/ink13.xml"/><Relationship Id="rId134" Type="http://schemas.openxmlformats.org/officeDocument/2006/relationships/image" Target="../media/image1421.png"/><Relationship Id="rId139" Type="http://schemas.openxmlformats.org/officeDocument/2006/relationships/customXml" Target="../ink/ink18.xml"/><Relationship Id="rId147" Type="http://schemas.openxmlformats.org/officeDocument/2006/relationships/customXml" Target="../ink/ink23.xml"/><Relationship Id="rId168" Type="http://schemas.openxmlformats.org/officeDocument/2006/relationships/customXml" Target="../ink/ink37.xml"/><Relationship Id="rId172" Type="http://schemas.openxmlformats.org/officeDocument/2006/relationships/customXml" Target="../ink/ink39.xml"/><Relationship Id="rId180" Type="http://schemas.openxmlformats.org/officeDocument/2006/relationships/customXml" Target="../ink/ink43.xml"/><Relationship Id="rId8" Type="http://schemas.openxmlformats.org/officeDocument/2006/relationships/image" Target="../media/image120.png"/><Relationship Id="rId142" Type="http://schemas.openxmlformats.org/officeDocument/2006/relationships/image" Target="../media/image23.png"/><Relationship Id="rId150" Type="http://schemas.openxmlformats.org/officeDocument/2006/relationships/customXml" Target="../ink/ink26.xml"/><Relationship Id="rId155" Type="http://schemas.openxmlformats.org/officeDocument/2006/relationships/customXml" Target="../ink/ink30.xml"/><Relationship Id="rId163" Type="http://schemas.openxmlformats.org/officeDocument/2006/relationships/image" Target="../media/image27.png"/><Relationship Id="rId171" Type="http://schemas.openxmlformats.org/officeDocument/2006/relationships/image" Target="../media/image31.png"/><Relationship Id="rId176" Type="http://schemas.openxmlformats.org/officeDocument/2006/relationships/customXml" Target="../ink/ink41.xml"/><Relationship Id="rId184" Type="http://schemas.openxmlformats.org/officeDocument/2006/relationships/image" Target="../media/image36.png"/><Relationship Id="rId3" Type="http://schemas.openxmlformats.org/officeDocument/2006/relationships/customXml" Target="../ink/ink1.xml"/><Relationship Id="rId12" Type="http://schemas.openxmlformats.org/officeDocument/2006/relationships/image" Target="../media/image14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137" Type="http://schemas.openxmlformats.org/officeDocument/2006/relationships/customXml" Target="../ink/ink17.xml"/><Relationship Id="rId158" Type="http://schemas.openxmlformats.org/officeDocument/2006/relationships/customXml" Target="../ink/ink33.xml"/><Relationship Id="rId20" Type="http://schemas.openxmlformats.org/officeDocument/2006/relationships/image" Target="../media/image18.png"/><Relationship Id="rId132" Type="http://schemas.openxmlformats.org/officeDocument/2006/relationships/image" Target="../media/image1411.png"/><Relationship Id="rId140" Type="http://schemas.openxmlformats.org/officeDocument/2006/relationships/image" Target="../media/image22.png"/><Relationship Id="rId145" Type="http://schemas.openxmlformats.org/officeDocument/2006/relationships/customXml" Target="../ink/ink21.xml"/><Relationship Id="rId153" Type="http://schemas.openxmlformats.org/officeDocument/2006/relationships/customXml" Target="../ink/ink29.xml"/><Relationship Id="rId161" Type="http://schemas.openxmlformats.org/officeDocument/2006/relationships/image" Target="../media/image26.png"/><Relationship Id="rId166" Type="http://schemas.openxmlformats.org/officeDocument/2006/relationships/customXml" Target="../ink/ink36.xml"/><Relationship Id="rId174" Type="http://schemas.openxmlformats.org/officeDocument/2006/relationships/customXml" Target="../ink/ink40.xml"/><Relationship Id="rId179" Type="http://schemas.openxmlformats.org/officeDocument/2006/relationships/image" Target="../media/image35.png"/><Relationship Id="rId182" Type="http://schemas.openxmlformats.org/officeDocument/2006/relationships/customXml" Target="../ink/ink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jpeg"/><Relationship Id="rId7" Type="http://schemas.openxmlformats.org/officeDocument/2006/relationships/customXml" Target="../ink/ink48.xml"/><Relationship Id="rId12" Type="http://schemas.openxmlformats.org/officeDocument/2006/relationships/customXml" Target="../ink/ink5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39.png"/><Relationship Id="rId5" Type="http://schemas.openxmlformats.org/officeDocument/2006/relationships/customXml" Target="../ink/ink47.xml"/><Relationship Id="rId10" Type="http://schemas.openxmlformats.org/officeDocument/2006/relationships/customXml" Target="../ink/ink50.xml"/><Relationship Id="rId4" Type="http://schemas.openxmlformats.org/officeDocument/2006/relationships/image" Target="../media/image26.png"/><Relationship Id="rId9" Type="http://schemas.openxmlformats.org/officeDocument/2006/relationships/customXml" Target="../ink/ink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customXml" Target="../ink/ink52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45.png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87E9-1A2B-E074-95D6-F62A25193F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297880" cy="2387600"/>
          </a:xfrm>
        </p:spPr>
        <p:txBody>
          <a:bodyPr/>
          <a:lstStyle/>
          <a:p>
            <a:r>
              <a:rPr lang="en-US" dirty="0" err="1"/>
              <a:t>Grafică</a:t>
            </a:r>
            <a:r>
              <a:rPr lang="en-US" dirty="0"/>
              <a:t> </a:t>
            </a:r>
            <a:r>
              <a:rPr lang="en-US" dirty="0" err="1"/>
              <a:t>asistată</a:t>
            </a:r>
            <a:r>
              <a:rPr lang="en-US" dirty="0"/>
              <a:t> de calculator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7E701-8695-5CB0-A905-07547C651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Laborator</a:t>
            </a:r>
            <a:r>
              <a:rPr lang="en-US" dirty="0"/>
              <a:t> – Grigore </a:t>
            </a:r>
            <a:r>
              <a:rPr lang="en-US" dirty="0" err="1"/>
              <a:t>Ionuț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44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53440" y="975360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2</a:t>
            </a:r>
            <a:endParaRPr lang="en-US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524000"/>
            <a:ext cx="91440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Images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Vision</a:t>
            </a:r>
          </a:p>
          <a:p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</a:t>
            </a:r>
            <a:r>
              <a:rPr lang="en-US" sz="6133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Today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1460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1460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6946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67" dirty="0"/>
          </a:p>
        </p:txBody>
      </p:sp>
      <p:sp>
        <p:nvSpPr>
          <p:cNvPr id="7" name="Text 5"/>
          <p:cNvSpPr/>
          <p:nvPr/>
        </p:nvSpPr>
        <p:spPr>
          <a:xfrm>
            <a:off x="1280160" y="12679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Dataset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280160" y="17312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visualise, augment &amp; batch 60K images across 10 classes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487680" y="29748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680" y="29748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35234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67" dirty="0"/>
          </a:p>
        </p:txBody>
      </p:sp>
      <p:sp>
        <p:nvSpPr>
          <p:cNvPr id="12" name="Text 10"/>
          <p:cNvSpPr/>
          <p:nvPr/>
        </p:nvSpPr>
        <p:spPr>
          <a:xfrm>
            <a:off x="1280160" y="30967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1280160" y="35600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32×32 images into 64 patches, encode each with Conv2d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487680" y="48036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680" y="48036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53522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67" dirty="0"/>
          </a:p>
        </p:txBody>
      </p:sp>
      <p:sp>
        <p:nvSpPr>
          <p:cNvPr id="17" name="Text 15"/>
          <p:cNvSpPr/>
          <p:nvPr/>
        </p:nvSpPr>
        <p:spPr>
          <a:xfrm>
            <a:off x="1280160" y="49255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 &amp; Positions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1280160" y="53888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learnable CLS token + learned positional encodings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6400800" y="11460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1460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5184" y="16946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67" dirty="0"/>
          </a:p>
        </p:txBody>
      </p:sp>
      <p:sp>
        <p:nvSpPr>
          <p:cNvPr id="22" name="Text 20"/>
          <p:cNvSpPr/>
          <p:nvPr/>
        </p:nvSpPr>
        <p:spPr>
          <a:xfrm>
            <a:off x="7193280" y="12679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7193280" y="17312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heads × 12 dims capture patch-to-patch relationships</a:t>
            </a:r>
            <a:endParaRPr lang="en-US" sz="1267" dirty="0"/>
          </a:p>
        </p:txBody>
      </p:sp>
      <p:sp>
        <p:nvSpPr>
          <p:cNvPr id="24" name="Shape 22"/>
          <p:cNvSpPr/>
          <p:nvPr/>
        </p:nvSpPr>
        <p:spPr>
          <a:xfrm>
            <a:off x="6400800" y="29748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9748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5184" y="35234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67" dirty="0"/>
          </a:p>
        </p:txBody>
      </p:sp>
      <p:sp>
        <p:nvSpPr>
          <p:cNvPr id="27" name="Text 25"/>
          <p:cNvSpPr/>
          <p:nvPr/>
        </p:nvSpPr>
        <p:spPr>
          <a:xfrm>
            <a:off x="7193280" y="30967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&amp; Classifier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7193280" y="35600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4 encoder blocks; CLS token output → 10-class logits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6400800" y="4803648"/>
            <a:ext cx="5608320" cy="165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803648"/>
            <a:ext cx="670560" cy="1658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5184" y="5352288"/>
            <a:ext cx="633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67" dirty="0"/>
          </a:p>
        </p:txBody>
      </p:sp>
      <p:sp>
        <p:nvSpPr>
          <p:cNvPr id="32" name="Text 30"/>
          <p:cNvSpPr/>
          <p:nvPr/>
        </p:nvSpPr>
        <p:spPr>
          <a:xfrm>
            <a:off x="7193280" y="4925568"/>
            <a:ext cx="46939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Results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7193280" y="5388864"/>
            <a:ext cx="4693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 accuracy</a:t>
            </a:r>
            <a:endParaRPr lang="en-US" sz="12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CIFAR-10</a:t>
            </a:r>
            <a:endParaRPr lang="en-US" sz="5867" dirty="0"/>
          </a:p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58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Downloading &amp; Visualising CIFAR-10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644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53644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33" dirty="0"/>
          </a:p>
        </p:txBody>
      </p:sp>
      <p:sp>
        <p:nvSpPr>
          <p:cNvPr id="7" name="Shape 5"/>
          <p:cNvSpPr/>
          <p:nvPr/>
        </p:nvSpPr>
        <p:spPr>
          <a:xfrm>
            <a:off x="237744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620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242620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33" dirty="0"/>
          </a:p>
        </p:txBody>
      </p:sp>
      <p:sp>
        <p:nvSpPr>
          <p:cNvPr id="10" name="Shape 8"/>
          <p:cNvSpPr/>
          <p:nvPr/>
        </p:nvSpPr>
        <p:spPr>
          <a:xfrm>
            <a:off x="426720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431596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615696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572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620572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(px)</a:t>
            </a:r>
            <a:endParaRPr lang="en-US" sz="1133" dirty="0"/>
          </a:p>
        </p:txBody>
      </p:sp>
      <p:sp>
        <p:nvSpPr>
          <p:cNvPr id="16" name="Shape 14"/>
          <p:cNvSpPr/>
          <p:nvPr/>
        </p:nvSpPr>
        <p:spPr>
          <a:xfrm>
            <a:off x="804672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548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809548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9936480" y="1777635"/>
            <a:ext cx="1706880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85248" y="1850787"/>
            <a:ext cx="160934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9985248" y="2472579"/>
            <a:ext cx="160934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/ class</a:t>
            </a:r>
            <a:endParaRPr lang="en-US" sz="1133" dirty="0"/>
          </a:p>
        </p:txBody>
      </p:sp>
      <p:sp>
        <p:nvSpPr>
          <p:cNvPr id="22" name="Text 20"/>
          <p:cNvSpPr/>
          <p:nvPr/>
        </p:nvSpPr>
        <p:spPr>
          <a:xfrm>
            <a:off x="487680" y="383568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classes (label 0–9):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7680" y="4274598"/>
            <a:ext cx="2097024" cy="4145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600" y="429898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plane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2779776" y="4274598"/>
            <a:ext cx="2097024" cy="414528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1696" y="429898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car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5071872" y="4274598"/>
            <a:ext cx="2097024" cy="4145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429898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bird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7363968" y="4274598"/>
            <a:ext cx="2097024" cy="4145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5888" y="429898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cat</a:t>
            </a:r>
            <a:endParaRPr lang="en-US" sz="1333" dirty="0"/>
          </a:p>
        </p:txBody>
      </p:sp>
      <p:sp>
        <p:nvSpPr>
          <p:cNvPr id="31" name="Shape 29"/>
          <p:cNvSpPr/>
          <p:nvPr/>
        </p:nvSpPr>
        <p:spPr>
          <a:xfrm>
            <a:off x="9656064" y="4274598"/>
            <a:ext cx="2097024" cy="4145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77984" y="4298982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deer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487680" y="4811046"/>
            <a:ext cx="2097024" cy="4145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" y="4835430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dog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2779776" y="4811046"/>
            <a:ext cx="2097024" cy="4145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01696" y="4835430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frog</a:t>
            </a:r>
            <a:endParaRPr lang="en-US" sz="1333" dirty="0"/>
          </a:p>
        </p:txBody>
      </p:sp>
      <p:sp>
        <p:nvSpPr>
          <p:cNvPr id="37" name="Shape 35"/>
          <p:cNvSpPr/>
          <p:nvPr/>
        </p:nvSpPr>
        <p:spPr>
          <a:xfrm>
            <a:off x="5071872" y="4811046"/>
            <a:ext cx="2097024" cy="414528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4835430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horse</a:t>
            </a:r>
            <a:endParaRPr lang="en-US" sz="1333" dirty="0"/>
          </a:p>
        </p:txBody>
      </p:sp>
      <p:sp>
        <p:nvSpPr>
          <p:cNvPr id="39" name="Shape 37"/>
          <p:cNvSpPr/>
          <p:nvPr/>
        </p:nvSpPr>
        <p:spPr>
          <a:xfrm>
            <a:off x="7363968" y="4811046"/>
            <a:ext cx="2097024" cy="41452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85888" y="4835430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ship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9656064" y="4811046"/>
            <a:ext cx="2097024" cy="4145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77984" y="4835430"/>
            <a:ext cx="1853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truck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29FB-906E-B8F8-3D78-EC8E8AAA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5FF740-F037-6A79-13E3-AC3D790277B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139858-4D62-5311-A22D-79F5CCB4448E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— Downloading &amp; Visualising CIFAR-10</a:t>
            </a:r>
            <a:endParaRPr lang="en-US" sz="2933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5AACCF6-DCAF-5B4D-0612-78DE7F420AED}"/>
              </a:ext>
            </a:extLst>
          </p:cNvPr>
          <p:cNvSpPr/>
          <p:nvPr/>
        </p:nvSpPr>
        <p:spPr>
          <a:xfrm>
            <a:off x="487680" y="832624"/>
            <a:ext cx="11216640" cy="3279087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C63CA09-7346-ED98-E19E-27CF079014B8}"/>
              </a:ext>
            </a:extLst>
          </p:cNvPr>
          <p:cNvSpPr/>
          <p:nvPr/>
        </p:nvSpPr>
        <p:spPr>
          <a:xfrm>
            <a:off x="633984" y="954545"/>
            <a:ext cx="10924032" cy="31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torchvision, matplotlib.pyplot as plt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trainset = torchvision.datasets.CIFAR10(root='.', train=True,  download=True)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testset  = torchvision.datasets.CIFAR10(root='.', train=False, download=True)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['plane','car','bird','cat','deer','dog','frog','horse','ship','truck']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Visualise first 18 training images in a 3×6 grid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plt.figure(figsize=(12,6), dpi=100)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range(6):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plt.subplot(3, 6, 6*i+j+1)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plt.imshow(trainset[6*i+j][0])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plt.axis('off')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plt.title(names[trainset[6*i+j][1]], fontsize=12)</a:t>
            </a:r>
          </a:p>
          <a:p>
            <a:r>
              <a:rPr lang="en-US" sz="12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plt.subplots_adjust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hspace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=0.20)</a:t>
            </a:r>
          </a:p>
          <a:p>
            <a:r>
              <a:rPr lang="en-US" sz="12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endParaRPr lang="en-US" sz="1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C0872D6-FF7E-2101-2532-7F92D99CC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183" y="4170945"/>
            <a:ext cx="5041271" cy="264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50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Transforms, Augmentation &amp; DataLoaders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816864"/>
            <a:ext cx="1097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must become PyTorch tensors normalised to [–1, 1]. Training data gets extra augmentations to reduce overfitting: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741" y="1310961"/>
            <a:ext cx="5608320" cy="487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9045" y="1335345"/>
            <a:ext cx="5315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Transform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102741" y="1847409"/>
            <a:ext cx="5608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29" y="1871793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ToTensor()  →  float tensor, range [0, 1]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102741" y="2457009"/>
            <a:ext cx="5608320" cy="512064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29" y="2481393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Normalize((0.5, 0.5, 0.5), (0.5, 0.5, 0.5))  →  [–1, 1]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102741" y="3066609"/>
            <a:ext cx="5608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29" y="3090993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RandomHorizontalFlip(p=0.5)  →  random mirror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102741" y="3676209"/>
            <a:ext cx="5608320" cy="512064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29" y="3700593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RandomResizedCrop(32, scale=0.8 – 1.0) 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6175729" y="1316736"/>
            <a:ext cx="5608320" cy="487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2033" y="1341120"/>
            <a:ext cx="53157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Transform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6175729" y="1853184"/>
            <a:ext cx="5608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6417" y="1877568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ToTensor()  →  float tensor, range [0, 1]</a:t>
            </a:r>
            <a:endParaRPr lang="en-US" sz="1267" dirty="0"/>
          </a:p>
        </p:txBody>
      </p:sp>
      <p:sp>
        <p:nvSpPr>
          <p:cNvPr id="19" name="Shape 17"/>
          <p:cNvSpPr/>
          <p:nvPr/>
        </p:nvSpPr>
        <p:spPr>
          <a:xfrm>
            <a:off x="6175729" y="2462784"/>
            <a:ext cx="5608320" cy="512064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6417" y="2487168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Normalize((0.5, 0.5, 0.5), (0.5, 0.5, 0.5))  →  [–1, 1]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6175729" y="3072384"/>
            <a:ext cx="56083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6417" y="3096768"/>
            <a:ext cx="524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▸  No augmentation — test set must stay fixed</a:t>
            </a:r>
            <a:endParaRPr lang="en-US" sz="1267" b="1" dirty="0"/>
          </a:p>
        </p:txBody>
      </p:sp>
      <p:sp>
        <p:nvSpPr>
          <p:cNvPr id="23" name="Shape 21"/>
          <p:cNvSpPr/>
          <p:nvPr/>
        </p:nvSpPr>
        <p:spPr>
          <a:xfrm>
            <a:off x="102741" y="4328160"/>
            <a:ext cx="12010490" cy="2365248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647" y="4450080"/>
            <a:ext cx="1092403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torchvision.transforms as transforms, torch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Training: with augmentation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trainset.transform = transforms.Compose([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transforms.ToTensor(),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transforms.Resize((32,32), antialias=True),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transforms.RandomHorizontalFlip(p=0.5),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transforms.RandomResizedCrop((32,32), scale=(0.8,1.0), antialias=True),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transforms.Normalize((0.5,0.5,0.5),(0.5,0.5,0.5))])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trainloader = torch.utils.data.DataLoader(trainset, batch_size=32, shuffle=True)</a:t>
            </a:r>
            <a:endParaRPr lang="en-US" sz="1050" dirty="0"/>
          </a:p>
          <a:p>
            <a:endParaRPr lang="en-US" sz="10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259D2-6DF9-D0D3-F35A-FF4858869BB3}"/>
              </a:ext>
            </a:extLst>
          </p:cNvPr>
          <p:cNvSpPr txBox="1"/>
          <p:nvPr/>
        </p:nvSpPr>
        <p:spPr>
          <a:xfrm>
            <a:off x="6175729" y="4768304"/>
            <a:ext cx="60162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Test: no augmentation</a:t>
            </a:r>
            <a:endParaRPr lang="en-US" sz="1050" dirty="0"/>
          </a:p>
          <a:p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testset.transform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transforms.Compose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transforms.ToTensor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transforms.Resize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((32,32),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antialias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=True),</a:t>
            </a:r>
            <a:endParaRPr lang="en-US" sz="1050" dirty="0"/>
          </a:p>
          <a:p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transforms.Normalize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((0.5,0.5,0.5),(0.5,0.5,0.5))])</a:t>
            </a:r>
            <a:endParaRPr lang="en-US" sz="1050" dirty="0"/>
          </a:p>
          <a:p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testloader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torch.utils.data.DataLoader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testset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batch_size</a:t>
            </a: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=32, shuffle=False)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3440" y="158496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853440" y="2133600"/>
            <a:ext cx="10363200" cy="268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Vision</a:t>
            </a:r>
            <a:endParaRPr lang="en-US" sz="4800" dirty="0"/>
          </a:p>
          <a:p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(ViT)</a:t>
            </a:r>
            <a:endParaRPr lang="en-US" sz="4800" dirty="0"/>
          </a:p>
          <a:p>
            <a:r>
              <a:rPr lang="en-US" sz="4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A8E9F-D193-5EDE-E081-47AB50D83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862036"/>
            <a:ext cx="5925857" cy="569159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EABB1EF-4E4F-6A22-910C-BD245C950092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Dividing Images into Patches (PatchEmbeddings)</a:t>
            </a:r>
            <a:endParaRPr lang="en-US" sz="29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19225-68A1-A8AC-6A5C-A9430AE60283}"/>
              </a:ext>
            </a:extLst>
          </p:cNvPr>
          <p:cNvSpPr txBox="1"/>
          <p:nvPr/>
        </p:nvSpPr>
        <p:spPr>
          <a:xfrm>
            <a:off x="9349242" y="3292336"/>
            <a:ext cx="2614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NOTE: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1 token = 1 patch</a:t>
            </a:r>
            <a:endParaRPr lang="ro-RO" sz="2400" b="1"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1CF02-EC62-C5C4-92ED-5EA3B23E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83" y="940549"/>
            <a:ext cx="2378133" cy="485843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2251B407-F0EA-CF36-92F8-EB2561CE3C15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25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Dividing Images into Patches (PatchEmbeddings)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10485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needs a sequence. We create one by slicing the image into 64 small patches: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720" y="1536192"/>
            <a:ext cx="2560320" cy="1560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4256" y="1572768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4256" y="2292096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32 × 32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(RGB, H, 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87040" y="20970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91840" y="1536192"/>
            <a:ext cx="2560320" cy="156057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9376" y="1572768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kernel=4, stride=4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29209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once per patch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overlap)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0970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56960" y="1536192"/>
            <a:ext cx="2560320" cy="1560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572768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4496" y="2292096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× 8 × 8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(channels, grid)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17280" y="20970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022080" y="1536192"/>
            <a:ext cx="2560320" cy="15605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19616" y="1572768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19616" y="2292096"/>
            <a:ext cx="2365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64 × 48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tokens each 48-dim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6720" y="3154851"/>
            <a:ext cx="11216640" cy="2657856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832" y="3243072"/>
            <a:ext cx="10924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PatchEmbeddings(nn.Module):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config):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self.projection = nn.Conv2d(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config.num_channels,              # in:  3  (RGB channels)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config.hidden_size,               # out: 48 (output channels = token size)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kernel_size=config.patch_size,    # 4×4 kernel — one kernel per patch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stride=config.patch_size)         # stride=4 — no overlap between patches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self.projection(x)                # (B, 3, 32, 32)  →  (B, 48, 8, 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x.flatten(2).transpose(1, 2)      # (B, 48, 8, 8)   →  (B, 64,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                              # 64 patch tokens, each 48-dim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426720" y="5870790"/>
            <a:ext cx="11216640" cy="853440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984" y="5974080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33" dirty="0"/>
          </a:p>
        </p:txBody>
      </p:sp>
      <p:sp>
        <p:nvSpPr>
          <p:cNvPr id="24" name="Text 22"/>
          <p:cNvSpPr/>
          <p:nvPr/>
        </p:nvSpPr>
        <p:spPr>
          <a:xfrm>
            <a:off x="633984" y="6315455"/>
            <a:ext cx="10924032" cy="466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patchembed(img).shape  →  torch.Size([1,       64,                   48])</a:t>
            </a:r>
            <a:endParaRPr lang="en-US" sz="1200" dirty="0"/>
          </a:p>
          <a:p>
            <a:r>
              <a:rPr lang="en-US" sz="12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↑ batch   ↑ number of patches   ↑ token dimension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AA15-ACAA-9E6A-F7E7-263715F2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3298D5-B0F2-D9C4-1C08-C425457C48B6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0AEA73-5534-6BAC-BFB0-25BDE7221291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Dividing Images into Patches (PatchEmbeddings)</a:t>
            </a:r>
            <a:endParaRPr lang="en-US" sz="2933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980585-1421-5B50-4B75-98ACF2A80229}"/>
              </a:ext>
            </a:extLst>
          </p:cNvPr>
          <p:cNvSpPr txBox="1"/>
          <p:nvPr/>
        </p:nvSpPr>
        <p:spPr>
          <a:xfrm>
            <a:off x="6510669" y="1011936"/>
            <a:ext cx="5482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>
                <a:hlinkClick r:id="rId3"/>
              </a:rPr>
              <a:t>https://kowshik24.github.io/convolution-visualizer/</a:t>
            </a:r>
            <a:endParaRPr lang="en-US" dirty="0"/>
          </a:p>
          <a:p>
            <a:endParaRPr lang="ro-RO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CBB80C5-114E-3F41-8B92-EDFB0D9A2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10" y="806846"/>
            <a:ext cx="6102848" cy="592739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9282A2D-97D4-9FBA-A613-128800F0C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669" y="1378387"/>
            <a:ext cx="5482856" cy="55975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C1F317-348E-12B0-17AF-B2375A1D91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209585" y="6695230"/>
            <a:ext cx="7158778" cy="7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31E87-1293-C448-E309-93D3396E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30B9F8-58E6-5F11-AADA-B1B3D42F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862036"/>
            <a:ext cx="5925857" cy="569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B1D058-9A93-61AD-875F-9219E46CBA8A}"/>
              </a:ext>
            </a:extLst>
          </p:cNvPr>
          <p:cNvSpPr txBox="1"/>
          <p:nvPr/>
        </p:nvSpPr>
        <p:spPr>
          <a:xfrm>
            <a:off x="3102555" y="5580465"/>
            <a:ext cx="2614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NOTE: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1 token = 1 patch</a:t>
            </a:r>
            <a:endParaRPr lang="ro-RO" sz="2400" b="1" dirty="0">
              <a:highlight>
                <a:srgbClr val="FFFF00"/>
              </a:highlight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41626BD-EDB1-883A-7991-BD03BD8541F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0EFB4C6-4A99-4780-F2BA-0DAF2DA4540E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CLS Token &amp; Positional Encoding (Embeddings)</a:t>
            </a:r>
            <a:endParaRPr lang="en-US" sz="2933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C97CA5-AD4B-A00A-451F-2FAF8136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875" y="1081512"/>
            <a:ext cx="1117391" cy="49144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54BABB-C942-A8F3-5637-D53A0ABA7E54}"/>
              </a:ext>
            </a:extLst>
          </p:cNvPr>
          <p:cNvSpPr txBox="1"/>
          <p:nvPr/>
        </p:nvSpPr>
        <p:spPr>
          <a:xfrm>
            <a:off x="9256253" y="6103685"/>
            <a:ext cx="183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</a:t>
            </a:r>
            <a:endParaRPr lang="ro-RO" sz="1400" dirty="0"/>
          </a:p>
        </p:txBody>
      </p:sp>
      <p:sp>
        <p:nvSpPr>
          <p:cNvPr id="14" name="Plus Sign 13">
            <a:extLst>
              <a:ext uri="{FF2B5EF4-FFF2-40B4-BE49-F238E27FC236}">
                <a16:creationId xmlns:a16="http://schemas.microsoft.com/office/drawing/2014/main" id="{355D6BB3-B16D-FF08-268D-F2A841A15297}"/>
              </a:ext>
            </a:extLst>
          </p:cNvPr>
          <p:cNvSpPr/>
          <p:nvPr/>
        </p:nvSpPr>
        <p:spPr>
          <a:xfrm>
            <a:off x="8803865" y="3289907"/>
            <a:ext cx="452388" cy="41388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BD2FE6-2065-6A38-320E-505CFDDB9602}"/>
              </a:ext>
            </a:extLst>
          </p:cNvPr>
          <p:cNvSpPr/>
          <p:nvPr/>
        </p:nvSpPr>
        <p:spPr>
          <a:xfrm>
            <a:off x="6644640" y="1011936"/>
            <a:ext cx="2032000" cy="41046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F196B5-B53D-1245-77C8-EAF8237D9D92}"/>
              </a:ext>
            </a:extLst>
          </p:cNvPr>
          <p:cNvSpPr/>
          <p:nvPr/>
        </p:nvSpPr>
        <p:spPr>
          <a:xfrm rot="5400000">
            <a:off x="7496275" y="2906560"/>
            <a:ext cx="5091749" cy="130250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4237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CLS Token &amp; Positional Encoding (Embeddings)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890016"/>
            <a:ext cx="5547360" cy="198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890016"/>
            <a:ext cx="73152" cy="1981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1193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CLS Token  (Classification Token)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58368" y="1426464"/>
            <a:ext cx="53035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learnable 48-dim vector prepended to the 64 patch tokens.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image content — its role is to collect information from all 64 patches through attention. After the encoder, only the CLS output (position 0) feeds the classifier.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64 + 1 = 65 tokens in the sequence.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6217920" y="890016"/>
            <a:ext cx="5486400" cy="198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890016"/>
            <a:ext cx="65405" cy="1981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8608" y="1011936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Positional Encoding  (Learned — not sine/cosine)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388608" y="1426464"/>
            <a:ext cx="52425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Lab 1's fixed sinusoidal encoding, here positions are nn.Parameter tensors — shape (1, 65, 48) — </a:t>
            </a:r>
            <a:r>
              <a:rPr lang="en-US" sz="1267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data</a:t>
            </a:r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element-wise to the token embeddings. The model discovers during training which position patterns best represent spatial layout.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Lab 1 = fixed formula; Lab 2 = trained weights.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87680" y="2968752"/>
            <a:ext cx="11216640" cy="3235058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984" y="3090672"/>
            <a:ext cx="109240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Embeddings(nn.Module):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config):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self.patch_embeddings = PatchEmbeddings(config)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self.cls_token = nn.Parameter(                               # learnable CLS vector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torch.randn(1, 1, config.hidden_size))                   # shape (1, 1,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num_patches = (config.image_size // config.patch_size) ** 2  # = 64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self.position_embeddings = nn.Parameter(                     # learned positions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torch.randn(1, num_patches + 1, config.hidden_size))     # shape (1, 65, 48)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  = self.patch_embeddings(x)                # (B, 64,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cls = self.cls_token.expand(x.size(0),-1,-1)  # (B, 1, 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  = torch.cat([cls, x], dim=1)              # (B, 65, 48)  ← CLS first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  = x + self.position_embeddings            # add position info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487680" y="6301346"/>
            <a:ext cx="11216640" cy="484466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6398881"/>
            <a:ext cx="10972800" cy="158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33" dirty="0"/>
          </a:p>
        </p:txBody>
      </p:sp>
      <p:sp>
        <p:nvSpPr>
          <p:cNvPr id="16" name="Text 14"/>
          <p:cNvSpPr/>
          <p:nvPr/>
        </p:nvSpPr>
        <p:spPr>
          <a:xfrm>
            <a:off x="1442506" y="6398881"/>
            <a:ext cx="6469460" cy="316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embed(img).shape                 →  torch.Size([1, 65, 48])  ← 1 CLS + 64 patches</a:t>
            </a:r>
            <a:endParaRPr lang="en-US" sz="1133" dirty="0"/>
          </a:p>
          <a:p>
            <a:r>
              <a:rPr lang="en-US" sz="1133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embed.position_embeddings.shape</a:t>
            </a:r>
            <a:r>
              <a:rPr lang="en-US" sz="1133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torch.Size([1, 65, 48])  ← learned positions</a:t>
            </a:r>
            <a:endParaRPr lang="en-US" sz="1133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59BC0-8B3D-2DB9-6094-4CDD5F0A2D77}"/>
              </a:ext>
            </a:extLst>
          </p:cNvPr>
          <p:cNvSpPr txBox="1"/>
          <p:nvPr/>
        </p:nvSpPr>
        <p:spPr>
          <a:xfrm>
            <a:off x="9130504" y="4279975"/>
            <a:ext cx="2427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Look into the diagram from previous slide and try to associate </a:t>
            </a:r>
            <a:r>
              <a:rPr lang="en-US" b="1" dirty="0">
                <a:solidFill>
                  <a:schemeClr val="bg1"/>
                </a:solidFill>
                <a:sym typeface="Wingdings" panose="05000000000000000000" pitchFamily="2" charset="2"/>
              </a:rPr>
              <a:t> </a:t>
            </a:r>
            <a:endParaRPr lang="ro-RO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Multi-Head Self-Attention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487680" y="807881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65 tokens attends to every other token. 48 dims split into 4 heads × 12 dims: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173641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  (B × 65 × 48)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487680" y="1588169"/>
            <a:ext cx="2560320" cy="7071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12553"/>
            <a:ext cx="243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1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V: (65×12)  →  (65×12)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2800" y="1588169"/>
            <a:ext cx="2560320" cy="707136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3760" y="1612553"/>
            <a:ext cx="243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2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V: (65×12)  →  (65×12)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88169"/>
            <a:ext cx="2560320" cy="70713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8880" y="1612553"/>
            <a:ext cx="243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3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V: (65×12)  →  (65×12)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83040" y="1588169"/>
            <a:ext cx="2560320" cy="70713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612553"/>
            <a:ext cx="243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4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V: (65×12)  →  (65×12)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680" y="2465993"/>
            <a:ext cx="11216640" cy="56083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2502569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 (65 × 48)  →  Linear projection  →  output  (65 × 48)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87680" y="3120551"/>
            <a:ext cx="11216640" cy="3684872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984" y="3242472"/>
            <a:ext cx="109240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AttentionHead(nn.Module):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hidden_size, attention_head_size):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self.attention_head_size = attention_head_size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self.query = nn.Linear(hidden_size, attention_head_size)  # 48 → 12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self.key   = nn.Linear(hidden_size, attention_head_size)  # 48 → 12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nn.Linear(hidden_size, attention_head_size)  # 48 → 12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Q, K, V = self.query(x), self.key(x), self.value(x)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 = torch.matmul(Q, K.transpose(-1,-2))              # (65×65) similarity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 = scores / math.sqrt(self.attention_head_size)     # scale by √12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probs  = nn.functional.softmax(scores, dim=-1)            # (65×65) probabilities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 = torch.matmul(probs, V)                           # (65×12) attended values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output, probs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MultiHeadAttention(nn.Module):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creates 4 AttentionHead objects, runs each, concatenates outputs → (65×48)</a:t>
            </a:r>
            <a:endParaRPr lang="en-US" sz="1267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EEF4B6-16B8-5ED2-CF68-3030FDA8BCEB}"/>
              </a:ext>
            </a:extLst>
          </p:cNvPr>
          <p:cNvSpPr txBox="1"/>
          <p:nvPr/>
        </p:nvSpPr>
        <p:spPr>
          <a:xfrm>
            <a:off x="7458127" y="5154994"/>
            <a:ext cx="406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1B150E-A3EA-4A90-275C-48090D10A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678" y="5269831"/>
            <a:ext cx="2535043" cy="5329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DBCEA25-81E9-5546-4CFA-306C4EA6C2E8}"/>
              </a:ext>
            </a:extLst>
          </p:cNvPr>
          <p:cNvSpPr txBox="1"/>
          <p:nvPr/>
        </p:nvSpPr>
        <p:spPr>
          <a:xfrm>
            <a:off x="9464210" y="4876115"/>
            <a:ext cx="1797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Try to see this:</a:t>
            </a:r>
            <a:endParaRPr lang="ro-RO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A682-019C-AACE-F2C6-A4842A0C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FCB341-712B-4FC0-C367-2003982D915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A8F8C62-7258-3281-D1DD-60FD4418C574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3140778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CDC4E-3B24-F045-A600-6B4AAF1F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193B9C-D535-DF61-244C-796EFBF59F2A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1C401E-55EC-0A1A-4B50-1353FB69E5F2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Multi-Head Self-Attention</a:t>
            </a:r>
            <a:endParaRPr lang="en-US" sz="2933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DDA79D43-153D-9643-9D5E-3784CF6BCBE1}"/>
              </a:ext>
            </a:extLst>
          </p:cNvPr>
          <p:cNvSpPr/>
          <p:nvPr/>
        </p:nvSpPr>
        <p:spPr>
          <a:xfrm>
            <a:off x="1607836" y="5023529"/>
            <a:ext cx="5236712" cy="435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÷ 4 heads = 12 dimensions per head</a:t>
            </a:r>
            <a:endParaRPr lang="en-US" sz="1333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F61EF8-E985-26AF-26E9-0F886B6F3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002" y="3999732"/>
            <a:ext cx="2377312" cy="24833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FC794D-45D1-845C-50BD-2E17DE936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475" y="1121333"/>
            <a:ext cx="7439049" cy="237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71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1666-7DD0-BA06-D064-E5AFB53A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8D2E4D-4A18-7DB5-103B-38A55C503379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8701CC-FA75-6A63-F3CB-652CCBB14489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Encoder Block</a:t>
            </a:r>
            <a:endParaRPr lang="en-US" sz="2933" dirty="0"/>
          </a:p>
        </p:txBody>
      </p:sp>
      <p:pic>
        <p:nvPicPr>
          <p:cNvPr id="1026" name="Picture 2" descr="CJ&quot; Meme Templates - Imgflip">
            <a:extLst>
              <a:ext uri="{FF2B5EF4-FFF2-40B4-BE49-F238E27FC236}">
                <a16:creationId xmlns:a16="http://schemas.microsoft.com/office/drawing/2014/main" id="{484FD624-A8DA-C326-D583-6568A2775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7" y="1749323"/>
            <a:ext cx="4467225" cy="335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998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Encoder Block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141784" y="890016"/>
            <a:ext cx="4267200" cy="7071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2744" y="914400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x  (B × 65 × 48)</a:t>
            </a:r>
            <a:endParaRPr lang="en-US" sz="1267" dirty="0"/>
          </a:p>
        </p:txBody>
      </p:sp>
      <p:sp>
        <p:nvSpPr>
          <p:cNvPr id="6" name="Shape 4"/>
          <p:cNvSpPr/>
          <p:nvPr/>
        </p:nvSpPr>
        <p:spPr>
          <a:xfrm>
            <a:off x="141784" y="1731264"/>
            <a:ext cx="4267200" cy="7071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2744" y="1755648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 →  MultiHeadAttention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141784" y="2572512"/>
            <a:ext cx="4267200" cy="7071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744" y="2596896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Residual  ( x = x + attn )</a:t>
            </a:r>
            <a:endParaRPr lang="en-US" sz="1267" dirty="0"/>
          </a:p>
        </p:txBody>
      </p:sp>
      <p:sp>
        <p:nvSpPr>
          <p:cNvPr id="10" name="Shape 8"/>
          <p:cNvSpPr/>
          <p:nvPr/>
        </p:nvSpPr>
        <p:spPr>
          <a:xfrm>
            <a:off x="141784" y="3413760"/>
            <a:ext cx="4267200" cy="7071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744" y="3438144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 →  MLP  (48 → 192 → 48)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141784" y="4255008"/>
            <a:ext cx="4267200" cy="70713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744" y="4279392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Residual  ( x = x + mlp )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141784" y="5096256"/>
            <a:ext cx="4267200" cy="70713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744" y="5120640"/>
            <a:ext cx="414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(B × 65 × 48)</a:t>
            </a:r>
            <a:endParaRPr lang="en-US" sz="1267" dirty="0"/>
          </a:p>
        </p:txBody>
      </p:sp>
      <p:sp>
        <p:nvSpPr>
          <p:cNvPr id="16" name="Text 14"/>
          <p:cNvSpPr/>
          <p:nvPr/>
        </p:nvSpPr>
        <p:spPr>
          <a:xfrm>
            <a:off x="141784" y="5906854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4  encoder blocks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652824" y="890016"/>
            <a:ext cx="7409996" cy="4639056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8168" y="1011936"/>
            <a:ext cx="7409996" cy="414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MLP(nn.Module):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config):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self.dense_1   = nn.Linear(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config.hidden_size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27" dirty="0"/>
              <a:t> 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config.intermediate_size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# 48 → 192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self.activation = GELU()            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self.dense_2   = nn.Linear(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config.intermediate_size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27" dirty="0"/>
              <a:t> 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config.hidden_size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		    # 192 → 48</a:t>
            </a:r>
            <a:endParaRPr lang="en-US" sz="1227" dirty="0"/>
          </a:p>
          <a:p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Block(nn.Module):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attn_out, attn_probs = 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self.attention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(self.layernorm_1(x))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+ 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attn_out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# residual connection 1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mlp_out = self.mlp(self.layernorm_2(x))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+ </a:t>
            </a:r>
            <a:r>
              <a:rPr lang="en-US" sz="122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mlp_out</a:t>
            </a:r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# residual connection 2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x, attn_probs</a:t>
            </a:r>
            <a:endParaRPr lang="en-US" sz="1227" dirty="0"/>
          </a:p>
          <a:p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Encoder(nn.Module):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x):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block in self.blocks:                   # 4 blocks in sequence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x, attn = block(x)</a:t>
            </a:r>
            <a:endParaRPr lang="en-US" sz="1227" dirty="0"/>
          </a:p>
          <a:p>
            <a:r>
              <a:rPr lang="en-US" sz="122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x, all_attentions</a:t>
            </a:r>
            <a:endParaRPr lang="en-US" sz="1227" dirty="0"/>
          </a:p>
        </p:txBody>
      </p:sp>
      <p:sp>
        <p:nvSpPr>
          <p:cNvPr id="19" name="Shape 17"/>
          <p:cNvSpPr/>
          <p:nvPr/>
        </p:nvSpPr>
        <p:spPr>
          <a:xfrm>
            <a:off x="80073" y="6302924"/>
            <a:ext cx="4390621" cy="384219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93" y="6393335"/>
            <a:ext cx="4370301" cy="203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GELU (Gaussian Error Linear Unit): a fancier version of </a:t>
            </a:r>
            <a:r>
              <a:rPr lang="en-US" sz="1267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4738168" y="5684831"/>
            <a:ext cx="6705600" cy="1072896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4472" y="5684831"/>
            <a:ext cx="6412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vs Lab 2 — Architecture Difference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4884472" y="6053158"/>
            <a:ext cx="6412992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used Encoder + Decoder (translation: German→English).</a:t>
            </a:r>
            <a:endParaRPr lang="en-US" sz="1267" dirty="0"/>
          </a:p>
          <a:p>
            <a:r>
              <a:rPr lang="en-US" sz="1267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uses Encoder-Only — we only need to understand the image, not generate tokens.</a:t>
            </a:r>
            <a:endParaRPr lang="en-US" sz="126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— Assembling the Full ViT Classifier</a:t>
            </a:r>
            <a:endParaRPr lang="en-US" sz="2933" dirty="0"/>
          </a:p>
        </p:txBody>
      </p:sp>
      <p:sp>
        <p:nvSpPr>
          <p:cNvPr id="4" name="Text 2"/>
          <p:cNvSpPr/>
          <p:nvPr/>
        </p:nvSpPr>
        <p:spPr>
          <a:xfrm>
            <a:off x="609600" y="10485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connect: image → patches → CLS+positions → encoder → CLS out → classify: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720" y="1560576"/>
            <a:ext cx="2097024" cy="182880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7680" y="1584960"/>
            <a:ext cx="1975104" cy="178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(B,3,32,32)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23744" y="22677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2743200" y="1560576"/>
            <a:ext cx="2097024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4160" y="1584960"/>
            <a:ext cx="1975104" cy="178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Patches+CLS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+Positions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(B,65,48)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0224" y="22677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11" name="Shape 9"/>
          <p:cNvSpPr/>
          <p:nvPr/>
        </p:nvSpPr>
        <p:spPr>
          <a:xfrm>
            <a:off x="5059680" y="1560576"/>
            <a:ext cx="2097024" cy="18288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584960"/>
            <a:ext cx="1975104" cy="178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Block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(B,65,48)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6704" y="22677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14" name="Shape 12"/>
          <p:cNvSpPr/>
          <p:nvPr/>
        </p:nvSpPr>
        <p:spPr>
          <a:xfrm>
            <a:off x="7376160" y="1560576"/>
            <a:ext cx="2097024" cy="18288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37120" y="1584960"/>
            <a:ext cx="1975104" cy="178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[:, 0, :]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48)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73184" y="2267712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9692640" y="1560576"/>
            <a:ext cx="2097024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53600" y="1584960"/>
            <a:ext cx="1975104" cy="178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10)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7680" y="3608832"/>
            <a:ext cx="11216640" cy="2706624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984" y="3730752"/>
            <a:ext cx="10924032" cy="2462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ViTForClassfication(nn.Module):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config):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self.embedding  = Embeddings(config)                      # patches + CLS + positions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self.encoder    = Encoder(config)                         # 4 stacked encoder blocks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self.classifier = nn.Linear(config.hidden_size,           # 48 → 10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config.num_classes)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x, output_attentions=False):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self.embedding(x)                                     # (B, 65,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attention_maps = self.encoder(x, output_attentions)    # (B, 65, 48)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logits = self.classifier(x[:, 0, :])                      # CLS only → (B, 10)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logits, attention_maps                             # logits + attention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ViTForClassfication(config).to(device)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487680" y="6437376"/>
            <a:ext cx="11216640" cy="365760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984" y="6559296"/>
            <a:ext cx="109728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x[:, 0, :] — extracts position 0 (the CLS token) from each image's 65-token sequence. </a:t>
            </a:r>
          </a:p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Only this single vector is passed to the classifier. The 64 patch token outputs are discarded.</a:t>
            </a:r>
            <a:endParaRPr lang="en-US" sz="12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7F7C-CD17-908D-802D-86A3609D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8F21FA-476B-477F-C2A7-37AD77A8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31" y="752298"/>
            <a:ext cx="5925857" cy="5691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2FE92F-46EF-3DCB-FB4B-16154800ED9E}"/>
              </a:ext>
            </a:extLst>
          </p:cNvPr>
          <p:cNvSpPr txBox="1"/>
          <p:nvPr/>
        </p:nvSpPr>
        <p:spPr>
          <a:xfrm>
            <a:off x="688128" y="5470727"/>
            <a:ext cx="2614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NOTE: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1 token = 1 patch</a:t>
            </a:r>
            <a:endParaRPr lang="ro-RO" sz="2400" b="1" dirty="0">
              <a:highlight>
                <a:srgbClr val="FFFF00"/>
              </a:highlight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2C29E12-4CDE-D8B6-25B7-7D3A889167DC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31BD36-4FB0-191D-486B-F1513BB39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448" y="971774"/>
            <a:ext cx="1117391" cy="49144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1D2AE3-ABB7-616C-8338-C16834EC15AB}"/>
              </a:ext>
            </a:extLst>
          </p:cNvPr>
          <p:cNvSpPr txBox="1"/>
          <p:nvPr/>
        </p:nvSpPr>
        <p:spPr>
          <a:xfrm>
            <a:off x="6841826" y="5993947"/>
            <a:ext cx="1838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</a:t>
            </a:r>
            <a:endParaRPr lang="ro-RO" sz="1400" dirty="0"/>
          </a:p>
        </p:txBody>
      </p:sp>
      <p:sp>
        <p:nvSpPr>
          <p:cNvPr id="14" name="Plus Sign 13">
            <a:extLst>
              <a:ext uri="{FF2B5EF4-FFF2-40B4-BE49-F238E27FC236}">
                <a16:creationId xmlns:a16="http://schemas.microsoft.com/office/drawing/2014/main" id="{C8E7F0D9-6793-8461-702E-925E77A04406}"/>
              </a:ext>
            </a:extLst>
          </p:cNvPr>
          <p:cNvSpPr/>
          <p:nvPr/>
        </p:nvSpPr>
        <p:spPr>
          <a:xfrm>
            <a:off x="6389438" y="3180169"/>
            <a:ext cx="452388" cy="41388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BD5A9-FD7C-D27B-9FC3-8657673CF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971" y="971774"/>
            <a:ext cx="1117391" cy="4914451"/>
          </a:xfrm>
          <a:prstGeom prst="rect">
            <a:avLst/>
          </a:prstGeom>
        </p:spPr>
      </p:pic>
      <p:sp>
        <p:nvSpPr>
          <p:cNvPr id="6" name="Equals 5">
            <a:extLst>
              <a:ext uri="{FF2B5EF4-FFF2-40B4-BE49-F238E27FC236}">
                <a16:creationId xmlns:a16="http://schemas.microsoft.com/office/drawing/2014/main" id="{AE3664F3-9BC4-A9AB-2C9D-F1AA07E7C5A9}"/>
              </a:ext>
            </a:extLst>
          </p:cNvPr>
          <p:cNvSpPr/>
          <p:nvPr/>
        </p:nvSpPr>
        <p:spPr>
          <a:xfrm>
            <a:off x="8447711" y="3180169"/>
            <a:ext cx="452388" cy="413886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0F247F-8E09-9260-433E-C28906AF8238}"/>
              </a:ext>
            </a:extLst>
          </p:cNvPr>
          <p:cNvSpPr/>
          <p:nvPr/>
        </p:nvSpPr>
        <p:spPr>
          <a:xfrm>
            <a:off x="4280918" y="939800"/>
            <a:ext cx="5998443" cy="373006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F75032-F5A7-2187-57CA-33EF028DD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4" y="322155"/>
            <a:ext cx="1715819" cy="8602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B575C6-7BA5-0102-0BFE-1E7780D68476}"/>
              </a:ext>
            </a:extLst>
          </p:cNvPr>
          <p:cNvSpPr txBox="1"/>
          <p:nvPr/>
        </p:nvSpPr>
        <p:spPr>
          <a:xfrm>
            <a:off x="1825292" y="527679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 this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81562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A1D8-BF2F-B4BE-24B7-AEEF77AA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E2DBF5-053E-F666-E243-9C8FB7F9F800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951906-47A1-0D9A-E558-6C7596094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9870"/>
            <a:ext cx="6906589" cy="5239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2A652E-36C9-6BB3-EBDD-DF4BBF7DDC40}"/>
              </a:ext>
            </a:extLst>
          </p:cNvPr>
          <p:cNvSpPr txBox="1"/>
          <p:nvPr/>
        </p:nvSpPr>
        <p:spPr>
          <a:xfrm>
            <a:off x="6906589" y="457178"/>
            <a:ext cx="2677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vector with 48 elements</a:t>
            </a:r>
            <a:endParaRPr lang="ro-RO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7FD8A8-D53E-D4FB-1AB5-87B72F416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307046" y="1042719"/>
            <a:ext cx="2198500" cy="3547339"/>
          </a:xfrm>
          <a:prstGeom prst="rect">
            <a:avLst/>
          </a:prstGeom>
        </p:spPr>
      </p:pic>
      <p:sp>
        <p:nvSpPr>
          <p:cNvPr id="17" name="Left Brace 16">
            <a:extLst>
              <a:ext uri="{FF2B5EF4-FFF2-40B4-BE49-F238E27FC236}">
                <a16:creationId xmlns:a16="http://schemas.microsoft.com/office/drawing/2014/main" id="{5CD94967-8743-C9A6-675E-C638176FFBF6}"/>
              </a:ext>
            </a:extLst>
          </p:cNvPr>
          <p:cNvSpPr/>
          <p:nvPr/>
        </p:nvSpPr>
        <p:spPr>
          <a:xfrm rot="5400000">
            <a:off x="3239622" y="147643"/>
            <a:ext cx="180811" cy="313929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5E3B3B9-E947-E388-AAF8-A29F377A4A80}"/>
              </a:ext>
            </a:extLst>
          </p:cNvPr>
          <p:cNvSpPr/>
          <p:nvPr/>
        </p:nvSpPr>
        <p:spPr>
          <a:xfrm rot="16200000">
            <a:off x="3266436" y="2327524"/>
            <a:ext cx="127181" cy="313929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A398C3-C4F6-9181-E0EA-4C103A483210}"/>
              </a:ext>
            </a:extLst>
          </p:cNvPr>
          <p:cNvSpPr txBox="1"/>
          <p:nvPr/>
        </p:nvSpPr>
        <p:spPr>
          <a:xfrm>
            <a:off x="3112009" y="1302681"/>
            <a:ext cx="43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48</a:t>
            </a:r>
            <a:endParaRPr lang="ro-RO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F291D6-3E98-A71F-D3AD-8F3D0EA534D5}"/>
              </a:ext>
            </a:extLst>
          </p:cNvPr>
          <p:cNvSpPr txBox="1"/>
          <p:nvPr/>
        </p:nvSpPr>
        <p:spPr>
          <a:xfrm>
            <a:off x="3112009" y="3960764"/>
            <a:ext cx="71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ro-RO" dirty="0"/>
          </a:p>
        </p:txBody>
      </p:sp>
      <p:pic>
        <p:nvPicPr>
          <p:cNvPr id="2052" name="Picture 4" descr="thonken also animu meme react UwU">
            <a:extLst>
              <a:ext uri="{FF2B5EF4-FFF2-40B4-BE49-F238E27FC236}">
                <a16:creationId xmlns:a16="http://schemas.microsoft.com/office/drawing/2014/main" id="{D55EDD16-5DD6-F5EC-09E0-43FE0BADF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045" y="5465332"/>
            <a:ext cx="1133504" cy="113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955BD8F-BE99-A444-011D-4947FF77C7B7}"/>
              </a:ext>
            </a:extLst>
          </p:cNvPr>
          <p:cNvSpPr txBox="1"/>
          <p:nvPr/>
        </p:nvSpPr>
        <p:spPr>
          <a:xfrm>
            <a:off x="4681549" y="6032084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WHY?</a:t>
            </a:r>
            <a:endParaRPr lang="ro-RO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5B6961-F3FB-19AB-67D1-68059CDB058C}"/>
              </a:ext>
            </a:extLst>
          </p:cNvPr>
          <p:cNvSpPr txBox="1"/>
          <p:nvPr/>
        </p:nvSpPr>
        <p:spPr>
          <a:xfrm>
            <a:off x="5026153" y="272068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Layer</a:t>
            </a:r>
            <a:endParaRPr lang="ro-RO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FEDEBFF-90C7-8576-453A-8F79A95D15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475" y="4513639"/>
            <a:ext cx="5603823" cy="786502"/>
          </a:xfrm>
          <a:prstGeom prst="rect">
            <a:avLst/>
          </a:prstGeom>
        </p:spPr>
      </p:pic>
      <p:sp>
        <p:nvSpPr>
          <p:cNvPr id="26" name="Cloud 25">
            <a:extLst>
              <a:ext uri="{FF2B5EF4-FFF2-40B4-BE49-F238E27FC236}">
                <a16:creationId xmlns:a16="http://schemas.microsoft.com/office/drawing/2014/main" id="{10C91D0B-D8B6-55B8-77CF-61C1F1466AA4}"/>
              </a:ext>
            </a:extLst>
          </p:cNvPr>
          <p:cNvSpPr/>
          <p:nvPr/>
        </p:nvSpPr>
        <p:spPr>
          <a:xfrm>
            <a:off x="4427576" y="4225256"/>
            <a:ext cx="7158759" cy="1797362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2512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3440" y="1706880"/>
            <a:ext cx="9753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853440" y="2255520"/>
            <a:ext cx="1036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5867" dirty="0"/>
          </a:p>
          <a:p>
            <a:r>
              <a:rPr lang="en-US" sz="58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5867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33099-86C4-CF96-BBF8-85F24FC3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91864FFE-8923-351D-77BD-33F43EE2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83" y="1245067"/>
            <a:ext cx="6715735" cy="54209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5CEF6F-710C-0B62-CBC9-FDF07A8A4BD3}"/>
                  </a:ext>
                </a:extLst>
              </p14:cNvPr>
              <p14:cNvContentPartPr/>
              <p14:nvPr/>
            </p14:nvContentPartPr>
            <p14:xfrm>
              <a:off x="6763528" y="3626294"/>
              <a:ext cx="437400" cy="938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5CEF6F-710C-0B62-CBC9-FDF07A8A4B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0476" y="3563294"/>
                <a:ext cx="563143" cy="10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64721EB-94A9-79E3-DBF3-F6B86F9FE799}"/>
                  </a:ext>
                </a:extLst>
              </p14:cNvPr>
              <p14:cNvContentPartPr/>
              <p14:nvPr/>
            </p14:nvContentPartPr>
            <p14:xfrm>
              <a:off x="5318800" y="4009336"/>
              <a:ext cx="360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64721EB-94A9-79E3-DBF3-F6B86F9FE7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5800" y="3946336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DC2F952-DABB-4573-EBD0-66CEB296F53A}"/>
                  </a:ext>
                </a:extLst>
              </p14:cNvPr>
              <p14:cNvContentPartPr/>
              <p14:nvPr/>
            </p14:nvContentPartPr>
            <p14:xfrm>
              <a:off x="4335557" y="1962360"/>
              <a:ext cx="2089440" cy="159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DC2F952-DABB-4573-EBD0-66CEB296F5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72557" y="1899360"/>
                <a:ext cx="2215080" cy="172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ACB749-752D-0E14-8030-47E9B01C8094}"/>
                  </a:ext>
                </a:extLst>
              </p14:cNvPr>
              <p14:cNvContentPartPr/>
              <p14:nvPr/>
            </p14:nvContentPartPr>
            <p14:xfrm>
              <a:off x="4446797" y="2323440"/>
              <a:ext cx="1384560" cy="379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ACB749-752D-0E14-8030-47E9B01C809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83797" y="2260440"/>
                <a:ext cx="15102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4B98528-E7FF-7CB2-9873-B892585A0509}"/>
                  </a:ext>
                </a:extLst>
              </p14:cNvPr>
              <p14:cNvContentPartPr/>
              <p14:nvPr/>
            </p14:nvContentPartPr>
            <p14:xfrm>
              <a:off x="5282640" y="3460716"/>
              <a:ext cx="1157400" cy="2422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4B98528-E7FF-7CB2-9873-B892585A050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19640" y="3397716"/>
                <a:ext cx="12830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33E77F0-3340-EA75-270D-51A145FE920B}"/>
                  </a:ext>
                </a:extLst>
              </p14:cNvPr>
              <p14:cNvContentPartPr/>
              <p14:nvPr/>
            </p14:nvContentPartPr>
            <p14:xfrm>
              <a:off x="4414320" y="3355236"/>
              <a:ext cx="739440" cy="3369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33E77F0-3340-EA75-270D-51A145FE920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51320" y="3292169"/>
                <a:ext cx="865080" cy="4627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B7A7936-8574-4D22-DEFE-7FAF79DE0E0D}"/>
                  </a:ext>
                </a:extLst>
              </p14:cNvPr>
              <p14:cNvContentPartPr/>
              <p14:nvPr/>
            </p14:nvContentPartPr>
            <p14:xfrm>
              <a:off x="5685120" y="3000276"/>
              <a:ext cx="991800" cy="7632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B7A7936-8574-4D22-DEFE-7FAF79DE0E0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22097" y="2937246"/>
                <a:ext cx="1117486" cy="888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58E30CF-1496-5E98-3173-369C90F3DC63}"/>
                  </a:ext>
                </a:extLst>
              </p14:cNvPr>
              <p14:cNvContentPartPr/>
              <p14:nvPr/>
            </p14:nvContentPartPr>
            <p14:xfrm>
              <a:off x="4284000" y="2982996"/>
              <a:ext cx="1362600" cy="71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58E30CF-1496-5E98-3173-369C90F3DC6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21000" y="2919996"/>
                <a:ext cx="14882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8C44C08-5755-F597-6A13-B736355A942D}"/>
                  </a:ext>
                </a:extLst>
              </p14:cNvPr>
              <p14:cNvContentPartPr/>
              <p14:nvPr/>
            </p14:nvContentPartPr>
            <p14:xfrm>
              <a:off x="5139000" y="3114756"/>
              <a:ext cx="561960" cy="3265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8C44C08-5755-F597-6A13-B736355A942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076000" y="3051756"/>
                <a:ext cx="68760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69D1A8D-8CC0-FC76-39DF-D6DBB5DF9AAF}"/>
                  </a:ext>
                </a:extLst>
              </p14:cNvPr>
              <p14:cNvContentPartPr/>
              <p14:nvPr/>
            </p14:nvContentPartPr>
            <p14:xfrm>
              <a:off x="4241160" y="3495276"/>
              <a:ext cx="1119240" cy="3103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69D1A8D-8CC0-FC76-39DF-D6DBB5DF9AA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78160" y="3432276"/>
                <a:ext cx="12448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C7165D6-6137-E9AA-8EED-E31E997CD04A}"/>
                  </a:ext>
                </a:extLst>
              </p14:cNvPr>
              <p14:cNvContentPartPr/>
              <p14:nvPr/>
            </p14:nvContentPartPr>
            <p14:xfrm>
              <a:off x="4212720" y="2403036"/>
              <a:ext cx="773640" cy="3693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C7165D6-6137-E9AA-8EED-E31E997CD04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149720" y="2340036"/>
                <a:ext cx="899280" cy="4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88F6C20-7A02-957A-CF8E-8C8CCFD3DB99}"/>
                  </a:ext>
                </a:extLst>
              </p14:cNvPr>
              <p14:cNvContentPartPr/>
              <p14:nvPr/>
            </p14:nvContentPartPr>
            <p14:xfrm>
              <a:off x="5571000" y="1903516"/>
              <a:ext cx="961200" cy="2631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88F6C20-7A02-957A-CF8E-8C8CCFD3DB9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08024" y="1840516"/>
                <a:ext cx="1086793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4DEC22-4390-7B75-DD4B-0A8041EF9F16}"/>
              </a:ext>
            </a:extLst>
          </p:cNvPr>
          <p:cNvGrpSpPr/>
          <p:nvPr/>
        </p:nvGrpSpPr>
        <p:grpSpPr>
          <a:xfrm>
            <a:off x="4269600" y="1928716"/>
            <a:ext cx="2405880" cy="792920"/>
            <a:chOff x="4269600" y="1815700"/>
            <a:chExt cx="2405880" cy="79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8D845BE-32F0-34EC-7265-C00E6879BE55}"/>
                    </a:ext>
                  </a:extLst>
                </p14:cNvPr>
                <p14:cNvContentPartPr/>
                <p14:nvPr/>
              </p14:nvContentPartPr>
              <p14:xfrm>
                <a:off x="4269600" y="2343300"/>
                <a:ext cx="2021040" cy="265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8D845BE-32F0-34EC-7265-C00E6879BE5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206960" y="2280300"/>
                  <a:ext cx="214668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ECA36F9-D5A4-4383-C77D-8D83C0416DBC}"/>
                    </a:ext>
                  </a:extLst>
                </p14:cNvPr>
                <p14:cNvContentPartPr/>
                <p14:nvPr/>
              </p14:nvContentPartPr>
              <p14:xfrm>
                <a:off x="6234120" y="2110380"/>
                <a:ext cx="441360" cy="425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ECA36F9-D5A4-4383-C77D-8D83C0416DBC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171480" y="2047740"/>
                  <a:ext cx="56700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EE8CB0-A5BF-9924-7D55-5D3EAD5E2488}"/>
                    </a:ext>
                  </a:extLst>
                </p14:cNvPr>
                <p14:cNvContentPartPr/>
                <p14:nvPr/>
              </p14:nvContentPartPr>
              <p14:xfrm>
                <a:off x="5223600" y="2137380"/>
                <a:ext cx="321840" cy="158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EE8CB0-A5BF-9924-7D55-5D3EAD5E248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60960" y="2074740"/>
                  <a:ext cx="447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D47B246-2BB8-530E-965F-EF69D3E31AC5}"/>
                    </a:ext>
                  </a:extLst>
                </p14:cNvPr>
                <p14:cNvContentPartPr/>
                <p14:nvPr/>
              </p14:nvContentPartPr>
              <p14:xfrm>
                <a:off x="5854680" y="1815700"/>
                <a:ext cx="816480" cy="19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D47B246-2BB8-530E-965F-EF69D3E31AC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791680" y="1753060"/>
                  <a:ext cx="942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472280A-37CB-F4B4-9E6B-48A7470EF6F6}"/>
                    </a:ext>
                  </a:extLst>
                </p14:cNvPr>
                <p14:cNvContentPartPr/>
                <p14:nvPr/>
              </p14:nvContentPartPr>
              <p14:xfrm>
                <a:off x="6608160" y="1824700"/>
                <a:ext cx="55440" cy="212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472280A-37CB-F4B4-9E6B-48A7470EF6F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545160" y="1762060"/>
                  <a:ext cx="181080" cy="33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EBC4792-9CA4-412E-4702-DD6E82B2D5B2}"/>
                  </a:ext>
                </a:extLst>
              </p14:cNvPr>
              <p14:cNvContentPartPr/>
              <p14:nvPr/>
            </p14:nvContentPartPr>
            <p14:xfrm>
              <a:off x="4539960" y="1912156"/>
              <a:ext cx="798480" cy="70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EBC4792-9CA4-412E-4702-DD6E82B2D5B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476960" y="1849156"/>
                <a:ext cx="9241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011F9D0-654B-F310-E554-21AA596094F9}"/>
                  </a:ext>
                </a:extLst>
              </p14:cNvPr>
              <p14:cNvContentPartPr/>
              <p14:nvPr/>
            </p14:nvContentPartPr>
            <p14:xfrm>
              <a:off x="4287960" y="2035276"/>
              <a:ext cx="38520" cy="177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011F9D0-654B-F310-E554-21AA596094F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224960" y="1972276"/>
                <a:ext cx="164160" cy="3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89EE15D-038C-51B0-8699-10F0D01BF8CB}"/>
              </a:ext>
            </a:extLst>
          </p:cNvPr>
          <p:cNvGrpSpPr/>
          <p:nvPr/>
        </p:nvGrpSpPr>
        <p:grpSpPr>
          <a:xfrm>
            <a:off x="5393160" y="3702796"/>
            <a:ext cx="63720" cy="4680"/>
            <a:chOff x="5393160" y="3589780"/>
            <a:chExt cx="63720" cy="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A1DC694-870F-38F6-8866-E7BE400FF19E}"/>
                    </a:ext>
                  </a:extLst>
                </p14:cNvPr>
                <p14:cNvContentPartPr/>
                <p14:nvPr/>
              </p14:nvContentPartPr>
              <p14:xfrm>
                <a:off x="5393160" y="3594100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A1DC694-870F-38F6-8866-E7BE400FF19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30160" y="35311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594BB09-C5C9-EBC2-ADFB-948D0BAD6D31}"/>
                    </a:ext>
                  </a:extLst>
                </p14:cNvPr>
                <p14:cNvContentPartPr/>
                <p14:nvPr/>
              </p14:nvContentPartPr>
              <p14:xfrm>
                <a:off x="5456520" y="3589780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594BB09-C5C9-EBC2-ADFB-948D0BAD6D3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93880" y="35267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4A1545C-4B7F-EFB8-AEED-5D00525C24A0}"/>
              </a:ext>
            </a:extLst>
          </p:cNvPr>
          <p:cNvGrpSpPr/>
          <p:nvPr/>
        </p:nvGrpSpPr>
        <p:grpSpPr>
          <a:xfrm>
            <a:off x="5371920" y="1949956"/>
            <a:ext cx="169560" cy="47160"/>
            <a:chOff x="5371920" y="1836940"/>
            <a:chExt cx="169560" cy="4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85354B-7440-A761-0640-1D81331BFFE3}"/>
                    </a:ext>
                  </a:extLst>
                </p14:cNvPr>
                <p14:cNvContentPartPr/>
                <p14:nvPr/>
              </p14:nvContentPartPr>
              <p14:xfrm>
                <a:off x="5371920" y="1836940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85354B-7440-A761-0640-1D81331BFFE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09280" y="17743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496EF93-B33C-7D72-C5DD-1A7EC8D0F5FA}"/>
                    </a:ext>
                  </a:extLst>
                </p14:cNvPr>
                <p14:cNvContentPartPr/>
                <p14:nvPr/>
              </p14:nvContentPartPr>
              <p14:xfrm>
                <a:off x="5427000" y="1870780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496EF93-B33C-7D72-C5DD-1A7EC8D0F5F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64000" y="18081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2D6E59-6C84-ADA5-BF1B-34A01AB15731}"/>
                    </a:ext>
                  </a:extLst>
                </p14:cNvPr>
                <p14:cNvContentPartPr/>
                <p14:nvPr/>
              </p14:nvContentPartPr>
              <p14:xfrm>
                <a:off x="5486400" y="1879420"/>
                <a:ext cx="360" cy="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2D6E59-6C84-ADA5-BF1B-34A01AB1573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23400" y="18167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D99FAB4-C31B-587D-C38B-F524694CC729}"/>
                    </a:ext>
                  </a:extLst>
                </p14:cNvPr>
                <p14:cNvContentPartPr/>
                <p14:nvPr/>
              </p14:nvContentPartPr>
              <p14:xfrm>
                <a:off x="5541120" y="1883740"/>
                <a:ext cx="36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D99FAB4-C31B-587D-C38B-F524694CC72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78480" y="18207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525311F-0985-C1F0-B1F2-992A128ACAF9}"/>
                    </a:ext>
                  </a:extLst>
                </p14:cNvPr>
                <p14:cNvContentPartPr/>
                <p14:nvPr/>
              </p14:nvContentPartPr>
              <p14:xfrm>
                <a:off x="5452200" y="1879420"/>
                <a:ext cx="360" cy="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525311F-0985-C1F0-B1F2-992A128ACAF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389560" y="18167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02EFBB2-CD58-F1F7-5190-BC9E96D69BD8}"/>
                    </a:ext>
                  </a:extLst>
                </p14:cNvPr>
                <p14:cNvContentPartPr/>
                <p14:nvPr/>
              </p14:nvContentPartPr>
              <p14:xfrm>
                <a:off x="5473440" y="1862500"/>
                <a:ext cx="36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02EFBB2-CD58-F1F7-5190-BC9E96D69B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10800" y="17995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2D01AEE-E5F3-4FEC-F19C-BA8CA0528E26}"/>
              </a:ext>
            </a:extLst>
          </p:cNvPr>
          <p:cNvGrpSpPr/>
          <p:nvPr/>
        </p:nvGrpSpPr>
        <p:grpSpPr>
          <a:xfrm>
            <a:off x="4309200" y="3173596"/>
            <a:ext cx="55440" cy="258480"/>
            <a:chOff x="4309200" y="3060580"/>
            <a:chExt cx="5544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111E8E-DD63-C731-2F1E-73E9137BDCC9}"/>
                    </a:ext>
                  </a:extLst>
                </p14:cNvPr>
                <p14:cNvContentPartPr/>
                <p14:nvPr/>
              </p14:nvContentPartPr>
              <p14:xfrm>
                <a:off x="4321800" y="3187660"/>
                <a:ext cx="360" cy="3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111E8E-DD63-C731-2F1E-73E9137BDCC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59160" y="31246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57D79B2-548A-876D-18CF-61C75E5D788F}"/>
                    </a:ext>
                  </a:extLst>
                </p14:cNvPr>
                <p14:cNvContentPartPr/>
                <p14:nvPr/>
              </p14:nvContentPartPr>
              <p14:xfrm>
                <a:off x="4309200" y="3108820"/>
                <a:ext cx="360" cy="11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57D79B2-548A-876D-18CF-61C75E5D788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246560" y="3046180"/>
                  <a:ext cx="126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457C796-DC0A-6BC7-3375-E15270803FB6}"/>
                    </a:ext>
                  </a:extLst>
                </p14:cNvPr>
                <p14:cNvContentPartPr/>
                <p14:nvPr/>
              </p14:nvContentPartPr>
              <p14:xfrm>
                <a:off x="4309200" y="3060580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457C796-DC0A-6BC7-3375-E15270803FB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46560" y="29975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086E677-9C27-9212-844F-EA5D159421AF}"/>
                    </a:ext>
                  </a:extLst>
                </p14:cNvPr>
                <p14:cNvContentPartPr/>
                <p14:nvPr/>
              </p14:nvContentPartPr>
              <p14:xfrm>
                <a:off x="4359960" y="3318700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086E677-9C27-9212-844F-EA5D159421A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297320" y="32560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BE389AE-2A1C-AA18-C5C1-7A50D23E465C}"/>
                    </a:ext>
                  </a:extLst>
                </p14:cNvPr>
                <p14:cNvContentPartPr/>
                <p14:nvPr/>
              </p14:nvContentPartPr>
              <p14:xfrm>
                <a:off x="4364280" y="3306100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BE389AE-2A1C-AA18-C5C1-7A50D23E465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301640" y="32431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4BBAE10-E181-9DE3-9CDD-3BFAED199E45}"/>
                  </a:ext>
                </a:extLst>
              </p14:cNvPr>
              <p14:cNvContentPartPr/>
              <p14:nvPr/>
            </p14:nvContentPartPr>
            <p14:xfrm>
              <a:off x="4330440" y="2343796"/>
              <a:ext cx="360" cy="3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4BBAE10-E181-9DE3-9CDD-3BFAED199E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67440" y="2280796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8" name="Rectangle 127">
            <a:extLst>
              <a:ext uri="{FF2B5EF4-FFF2-40B4-BE49-F238E27FC236}">
                <a16:creationId xmlns:a16="http://schemas.microsoft.com/office/drawing/2014/main" id="{65CECC5D-EFA4-DD88-CD81-97BDEF714E27}"/>
              </a:ext>
            </a:extLst>
          </p:cNvPr>
          <p:cNvSpPr/>
          <p:nvPr/>
        </p:nvSpPr>
        <p:spPr>
          <a:xfrm>
            <a:off x="4286035" y="1866956"/>
            <a:ext cx="2339514" cy="19386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65E9CB6-6D5F-6C27-5D5F-427F37199CD4}"/>
              </a:ext>
            </a:extLst>
          </p:cNvPr>
          <p:cNvSpPr txBox="1"/>
          <p:nvPr/>
        </p:nvSpPr>
        <p:spPr>
          <a:xfrm>
            <a:off x="4343511" y="2374028"/>
            <a:ext cx="2217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ML/DL </a:t>
            </a:r>
          </a:p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</p:txBody>
      </p:sp>
      <p:pic>
        <p:nvPicPr>
          <p:cNvPr id="131" name="Picture 130">
            <a:extLst>
              <a:ext uri="{FF2B5EF4-FFF2-40B4-BE49-F238E27FC236}">
                <a16:creationId xmlns:a16="http://schemas.microsoft.com/office/drawing/2014/main" id="{6CBB1E53-DA9E-08DF-D281-354BD6815C11}"/>
              </a:ext>
            </a:extLst>
          </p:cNvPr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4977580" y="173765"/>
            <a:ext cx="1006871" cy="1006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150C15-5CEB-D0D1-C4CB-CD2F678A7D2C}"/>
              </a:ext>
            </a:extLst>
          </p:cNvPr>
          <p:cNvSpPr txBox="1"/>
          <p:nvPr/>
        </p:nvSpPr>
        <p:spPr>
          <a:xfrm>
            <a:off x="3940639" y="4282437"/>
            <a:ext cx="151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sz="2000" b="1" dirty="0">
                <a:solidFill>
                  <a:srgbClr val="FF0000"/>
                </a:solidFill>
              </a:rPr>
              <a:t>dog</a:t>
            </a:r>
            <a:r>
              <a:rPr lang="en-US" dirty="0"/>
              <a:t>”</a:t>
            </a:r>
            <a:endParaRPr lang="ro-RO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758D0-E529-6A29-6EDC-FEFA7F46B30B}"/>
              </a:ext>
            </a:extLst>
          </p:cNvPr>
          <p:cNvSpPr txBox="1"/>
          <p:nvPr/>
        </p:nvSpPr>
        <p:spPr>
          <a:xfrm>
            <a:off x="8873637" y="4282437"/>
            <a:ext cx="151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sz="2000" b="1" dirty="0">
                <a:solidFill>
                  <a:srgbClr val="FF0000"/>
                </a:solidFill>
              </a:rPr>
              <a:t>dog</a:t>
            </a:r>
            <a:r>
              <a:rPr lang="en-US" dirty="0"/>
              <a:t>”</a:t>
            </a:r>
            <a:endParaRPr lang="ro-RO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10889-4419-8F35-23B8-0A746BC261A0}"/>
              </a:ext>
            </a:extLst>
          </p:cNvPr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9701921" y="861670"/>
            <a:ext cx="1826837" cy="17260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D7CD37-C209-4440-C67A-D6EC086C4C98}"/>
              </a:ext>
            </a:extLst>
          </p:cNvPr>
          <p:cNvSpPr txBox="1"/>
          <p:nvPr/>
        </p:nvSpPr>
        <p:spPr>
          <a:xfrm>
            <a:off x="7585539" y="6177213"/>
            <a:ext cx="151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0.05</a:t>
            </a:r>
            <a:r>
              <a:rPr lang="en-US" dirty="0"/>
              <a:t> - low</a:t>
            </a:r>
            <a:endParaRPr lang="ro-RO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0D338BBA-171B-1830-9968-879ABBC40B8C}"/>
              </a:ext>
            </a:extLst>
          </p:cNvPr>
          <p:cNvSpPr/>
          <p:nvPr/>
        </p:nvSpPr>
        <p:spPr>
          <a:xfrm>
            <a:off x="2059562" y="2111056"/>
            <a:ext cx="250601" cy="145006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51BAD-7613-BF3A-B957-FFB197838AD2}"/>
              </a:ext>
            </a:extLst>
          </p:cNvPr>
          <p:cNvSpPr txBox="1"/>
          <p:nvPr/>
        </p:nvSpPr>
        <p:spPr>
          <a:xfrm>
            <a:off x="143260" y="2512370"/>
            <a:ext cx="1903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very good</a:t>
            </a:r>
          </a:p>
          <a:p>
            <a:pPr algn="ctr"/>
            <a:r>
              <a:rPr lang="en-US" sz="2000" dirty="0"/>
              <a:t>numbers</a:t>
            </a:r>
            <a:endParaRPr lang="ro-RO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3EE8A-C1AE-1510-3A77-BBBB0F31EE92}"/>
              </a:ext>
            </a:extLst>
          </p:cNvPr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190463" y="4682547"/>
            <a:ext cx="2119700" cy="360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004E6C-8E70-F7C4-E46B-A42A682ED248}"/>
                  </a:ext>
                </a:extLst>
              </p14:cNvPr>
              <p14:cNvContentPartPr/>
              <p14:nvPr/>
            </p14:nvContentPartPr>
            <p14:xfrm>
              <a:off x="327088" y="4848494"/>
              <a:ext cx="7606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004E6C-8E70-F7C4-E46B-A42A682ED24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91448" y="4776854"/>
                <a:ext cx="8323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A08452B-5B3A-F1B0-9529-D912FAC9F19F}"/>
                  </a:ext>
                </a:extLst>
              </p14:cNvPr>
              <p14:cNvContentPartPr/>
              <p14:nvPr/>
            </p14:nvContentPartPr>
            <p14:xfrm>
              <a:off x="308008" y="4829414"/>
              <a:ext cx="1731960" cy="10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A08452B-5B3A-F1B0-9529-D912FAC9F19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72368" y="4757774"/>
                <a:ext cx="18036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277D1C-F7A0-FA47-C6BD-28023AC8D342}"/>
                  </a:ext>
                </a:extLst>
              </p14:cNvPr>
              <p14:cNvContentPartPr/>
              <p14:nvPr/>
            </p14:nvContentPartPr>
            <p14:xfrm>
              <a:off x="327088" y="4838774"/>
              <a:ext cx="360" cy="95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277D1C-F7A0-FA47-C6BD-28023AC8D34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1448" y="4766774"/>
                <a:ext cx="720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1395967-3CE6-59E8-67D2-DAA757B42770}"/>
                  </a:ext>
                </a:extLst>
              </p14:cNvPr>
              <p14:cNvContentPartPr/>
              <p14:nvPr/>
            </p14:nvContentPartPr>
            <p14:xfrm>
              <a:off x="309720" y="4826456"/>
              <a:ext cx="1289160" cy="12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1395967-3CE6-59E8-67D2-DAA757B4277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74080" y="4754456"/>
                <a:ext cx="13608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511BD9C-C45C-C2EB-C0A4-7EE749E2D570}"/>
                  </a:ext>
                </a:extLst>
              </p14:cNvPr>
              <p14:cNvContentPartPr/>
              <p14:nvPr/>
            </p14:nvContentPartPr>
            <p14:xfrm>
              <a:off x="716160" y="4827176"/>
              <a:ext cx="1117800" cy="5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511BD9C-C45C-C2EB-C0A4-7EE749E2D57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0160" y="4755536"/>
                <a:ext cx="11894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136DA5A-C36F-2D76-31F4-345993B56699}"/>
                  </a:ext>
                </a:extLst>
              </p14:cNvPr>
              <p14:cNvContentPartPr/>
              <p14:nvPr/>
            </p14:nvContentPartPr>
            <p14:xfrm>
              <a:off x="1172640" y="4826816"/>
              <a:ext cx="686880" cy="57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136DA5A-C36F-2D76-31F4-345993B5669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37000" y="4754816"/>
                <a:ext cx="75852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D94F38E-4A07-9A8A-ADBD-150694745F27}"/>
                  </a:ext>
                </a:extLst>
              </p14:cNvPr>
              <p14:cNvContentPartPr/>
              <p14:nvPr/>
            </p14:nvContentPartPr>
            <p14:xfrm>
              <a:off x="1203600" y="4827176"/>
              <a:ext cx="55980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D94F38E-4A07-9A8A-ADBD-150694745F2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167960" y="4755536"/>
                <a:ext cx="631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4E8C6F2-7758-49E9-05EE-3F017E52FBAE}"/>
                  </a:ext>
                </a:extLst>
              </p14:cNvPr>
              <p14:cNvContentPartPr/>
              <p14:nvPr/>
            </p14:nvContentPartPr>
            <p14:xfrm>
              <a:off x="302160" y="4812056"/>
              <a:ext cx="146592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4E8C6F2-7758-49E9-05EE-3F017E52FBA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66160" y="4740056"/>
                <a:ext cx="1537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9AA7A92-A3E0-8B9B-7794-D0579660D32F}"/>
                  </a:ext>
                </a:extLst>
              </p14:cNvPr>
              <p14:cNvContentPartPr/>
              <p14:nvPr/>
            </p14:nvContentPartPr>
            <p14:xfrm>
              <a:off x="294600" y="484733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9AA7A92-A3E0-8B9B-7794-D0579660D32F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58600" y="4775696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0C9F0AB-8192-4599-11E3-A59D98EE4FF5}"/>
                  </a:ext>
                </a:extLst>
              </p14:cNvPr>
              <p14:cNvContentPartPr/>
              <p14:nvPr/>
            </p14:nvContentPartPr>
            <p14:xfrm>
              <a:off x="294600" y="48930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0C9F0AB-8192-4599-11E3-A59D98EE4FF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58600" y="4821416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820DDB-4A55-3586-AD3D-9229C5FE41D1}"/>
                  </a:ext>
                </a:extLst>
              </p14:cNvPr>
              <p14:cNvContentPartPr/>
              <p14:nvPr/>
            </p14:nvContentPartPr>
            <p14:xfrm>
              <a:off x="294600" y="496937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820DDB-4A55-3586-AD3D-9229C5FE41D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58600" y="4897376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0665A7E-855F-932F-8512-9803740C946A}"/>
                  </a:ext>
                </a:extLst>
              </p14:cNvPr>
              <p14:cNvContentPartPr/>
              <p14:nvPr/>
            </p14:nvContentPartPr>
            <p14:xfrm>
              <a:off x="2247600" y="49069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0665A7E-855F-932F-8512-9803740C946A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211960" y="4835356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CE83D3-8F63-B3DD-00F6-AB4C03430C60}"/>
                  </a:ext>
                </a:extLst>
              </p14:cNvPr>
              <p14:cNvContentPartPr/>
              <p14:nvPr/>
            </p14:nvContentPartPr>
            <p14:xfrm>
              <a:off x="291720" y="4957756"/>
              <a:ext cx="1876680" cy="20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CE83D3-8F63-B3DD-00F6-AB4C03430C60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256080" y="4886116"/>
                <a:ext cx="1948320" cy="1638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Shape 0">
            <a:extLst>
              <a:ext uri="{FF2B5EF4-FFF2-40B4-BE49-F238E27FC236}">
                <a16:creationId xmlns:a16="http://schemas.microsoft.com/office/drawing/2014/main" id="{A39B1E01-BA86-BB16-0284-C8ECCE273D7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957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— Optimizer, Loss Function &amp; Mixed Precision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072896"/>
            <a:ext cx="5547360" cy="1766557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72896"/>
            <a:ext cx="73152" cy="1766557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948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r>
              <a:rPr lang="en-US" sz="1467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(lr=0.01, weight_decay=1e-2)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303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  </a:t>
            </a:r>
          </a:p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fancier version of this: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72896"/>
            <a:ext cx="5547360" cy="1766557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072896"/>
            <a:ext cx="60960" cy="1766557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8608" y="1194816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 err="1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388608" y="1609344"/>
            <a:ext cx="5413248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loss for multi-class classification.</a:t>
            </a:r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10 raw logits. </a:t>
            </a:r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measures how far the softmax probability of the correct class is from 1.0.</a:t>
            </a:r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penalised for assigning low probability to the true label.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87680" y="2961373"/>
            <a:ext cx="1127760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680" y="2961373"/>
            <a:ext cx="73152" cy="999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97949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Mixed Precision  (torch.amp.GradScaler)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58368" y="3412477"/>
            <a:ext cx="1097280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float16 for most forward-pass ops (faster, less memory) and float32 for numerically sensitive ops (loss, softmax). </a:t>
            </a:r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~2× training speedup with no meaningful accuracy loss.</a:t>
            </a:r>
            <a:endParaRPr lang="en-US" sz="1267" dirty="0"/>
          </a:p>
        </p:txBody>
      </p:sp>
      <p:sp>
        <p:nvSpPr>
          <p:cNvPr id="16" name="Shape 14"/>
          <p:cNvSpPr/>
          <p:nvPr/>
        </p:nvSpPr>
        <p:spPr>
          <a:xfrm>
            <a:off x="487680" y="4107420"/>
            <a:ext cx="11277600" cy="2669407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984" y="4229341"/>
            <a:ext cx="10924032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optim.AdamW(model.parameters(), lr=0.01, weight_decay=1e-2)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loss_fn   = nn.CrossEntropyLoss()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   = torch.amp.GradScaler()               # mixed-precision gradient scaler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train_batch(batch):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images, labels = [t.to(device) for t in batch]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torch.amp.autocast(device):             # float16 forward pass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loss = loss_fn(model(images)[0], labels)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scaler.scale(loss).backward()                # scaled backward pass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scaler.step(optimizer)                       # update weights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scaler.update()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loss.item() * len(images) / len(trainloader.dataset)</a:t>
            </a:r>
            <a:endParaRPr lang="en-US" sz="1267" dirty="0"/>
          </a:p>
        </p:txBody>
      </p:sp>
      <p:pic>
        <p:nvPicPr>
          <p:cNvPr id="18" name="Picture 2" descr="Details! Details everywhere! - Buzz and Woody (Toy Story) Meme Meme  Generator">
            <a:extLst>
              <a:ext uri="{FF2B5EF4-FFF2-40B4-BE49-F238E27FC236}">
                <a16:creationId xmlns:a16="http://schemas.microsoft.com/office/drawing/2014/main" id="{564A35BC-C2D6-0F76-B853-84D09661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308" y="3040638"/>
            <a:ext cx="1599470" cy="871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F94FA2-5875-70B8-4C78-2E818D6B4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1510" y="2086671"/>
            <a:ext cx="2119700" cy="360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16FED21-7544-04E1-97BC-0835155DF5FC}"/>
                  </a:ext>
                </a:extLst>
              </p14:cNvPr>
              <p14:cNvContentPartPr/>
              <p14:nvPr/>
            </p14:nvContentPartPr>
            <p14:xfrm>
              <a:off x="2306280" y="2219560"/>
              <a:ext cx="193068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16FED21-7544-04E1-97BC-0835155DF5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0280" y="2075560"/>
                <a:ext cx="20023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04AAC2A-1AEF-9973-F569-19777FC41E47}"/>
                  </a:ext>
                </a:extLst>
              </p14:cNvPr>
              <p14:cNvContentPartPr/>
              <p14:nvPr/>
            </p14:nvContentPartPr>
            <p14:xfrm>
              <a:off x="2311320" y="227572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04AAC2A-1AEF-9973-F569-19777FC41E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5320" y="220372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6F111A9-F09F-1C82-3D5B-AFADBA1AD41E}"/>
                  </a:ext>
                </a:extLst>
              </p14:cNvPr>
              <p14:cNvContentPartPr/>
              <p14:nvPr/>
            </p14:nvContentPartPr>
            <p14:xfrm>
              <a:off x="2311320" y="235204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6F111A9-F09F-1C82-3D5B-AFADBA1AD4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5320" y="228004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619AD8B-C898-785D-B5B7-4AE92E323556}"/>
                  </a:ext>
                </a:extLst>
              </p14:cNvPr>
              <p14:cNvContentPartPr/>
              <p14:nvPr/>
            </p14:nvContentPartPr>
            <p14:xfrm>
              <a:off x="2306280" y="2204440"/>
              <a:ext cx="19659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619AD8B-C898-785D-B5B7-4AE92E32355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70280" y="2132440"/>
                <a:ext cx="2037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862F450-CFDC-85E6-910B-A2C76F094417}"/>
                  </a:ext>
                </a:extLst>
              </p14:cNvPr>
              <p14:cNvContentPartPr/>
              <p14:nvPr/>
            </p14:nvContentPartPr>
            <p14:xfrm>
              <a:off x="2326440" y="2382280"/>
              <a:ext cx="1930680" cy="10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862F450-CFDC-85E6-910B-A2C76F09441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90440" y="304720"/>
                <a:ext cx="2002320" cy="41760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5162C710-DC73-62DC-9940-CF5D32CCD44A}"/>
              </a:ext>
            </a:extLst>
          </p:cNvPr>
          <p:cNvSpPr/>
          <p:nvPr/>
        </p:nvSpPr>
        <p:spPr>
          <a:xfrm>
            <a:off x="2306280" y="2136316"/>
            <a:ext cx="2014930" cy="31043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A682-019C-AACE-F2C6-A4842A0C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FCB341-712B-4FC0-C367-2003982D915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6A8F8C62-7258-3281-D1DD-60FD4418C574}"/>
              </a:ext>
            </a:extLst>
          </p:cNvPr>
          <p:cNvSpPr/>
          <p:nvPr/>
        </p:nvSpPr>
        <p:spPr>
          <a:xfrm>
            <a:off x="514195" y="2331720"/>
            <a:ext cx="1116360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focus on the big picture and not get lost in details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1689157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3.2 — Early Stopping &amp; Training Loop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072896"/>
            <a:ext cx="5547360" cy="1793594"/>
          </a:xfrm>
          <a:prstGeom prst="rect">
            <a:avLst/>
          </a:prstGeom>
          <a:solidFill>
            <a:srgbClr val="FFFFFF"/>
          </a:solidFill>
          <a:ln w="12700">
            <a:solidFill>
              <a:srgbClr val="00E5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72896"/>
            <a:ext cx="49530" cy="179359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948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EarlyStop  (patience = 3)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658368" y="1609344"/>
            <a:ext cx="53035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minimum test loss seen so far.</a:t>
            </a:r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new loss &lt; min → save model weights, reset counter</a:t>
            </a:r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new loss ≥ min → increment counter</a:t>
            </a:r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counter reaches patience (3) → stop training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at epoch 13; best model was at epoch 10.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6217920" y="1072896"/>
            <a:ext cx="5486400" cy="179359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072896"/>
            <a:ext cx="45719" cy="179359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8608" y="1194816"/>
            <a:ext cx="524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Best-model saving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388608" y="1609344"/>
            <a:ext cx="52425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epoch that achieves a new minimum test loss gets saved to files/ViT.pth.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that even though we keep training past the best point (waiting for patience to expire), we always end up with the best-ever weights, not the latest weights.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87680" y="3049370"/>
            <a:ext cx="11216640" cy="3688314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984" y="3145536"/>
            <a:ext cx="10924032" cy="2731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 = EarlyStop(patience=3)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range(100):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model.train()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trainL = sum(train_batch(b) for b in trainloader)   # one full epoch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model.eval()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torch.no_grad():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testL = 0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imgs, lbls in testloader: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logits, _ = model(imgs.to(device))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testL += loss_fn(logits, lbls.to(device)).item() * len(imgs) / len(testloader.dataset)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print(f'Train / Test loss: {trainL:.4f}  {testL:.4f}')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stop, save = early_stop.stop(testL)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save: </a:t>
            </a:r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00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</a:t>
            </a: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(model.state_dict(), 'files/ViT.pth')</a:t>
            </a:r>
            <a:endParaRPr lang="en-US" sz="1200" dirty="0"/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stop: </a:t>
            </a:r>
          </a:p>
          <a:p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    # no improvement for 3 consecutive epochs → halt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— Training Progress (13 Epochs)</a:t>
            </a:r>
            <a:endParaRPr lang="en-US" sz="2933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87680" y="1072896"/>
          <a:ext cx="11216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7680" y="5486400"/>
            <a:ext cx="2657856" cy="8778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0832" y="5510784"/>
            <a:ext cx="251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1.835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16224" y="5486400"/>
            <a:ext cx="2657856" cy="8778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9376" y="5510784"/>
            <a:ext cx="251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5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1.318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44768" y="5486400"/>
            <a:ext cx="2657856" cy="87782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5510784"/>
            <a:ext cx="251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 ★ Best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1.092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73312" y="5486400"/>
            <a:ext cx="2657856" cy="8778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46464" y="5510784"/>
            <a:ext cx="25115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13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253" y="6486143"/>
            <a:ext cx="11964202" cy="299668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253" y="6571486"/>
            <a:ext cx="11964202" cy="97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After epoch 10 the test loss stops falling (model starts overfitting). EarlyStop counts 3 non-improving epochs (11, 12, 13) then halts. The epoch 10 weights are what gets deployed.</a:t>
            </a:r>
            <a:endParaRPr lang="en-US" sz="1267" dirty="0"/>
          </a:p>
        </p:txBody>
      </p:sp>
      <p:pic>
        <p:nvPicPr>
          <p:cNvPr id="1026" name="Picture 2" descr="Yay - First Day on the Internet Kid Meme Generator">
            <a:extLst>
              <a:ext uri="{FF2B5EF4-FFF2-40B4-BE49-F238E27FC236}">
                <a16:creationId xmlns:a16="http://schemas.microsoft.com/office/drawing/2014/main" id="{621B9C1A-7FB7-E877-1598-F4878CB17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356" y="3127408"/>
            <a:ext cx="683287" cy="102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E14D23E-B2C0-67A8-0093-8E7C1796FBED}"/>
                  </a:ext>
                </a:extLst>
              </p14:cNvPr>
              <p14:cNvContentPartPr/>
              <p14:nvPr/>
            </p14:nvContentPartPr>
            <p14:xfrm>
              <a:off x="7702040" y="2432179"/>
              <a:ext cx="637920" cy="63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E14D23E-B2C0-67A8-0093-8E7C1796FB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4040" y="2414179"/>
                <a:ext cx="673560" cy="67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— Classifying Images with the Trained ViT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810447"/>
            <a:ext cx="3535680" cy="19019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275876" y="871889"/>
            <a:ext cx="353568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</a:t>
            </a:r>
            <a:endParaRPr lang="en-US" sz="5067" dirty="0"/>
          </a:p>
        </p:txBody>
      </p:sp>
      <p:sp>
        <p:nvSpPr>
          <p:cNvPr id="6" name="Text 4"/>
          <p:cNvSpPr/>
          <p:nvPr/>
        </p:nvSpPr>
        <p:spPr>
          <a:xfrm>
            <a:off x="-275876" y="1898906"/>
            <a:ext cx="35356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267200" y="8226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 from the first batch of 32 test images: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7200" y="1237167"/>
            <a:ext cx="7437120" cy="1414272"/>
          </a:xfrm>
          <a:prstGeom prst="rect">
            <a:avLst/>
          </a:prstGeom>
          <a:solidFill>
            <a:srgbClr val="E8F5E9"/>
          </a:solidFill>
          <a:ln w="1016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3504" y="1334703"/>
            <a:ext cx="71932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33" dirty="0"/>
          </a:p>
        </p:txBody>
      </p:sp>
      <p:sp>
        <p:nvSpPr>
          <p:cNvPr id="12" name="Shape 10"/>
          <p:cNvSpPr/>
          <p:nvPr/>
        </p:nvSpPr>
        <p:spPr>
          <a:xfrm>
            <a:off x="487680" y="2852928"/>
            <a:ext cx="11216640" cy="3432368"/>
          </a:xfrm>
          <a:prstGeom prst="rect">
            <a:avLst/>
          </a:prstGeom>
          <a:solidFill>
            <a:srgbClr val="1E2A3A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984" y="2932656"/>
            <a:ext cx="10924032" cy="254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best weights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model.load_state_dict(torch.load('files/ViT.pth'))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a batch and run inference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images, labels = next(iter(testloader))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logits, attention_maps = model(images.to(device), output_attentions=True)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predictions = torch.argmax(logits, dim=1) # highest logit = predicted class</a:t>
            </a:r>
            <a:endParaRPr lang="en-US" sz="1267" dirty="0"/>
          </a:p>
          <a:p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on full test set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0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imgs, lbls in testloader: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logits, _ = model(imgs.to(device))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acc += torch.sum(torch.argmax(logits,dim=1) == lbls.to(device)).item() / len(testloader.dataset)</a:t>
            </a:r>
            <a:endParaRPr lang="en-US" sz="1267" dirty="0"/>
          </a:p>
          <a:p>
            <a:r>
              <a:rPr lang="en-US" sz="126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{acc:.4f}')   # → 0.5627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174552" y="6366870"/>
            <a:ext cx="11961300" cy="432337"/>
          </a:xfrm>
          <a:prstGeom prst="rect">
            <a:avLst/>
          </a:prstGeom>
          <a:solidFill>
            <a:srgbClr val="FFF8E1"/>
          </a:solidFill>
          <a:ln w="1016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03" y="6490636"/>
            <a:ext cx="11854766" cy="184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56.3% is strong for such a compact model (only ~200K parameters). </a:t>
            </a:r>
          </a:p>
          <a:p>
            <a:r>
              <a:rPr lang="en-US" sz="1267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 pretrained ViT-Base from Google (~86M parameters) reaches 98%+ on CIFAR-10 — scale and pretraining make the difference.</a:t>
            </a:r>
            <a:endParaRPr lang="en-US" sz="1267" dirty="0"/>
          </a:p>
        </p:txBody>
      </p:sp>
      <p:pic>
        <p:nvPicPr>
          <p:cNvPr id="2050" name="Picture 2" descr="Good Enough Meme | TikTok">
            <a:extLst>
              <a:ext uri="{FF2B5EF4-FFF2-40B4-BE49-F238E27FC236}">
                <a16:creationId xmlns:a16="http://schemas.microsoft.com/office/drawing/2014/main" id="{F07CD3FF-E752-E3D4-276B-7071489C9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245" y="951458"/>
            <a:ext cx="1403117" cy="15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0821F-60F4-6E82-DC0F-3046FE400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8604" y="1410423"/>
            <a:ext cx="5794311" cy="1655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D3998C-B76C-9E2B-B103-196FE25F9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369" y="1649441"/>
            <a:ext cx="905849" cy="8890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F8F1FD-9DC3-569B-2588-921511189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850" y="1657549"/>
            <a:ext cx="889074" cy="8890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8BE640D-22D3-95FD-7421-553A83CD8B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556" y="1649441"/>
            <a:ext cx="858063" cy="8748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D285B17-F720-2C05-79BD-3A2A27F44F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9251" y="1657549"/>
            <a:ext cx="875034" cy="86677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0037EF6-7CBD-6F39-582B-F9BB0910B74A}"/>
              </a:ext>
            </a:extLst>
          </p:cNvPr>
          <p:cNvSpPr txBox="1"/>
          <p:nvPr/>
        </p:nvSpPr>
        <p:spPr>
          <a:xfrm>
            <a:off x="10999147" y="1814180"/>
            <a:ext cx="767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ro-RO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11A6-4673-06BF-EDF9-3EB5C7DB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295C03-460D-9C6D-A519-0953B63A0CCE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ED3BC82-6351-9143-0B65-EFC9313770A8}"/>
              </a:ext>
            </a:extLst>
          </p:cNvPr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2933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A5E1572-3E5F-A1D1-E514-CD0987E74FD4}"/>
              </a:ext>
            </a:extLst>
          </p:cNvPr>
          <p:cNvSpPr/>
          <p:nvPr/>
        </p:nvSpPr>
        <p:spPr>
          <a:xfrm>
            <a:off x="4479964" y="2241283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2" name="Picture 2" descr="CJ&quot; Meme Templates - Imgflip">
            <a:extLst>
              <a:ext uri="{FF2B5EF4-FFF2-40B4-BE49-F238E27FC236}">
                <a16:creationId xmlns:a16="http://schemas.microsoft.com/office/drawing/2014/main" id="{9D4C8DDD-4894-514B-E7A4-A68F78570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964" y="1448803"/>
            <a:ext cx="866357" cy="65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2061">
            <a:extLst>
              <a:ext uri="{FF2B5EF4-FFF2-40B4-BE49-F238E27FC236}">
                <a16:creationId xmlns:a16="http://schemas.microsoft.com/office/drawing/2014/main" id="{471AA122-7BD3-9BF2-64F4-346D52DE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337463"/>
            <a:ext cx="4190844" cy="2282037"/>
          </a:xfrm>
          <a:prstGeom prst="rect">
            <a:avLst/>
          </a:prstGeom>
        </p:spPr>
      </p:pic>
      <p:sp>
        <p:nvSpPr>
          <p:cNvPr id="2063" name="Rectangle: Rounded Corners 2062">
            <a:extLst>
              <a:ext uri="{FF2B5EF4-FFF2-40B4-BE49-F238E27FC236}">
                <a16:creationId xmlns:a16="http://schemas.microsoft.com/office/drawing/2014/main" id="{5F4E362F-5EE8-EEF9-2421-B131EDD7FA9D}"/>
              </a:ext>
            </a:extLst>
          </p:cNvPr>
          <p:cNvSpPr/>
          <p:nvPr/>
        </p:nvSpPr>
        <p:spPr>
          <a:xfrm>
            <a:off x="5618182" y="1024636"/>
            <a:ext cx="5321300" cy="28818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64" name="Arrow: Right 2063">
            <a:extLst>
              <a:ext uri="{FF2B5EF4-FFF2-40B4-BE49-F238E27FC236}">
                <a16:creationId xmlns:a16="http://schemas.microsoft.com/office/drawing/2014/main" id="{F765619B-49C3-53D4-BA8F-E4B9A0E4DE87}"/>
              </a:ext>
            </a:extLst>
          </p:cNvPr>
          <p:cNvSpPr/>
          <p:nvPr/>
        </p:nvSpPr>
        <p:spPr>
          <a:xfrm>
            <a:off x="11122064" y="2297175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65" name="Arrow: Right 2064">
            <a:extLst>
              <a:ext uri="{FF2B5EF4-FFF2-40B4-BE49-F238E27FC236}">
                <a16:creationId xmlns:a16="http://schemas.microsoft.com/office/drawing/2014/main" id="{F8FF2116-B497-BEC0-E34E-EE78FB405377}"/>
              </a:ext>
            </a:extLst>
          </p:cNvPr>
          <p:cNvSpPr/>
          <p:nvPr/>
        </p:nvSpPr>
        <p:spPr>
          <a:xfrm>
            <a:off x="609600" y="5138012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66" name="Picture 2065">
            <a:extLst>
              <a:ext uri="{FF2B5EF4-FFF2-40B4-BE49-F238E27FC236}">
                <a16:creationId xmlns:a16="http://schemas.microsoft.com/office/drawing/2014/main" id="{D4AC8525-8143-A9FE-6BE5-3A4FCBAC2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987" y="4243191"/>
            <a:ext cx="477714" cy="2101057"/>
          </a:xfrm>
          <a:prstGeom prst="rect">
            <a:avLst/>
          </a:prstGeom>
        </p:spPr>
      </p:pic>
      <p:sp>
        <p:nvSpPr>
          <p:cNvPr id="2067" name="Rectangle: Rounded Corners 2066">
            <a:extLst>
              <a:ext uri="{FF2B5EF4-FFF2-40B4-BE49-F238E27FC236}">
                <a16:creationId xmlns:a16="http://schemas.microsoft.com/office/drawing/2014/main" id="{A0D65C4D-61EB-8A87-465F-5DE77D8387E4}"/>
              </a:ext>
            </a:extLst>
          </p:cNvPr>
          <p:cNvSpPr/>
          <p:nvPr/>
        </p:nvSpPr>
        <p:spPr>
          <a:xfrm>
            <a:off x="1793143" y="4212166"/>
            <a:ext cx="533401" cy="19261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68" name="Picture 2067">
            <a:extLst>
              <a:ext uri="{FF2B5EF4-FFF2-40B4-BE49-F238E27FC236}">
                <a16:creationId xmlns:a16="http://schemas.microsoft.com/office/drawing/2014/main" id="{D20499E4-A345-7EF0-4609-7C8534DD4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1895" y="4212166"/>
            <a:ext cx="1302152" cy="2101057"/>
          </a:xfrm>
          <a:prstGeom prst="rect">
            <a:avLst/>
          </a:prstGeom>
        </p:spPr>
      </p:pic>
      <p:sp>
        <p:nvSpPr>
          <p:cNvPr id="2069" name="Left Brace 2068">
            <a:extLst>
              <a:ext uri="{FF2B5EF4-FFF2-40B4-BE49-F238E27FC236}">
                <a16:creationId xmlns:a16="http://schemas.microsoft.com/office/drawing/2014/main" id="{7534623E-942D-F285-F719-9EFC62A42740}"/>
              </a:ext>
            </a:extLst>
          </p:cNvPr>
          <p:cNvSpPr/>
          <p:nvPr/>
        </p:nvSpPr>
        <p:spPr>
          <a:xfrm>
            <a:off x="4068114" y="4345515"/>
            <a:ext cx="121624" cy="1907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3D125AF8-B074-A5C6-0EFF-0B36B7589291}"/>
              </a:ext>
            </a:extLst>
          </p:cNvPr>
          <p:cNvSpPr txBox="1"/>
          <p:nvPr/>
        </p:nvSpPr>
        <p:spPr>
          <a:xfrm>
            <a:off x="5549361" y="5109053"/>
            <a:ext cx="71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ro-RO" dirty="0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3884401B-052C-5448-A466-92E2FA6E197A}"/>
              </a:ext>
            </a:extLst>
          </p:cNvPr>
          <p:cNvSpPr txBox="1"/>
          <p:nvPr/>
        </p:nvSpPr>
        <p:spPr>
          <a:xfrm>
            <a:off x="4317354" y="6344248"/>
            <a:ext cx="9912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Linear Layer</a:t>
            </a:r>
            <a:endParaRPr lang="ro-RO" sz="1200" dirty="0"/>
          </a:p>
        </p:txBody>
      </p:sp>
      <p:sp>
        <p:nvSpPr>
          <p:cNvPr id="2074" name="Arrow: Right 2073">
            <a:extLst>
              <a:ext uri="{FF2B5EF4-FFF2-40B4-BE49-F238E27FC236}">
                <a16:creationId xmlns:a16="http://schemas.microsoft.com/office/drawing/2014/main" id="{38BDFF5A-42E7-9F30-96DC-C24E28C423BB}"/>
              </a:ext>
            </a:extLst>
          </p:cNvPr>
          <p:cNvSpPr/>
          <p:nvPr/>
        </p:nvSpPr>
        <p:spPr>
          <a:xfrm>
            <a:off x="2685940" y="5138012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5" name="Left Brace 2074">
            <a:extLst>
              <a:ext uri="{FF2B5EF4-FFF2-40B4-BE49-F238E27FC236}">
                <a16:creationId xmlns:a16="http://schemas.microsoft.com/office/drawing/2014/main" id="{49C4F918-2864-23D4-6309-4AC2FF63130F}"/>
              </a:ext>
            </a:extLst>
          </p:cNvPr>
          <p:cNvSpPr/>
          <p:nvPr/>
        </p:nvSpPr>
        <p:spPr>
          <a:xfrm rot="10800000">
            <a:off x="5464047" y="4345516"/>
            <a:ext cx="132026" cy="19071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076" name="TextBox 2075">
            <a:extLst>
              <a:ext uri="{FF2B5EF4-FFF2-40B4-BE49-F238E27FC236}">
                <a16:creationId xmlns:a16="http://schemas.microsoft.com/office/drawing/2014/main" id="{B9D50A4C-0C02-E6BB-B761-63AEB0F00C4D}"/>
              </a:ext>
            </a:extLst>
          </p:cNvPr>
          <p:cNvSpPr txBox="1"/>
          <p:nvPr/>
        </p:nvSpPr>
        <p:spPr>
          <a:xfrm>
            <a:off x="3692890" y="5109053"/>
            <a:ext cx="436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48</a:t>
            </a:r>
            <a:endParaRPr lang="ro-RO" dirty="0"/>
          </a:p>
        </p:txBody>
      </p:sp>
      <p:sp>
        <p:nvSpPr>
          <p:cNvPr id="2077" name="Arrow: Right 2076">
            <a:extLst>
              <a:ext uri="{FF2B5EF4-FFF2-40B4-BE49-F238E27FC236}">
                <a16:creationId xmlns:a16="http://schemas.microsoft.com/office/drawing/2014/main" id="{79763A6A-FE56-052A-ABC1-806F5FF1EBF5}"/>
              </a:ext>
            </a:extLst>
          </p:cNvPr>
          <p:cNvSpPr/>
          <p:nvPr/>
        </p:nvSpPr>
        <p:spPr>
          <a:xfrm>
            <a:off x="6191140" y="5138010"/>
            <a:ext cx="955636" cy="3114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2079" name="Picture 2078">
            <a:extLst>
              <a:ext uri="{FF2B5EF4-FFF2-40B4-BE49-F238E27FC236}">
                <a16:creationId xmlns:a16="http://schemas.microsoft.com/office/drawing/2014/main" id="{8C58A516-8B72-2D16-E835-DC55CEAD9D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9398" y="4936462"/>
            <a:ext cx="4778302" cy="585886"/>
          </a:xfrm>
          <a:prstGeom prst="rect">
            <a:avLst/>
          </a:prstGeom>
        </p:spPr>
      </p:pic>
      <p:pic>
        <p:nvPicPr>
          <p:cNvPr id="2080" name="Picture 2079">
            <a:extLst>
              <a:ext uri="{FF2B5EF4-FFF2-40B4-BE49-F238E27FC236}">
                <a16:creationId xmlns:a16="http://schemas.microsoft.com/office/drawing/2014/main" id="{28CA18F5-7D27-DC8A-2351-A300A9183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106" y="1429046"/>
            <a:ext cx="3769452" cy="792480"/>
          </a:xfrm>
          <a:prstGeom prst="rect">
            <a:avLst/>
          </a:prstGeom>
        </p:spPr>
      </p:pic>
      <p:pic>
        <p:nvPicPr>
          <p:cNvPr id="2081" name="Picture 2080">
            <a:extLst>
              <a:ext uri="{FF2B5EF4-FFF2-40B4-BE49-F238E27FC236}">
                <a16:creationId xmlns:a16="http://schemas.microsoft.com/office/drawing/2014/main" id="{394468CE-7247-5CAA-7592-D4A1158F2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7514" y="2296100"/>
            <a:ext cx="4062636" cy="1296842"/>
          </a:xfrm>
          <a:prstGeom prst="rect">
            <a:avLst/>
          </a:prstGeom>
        </p:spPr>
      </p:pic>
      <p:sp>
        <p:nvSpPr>
          <p:cNvPr id="2082" name="TextBox 2081">
            <a:extLst>
              <a:ext uri="{FF2B5EF4-FFF2-40B4-BE49-F238E27FC236}">
                <a16:creationId xmlns:a16="http://schemas.microsoft.com/office/drawing/2014/main" id="{D5733E5B-18D4-3FE0-2E65-93C05D335567}"/>
              </a:ext>
            </a:extLst>
          </p:cNvPr>
          <p:cNvSpPr txBox="1"/>
          <p:nvPr/>
        </p:nvSpPr>
        <p:spPr>
          <a:xfrm>
            <a:off x="7147753" y="61644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Transformer Encoder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90105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219456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2933" dirty="0"/>
          </a:p>
        </p:txBody>
      </p:sp>
      <p:sp>
        <p:nvSpPr>
          <p:cNvPr id="4" name="Shape 2"/>
          <p:cNvSpPr/>
          <p:nvPr/>
        </p:nvSpPr>
        <p:spPr>
          <a:xfrm>
            <a:off x="487680" y="1097280"/>
            <a:ext cx="112166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97280"/>
            <a:ext cx="670560" cy="16824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645920"/>
            <a:ext cx="6705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92352" y="1207008"/>
            <a:ext cx="10241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first 18 test-set images in a 3×6 grid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1292352" y="1633728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plt.subplot(3,6,...), plt.imshow(), plt.axis('off'), and plt.title() with class names. Same structure as the training-set visualisation in section 1.1.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1292352" y="2304288"/>
            <a:ext cx="10241280" cy="341376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5504" y="2328672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Replace trainset with testset. The structure is identical.</a:t>
            </a:r>
            <a:endParaRPr lang="en-US" sz="1133" dirty="0"/>
          </a:p>
        </p:txBody>
      </p:sp>
      <p:sp>
        <p:nvSpPr>
          <p:cNvPr id="11" name="Shape 9"/>
          <p:cNvSpPr/>
          <p:nvPr/>
        </p:nvSpPr>
        <p:spPr>
          <a:xfrm>
            <a:off x="487680" y="2950464"/>
            <a:ext cx="112166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7680" y="2950464"/>
            <a:ext cx="670560" cy="16824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3499104"/>
            <a:ext cx="6705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92352" y="3060192"/>
            <a:ext cx="10241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print(config.num_classes) output?</a:t>
            </a:r>
            <a:endParaRPr lang="en-US" sz="1533" dirty="0"/>
          </a:p>
        </p:txBody>
      </p:sp>
      <p:sp>
        <p:nvSpPr>
          <p:cNvPr id="15" name="Text 13"/>
          <p:cNvSpPr/>
          <p:nvPr/>
        </p:nvSpPr>
        <p:spPr>
          <a:xfrm>
            <a:off x="1292352" y="3486912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class variable using dot notation. Explain what this value represents in the context of the CIFAR-10 classification task.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1292352" y="4157472"/>
            <a:ext cx="10241280" cy="341376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5504" y="4181856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Config defines num_classes = 10 (one class = one CIFAR-10 category: plane, car, bird, ...)</a:t>
            </a:r>
            <a:endParaRPr lang="en-US" sz="1133" dirty="0"/>
          </a:p>
        </p:txBody>
      </p:sp>
      <p:sp>
        <p:nvSpPr>
          <p:cNvPr id="18" name="Shape 16"/>
          <p:cNvSpPr/>
          <p:nvPr/>
        </p:nvSpPr>
        <p:spPr>
          <a:xfrm>
            <a:off x="487680" y="4803648"/>
            <a:ext cx="1121664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7680" y="4803648"/>
            <a:ext cx="670560" cy="16824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" y="5352288"/>
            <a:ext cx="67056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92352" y="4913376"/>
            <a:ext cx="102412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PatchEmbeddings output shape for a batch of 5</a:t>
            </a:r>
            <a:endParaRPr lang="en-US" sz="1533" dirty="0"/>
          </a:p>
        </p:txBody>
      </p:sp>
      <p:sp>
        <p:nvSpPr>
          <p:cNvPr id="22" name="Text 20"/>
          <p:cNvSpPr/>
          <p:nvPr/>
        </p:nvSpPr>
        <p:spPr>
          <a:xfrm>
            <a:off x="1292352" y="5340096"/>
            <a:ext cx="102412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torch.randn((5, 3, 32, 32)) to create 5 fake images. Pass through PatchEmbeddings. Print the shape and explain what each of the 3 numbers means.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1292352" y="6010656"/>
            <a:ext cx="10241280" cy="341376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5504" y="6035040"/>
            <a:ext cx="999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Expected: torch.Size([5, 64, 48])  →  5 images, 64 patches each, 48-dim vectors</a:t>
            </a:r>
            <a:endParaRPr lang="en-US" sz="113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9652-93F3-7080-446D-5FAA2200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9DFE17-8D6D-826D-B758-D295A8655F62}"/>
              </a:ext>
            </a:extLst>
          </p:cNvPr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Picture 2" descr="What I cannot create, I do not understand&quot; - Richard Feynman At the end of  March, I stepped down from the position of PrecisionLoop's CEO. The last  4.5 years at AI startups">
            <a:extLst>
              <a:ext uri="{FF2B5EF4-FFF2-40B4-BE49-F238E27FC236}">
                <a16:creationId xmlns:a16="http://schemas.microsoft.com/office/drawing/2014/main" id="{9D02F9B2-1C03-5E0E-3150-DA618318D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234" y="918833"/>
            <a:ext cx="9003532" cy="502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651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First 18 Test-Set Images in a 3×6 Grid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950976"/>
            <a:ext cx="11265408" cy="536448"/>
          </a:xfrm>
          <a:prstGeom prst="rect">
            <a:avLst/>
          </a:prstGeom>
          <a:solidFill>
            <a:srgbClr val="E3F2FD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7536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7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Plot the first 18 images from testset in a 3×6 grid. Use axis('off') and place the class name as the title of each image.</a:t>
            </a:r>
            <a:endParaRPr lang="en-US" sz="1307" dirty="0"/>
          </a:p>
        </p:txBody>
      </p:sp>
      <p:sp>
        <p:nvSpPr>
          <p:cNvPr id="8" name="Shape 6"/>
          <p:cNvSpPr/>
          <p:nvPr/>
        </p:nvSpPr>
        <p:spPr>
          <a:xfrm>
            <a:off x="463296" y="1609344"/>
            <a:ext cx="11265408" cy="1975104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408" y="1719072"/>
            <a:ext cx="1099718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plt.figure(figsize=(12, 6), dpi=100)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range(6):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plt.subplot(3, 6, 6*i+j+1)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plt.imshow(testset[6*i+j][0])        # [0] = image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plt.axis('off')                      # hide axis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plt.title(names[testset[6*i+j][1]], fontsize=12)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plt.subplots_adjust(hspace=0.20)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307" dirty="0"/>
          </a:p>
        </p:txBody>
      </p:sp>
      <p:sp>
        <p:nvSpPr>
          <p:cNvPr id="10" name="Shape 8"/>
          <p:cNvSpPr/>
          <p:nvPr/>
        </p:nvSpPr>
        <p:spPr>
          <a:xfrm>
            <a:off x="463296" y="3730752"/>
            <a:ext cx="5535168" cy="4145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75513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code (section 1.1)</a:t>
            </a:r>
            <a:endParaRPr lang="en-US" sz="1267" dirty="0"/>
          </a:p>
        </p:txBody>
      </p:sp>
      <p:sp>
        <p:nvSpPr>
          <p:cNvPr id="12" name="Shape 10"/>
          <p:cNvSpPr/>
          <p:nvPr/>
        </p:nvSpPr>
        <p:spPr>
          <a:xfrm>
            <a:off x="463296" y="4194048"/>
            <a:ext cx="5535168" cy="414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4218432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trainset[6*i+j][0]  ← image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463296" y="4657344"/>
            <a:ext cx="5535168" cy="414528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4681728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trainset[6*i+j][1]  ← label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463296" y="5120640"/>
            <a:ext cx="5535168" cy="414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514502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50,000 training images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6193536" y="3730752"/>
            <a:ext cx="5535168" cy="4145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5456" y="3755136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just change to testset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6193536" y="4194048"/>
            <a:ext cx="5535168" cy="414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9840" y="4218432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testset[6*i+j][0]   ← image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193536" y="4657344"/>
            <a:ext cx="5535168" cy="414528"/>
          </a:xfrm>
          <a:prstGeom prst="rect">
            <a:avLst/>
          </a:prstGeom>
          <a:solidFill>
            <a:srgbClr val="E8EEF4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9840" y="4681728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testset[6*i+j][1]   ← label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6193536" y="5120640"/>
            <a:ext cx="5535168" cy="4145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9840" y="5145024"/>
            <a:ext cx="5242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10,000 test images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463296" y="6217920"/>
            <a:ext cx="11265408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600" y="6266688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only change is  trainset → testset  on every line. Loop, grid, axis('off'), title, and hspace are all identical to section 1.1.</a:t>
            </a:r>
            <a:endParaRPr lang="en-US" sz="12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print(config.num_classes) Output?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950976"/>
            <a:ext cx="11265408" cy="536448"/>
          </a:xfrm>
          <a:prstGeom prst="rect">
            <a:avLst/>
          </a:prstGeom>
          <a:solidFill>
            <a:srgbClr val="E3F2FD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7536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7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Use dot notation to access config.num_classes. What is the output, and what does it mean in the context of CIFAR-10?</a:t>
            </a:r>
            <a:endParaRPr lang="en-US" sz="1307" dirty="0"/>
          </a:p>
        </p:txBody>
      </p:sp>
      <p:sp>
        <p:nvSpPr>
          <p:cNvPr id="8" name="Shape 6"/>
          <p:cNvSpPr/>
          <p:nvPr/>
        </p:nvSpPr>
        <p:spPr>
          <a:xfrm>
            <a:off x="463296" y="1550439"/>
            <a:ext cx="11265408" cy="2029968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408" y="1554480"/>
            <a:ext cx="10997184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Config: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patch_size=4  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hidden_size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=48  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num_hidden_layers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num_attention_heads=4  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intermediate_size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=4*48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image_size=32 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num_classes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=10  </a:t>
            </a:r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7" dirty="0" err="1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num_channels</a:t>
            </a:r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Config() </a:t>
            </a:r>
            <a:endParaRPr lang="en-US" sz="1307" dirty="0"/>
          </a:p>
          <a:p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print(config.num_classes)    # dot notation reads the class variable</a:t>
            </a:r>
            <a:endParaRPr lang="en-US" sz="1307" dirty="0"/>
          </a:p>
        </p:txBody>
      </p:sp>
      <p:sp>
        <p:nvSpPr>
          <p:cNvPr id="10" name="Shape 8"/>
          <p:cNvSpPr/>
          <p:nvPr/>
        </p:nvSpPr>
        <p:spPr>
          <a:xfrm>
            <a:off x="463296" y="3651504"/>
            <a:ext cx="11265408" cy="755904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" y="3688080"/>
            <a:ext cx="2438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609600" y="391972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933" dirty="0"/>
          </a:p>
        </p:txBody>
      </p:sp>
      <p:sp>
        <p:nvSpPr>
          <p:cNvPr id="13" name="Shape 11"/>
          <p:cNvSpPr/>
          <p:nvPr/>
        </p:nvSpPr>
        <p:spPr>
          <a:xfrm>
            <a:off x="463296" y="4529328"/>
            <a:ext cx="3608832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296" y="4529328"/>
            <a:ext cx="60960" cy="17312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626864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10?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21792" y="4968240"/>
            <a:ext cx="33649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has exactly 10 categories: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7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plane, car, bird, cat, deer, dog, frog, horse, ship, truck.</a:t>
            </a:r>
            <a:endParaRPr lang="en-US" sz="1173" i="1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has one label from 0–9.</a:t>
            </a:r>
            <a:endParaRPr lang="en-US" sz="1173" dirty="0"/>
          </a:p>
        </p:txBody>
      </p:sp>
      <p:sp>
        <p:nvSpPr>
          <p:cNvPr id="17" name="Shape 15"/>
          <p:cNvSpPr/>
          <p:nvPr/>
        </p:nvSpPr>
        <p:spPr>
          <a:xfrm>
            <a:off x="4267200" y="4529328"/>
            <a:ext cx="3608832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67200" y="4529328"/>
            <a:ext cx="60960" cy="17312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4626864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 used?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425696" y="4968240"/>
            <a:ext cx="33649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ViTForClassification: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self.classifier =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nn.Linear(hidden_size,    # 48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</a:t>
            </a:r>
            <a:r>
              <a:rPr lang="en-US" sz="1173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num_classes</a:t>
            </a:r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# 10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classifier output.</a:t>
            </a:r>
            <a:endParaRPr lang="en-US" sz="1173" dirty="0"/>
          </a:p>
        </p:txBody>
      </p:sp>
      <p:sp>
        <p:nvSpPr>
          <p:cNvPr id="21" name="Shape 19"/>
          <p:cNvSpPr/>
          <p:nvPr/>
        </p:nvSpPr>
        <p:spPr>
          <a:xfrm>
            <a:off x="8071104" y="4529328"/>
            <a:ext cx="3608832" cy="173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71104" y="4529328"/>
            <a:ext cx="60960" cy="17312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626864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10 outputs mean?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8229600" y="4968240"/>
            <a:ext cx="336499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produces 10 raw logit scores. </a:t>
            </a:r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of the highest score = predicted class:</a:t>
            </a:r>
            <a:endParaRPr lang="en-US" sz="1173" dirty="0"/>
          </a:p>
          <a:p>
            <a:r>
              <a:rPr lang="en-US" sz="117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</a:p>
          <a:p>
            <a:r>
              <a:rPr lang="en-US" sz="117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predictions =  torch.argmax(logits, dim=1)</a:t>
            </a:r>
            <a:endParaRPr lang="en-US" sz="1173" i="1" dirty="0"/>
          </a:p>
        </p:txBody>
      </p:sp>
      <p:sp>
        <p:nvSpPr>
          <p:cNvPr id="25" name="Shape 23"/>
          <p:cNvSpPr/>
          <p:nvPr/>
        </p:nvSpPr>
        <p:spPr>
          <a:xfrm>
            <a:off x="463296" y="6358128"/>
            <a:ext cx="11265408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6406896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All Config fields use dot notation: </a:t>
            </a:r>
            <a:r>
              <a:rPr lang="en-US" sz="124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config.hidden_size</a:t>
            </a:r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48  |  </a:t>
            </a:r>
            <a:r>
              <a:rPr lang="en-US" sz="124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config.patch_size</a:t>
            </a:r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  |  </a:t>
            </a:r>
            <a:r>
              <a:rPr lang="en-US" sz="124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config.num_attention_heads</a:t>
            </a:r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  |  </a:t>
            </a:r>
            <a:r>
              <a:rPr lang="en-US" sz="1240" dirty="0" err="1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config.image_size</a:t>
            </a:r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32</a:t>
            </a:r>
            <a:endParaRPr lang="en-US" sz="12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3296" y="170688"/>
            <a:ext cx="902208" cy="609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63296" y="182880"/>
            <a:ext cx="902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1463040" y="18288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PatchEmbeddings Output Shape for a Batch of 5</a:t>
            </a:r>
            <a:endParaRPr lang="en-US" sz="2667" dirty="0"/>
          </a:p>
        </p:txBody>
      </p:sp>
      <p:sp>
        <p:nvSpPr>
          <p:cNvPr id="6" name="Shape 4"/>
          <p:cNvSpPr/>
          <p:nvPr/>
        </p:nvSpPr>
        <p:spPr>
          <a:xfrm>
            <a:off x="463296" y="950976"/>
            <a:ext cx="11265408" cy="536448"/>
          </a:xfrm>
          <a:prstGeom prst="rect">
            <a:avLst/>
          </a:prstGeom>
          <a:solidFill>
            <a:srgbClr val="E3F2FD"/>
          </a:solidFill>
          <a:ln w="889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7536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7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Generate torch.randn((5, 3, 32, 32)). Pass it through PatchEmbeddings. Print the shape and explain what each number means.</a:t>
            </a:r>
            <a:endParaRPr lang="en-US" sz="1307" dirty="0"/>
          </a:p>
        </p:txBody>
      </p:sp>
      <p:sp>
        <p:nvSpPr>
          <p:cNvPr id="8" name="Shape 6"/>
          <p:cNvSpPr/>
          <p:nvPr/>
        </p:nvSpPr>
        <p:spPr>
          <a:xfrm>
            <a:off x="463296" y="1609344"/>
            <a:ext cx="11265408" cy="1438656"/>
          </a:xfrm>
          <a:prstGeom prst="rect">
            <a:avLst/>
          </a:prstGeom>
          <a:solidFill>
            <a:srgbClr val="1E2A3A"/>
          </a:solidFill>
          <a:ln w="889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7408" y="1719072"/>
            <a:ext cx="1099718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patchembed = PatchEmbeddings(config)</a:t>
            </a:r>
            <a:endParaRPr lang="en-US" sz="1307" dirty="0"/>
          </a:p>
          <a:p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imgs = torch.randn((5, 3, 32, 32))   # 5 images, 3 RGB channels, 32×32 resolution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 = patchembed(imgs)</a:t>
            </a:r>
            <a:endParaRPr lang="en-US" sz="1307" dirty="0"/>
          </a:p>
          <a:p>
            <a:r>
              <a:rPr lang="en-US" sz="1307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print(out.shape)</a:t>
            </a:r>
            <a:endParaRPr lang="en-US" sz="1307" dirty="0"/>
          </a:p>
        </p:txBody>
      </p:sp>
      <p:sp>
        <p:nvSpPr>
          <p:cNvPr id="10" name="Shape 8"/>
          <p:cNvSpPr/>
          <p:nvPr/>
        </p:nvSpPr>
        <p:spPr>
          <a:xfrm>
            <a:off x="463296" y="3169920"/>
            <a:ext cx="11265408" cy="707136"/>
          </a:xfrm>
          <a:prstGeom prst="rect">
            <a:avLst/>
          </a:prstGeom>
          <a:solidFill>
            <a:srgbClr val="E8F5E9"/>
          </a:solidFill>
          <a:ln w="889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408" y="3255264"/>
            <a:ext cx="1126540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597408" y="3535680"/>
            <a:ext cx="110215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torch.Size([5, 64, 48])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63296" y="3974592"/>
            <a:ext cx="3608832" cy="1987296"/>
          </a:xfrm>
          <a:prstGeom prst="rect">
            <a:avLst/>
          </a:prstGeom>
          <a:solidFill>
            <a:srgbClr val="FFFFFF"/>
          </a:solidFill>
          <a:ln w="1524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296" y="3974592"/>
            <a:ext cx="3608832" cy="60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6336" y="4120896"/>
            <a:ext cx="633984" cy="6339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6336" y="4133088"/>
            <a:ext cx="6339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67" dirty="0"/>
          </a:p>
        </p:txBody>
      </p:sp>
      <p:sp>
        <p:nvSpPr>
          <p:cNvPr id="17" name="Text 15"/>
          <p:cNvSpPr/>
          <p:nvPr/>
        </p:nvSpPr>
        <p:spPr>
          <a:xfrm>
            <a:off x="585216" y="4852416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609600" y="5193792"/>
            <a:ext cx="33162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passed 5 images in at once.</a:t>
            </a:r>
            <a:endParaRPr lang="en-US" sz="1133" dirty="0"/>
          </a:p>
          <a:p>
            <a:endParaRPr lang="en-US" sz="1133" dirty="0"/>
          </a:p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training the DataLoader sends 32 per batch. </a:t>
            </a:r>
          </a:p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5 here just tests the shape logic.</a:t>
            </a:r>
            <a:endParaRPr lang="en-US" sz="1133" dirty="0"/>
          </a:p>
        </p:txBody>
      </p:sp>
      <p:sp>
        <p:nvSpPr>
          <p:cNvPr id="19" name="Shape 17"/>
          <p:cNvSpPr/>
          <p:nvPr/>
        </p:nvSpPr>
        <p:spPr>
          <a:xfrm>
            <a:off x="4267200" y="3974592"/>
            <a:ext cx="3608832" cy="1987296"/>
          </a:xfrm>
          <a:prstGeom prst="rect">
            <a:avLst/>
          </a:prstGeom>
          <a:solidFill>
            <a:srgbClr val="FFFFFF"/>
          </a:solidFill>
          <a:ln w="1524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7200" y="3974592"/>
            <a:ext cx="3608832" cy="60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30240" y="4120896"/>
            <a:ext cx="633984" cy="63398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30240" y="4133088"/>
            <a:ext cx="6339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67" dirty="0"/>
          </a:p>
        </p:txBody>
      </p:sp>
      <p:sp>
        <p:nvSpPr>
          <p:cNvPr id="23" name="Text 21"/>
          <p:cNvSpPr/>
          <p:nvPr/>
        </p:nvSpPr>
        <p:spPr>
          <a:xfrm>
            <a:off x="4389120" y="4852416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per image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4413504" y="5193792"/>
            <a:ext cx="33162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32×32 image → 8×8 grid:</a:t>
            </a:r>
            <a:endParaRPr lang="en-US" sz="1133" dirty="0"/>
          </a:p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32 ÷ patch_size(4) = 8</a:t>
            </a:r>
            <a:endParaRPr lang="en-US" sz="1133" dirty="0"/>
          </a:p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8 × 8 = 64 patches per image.</a:t>
            </a:r>
            <a:endParaRPr lang="en-US" sz="1133" dirty="0"/>
          </a:p>
        </p:txBody>
      </p:sp>
      <p:sp>
        <p:nvSpPr>
          <p:cNvPr id="25" name="Shape 23"/>
          <p:cNvSpPr/>
          <p:nvPr/>
        </p:nvSpPr>
        <p:spPr>
          <a:xfrm>
            <a:off x="8071104" y="3974592"/>
            <a:ext cx="3608832" cy="1987296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71104" y="3974592"/>
            <a:ext cx="3608832" cy="60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34144" y="4120896"/>
            <a:ext cx="633984" cy="6339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34144" y="4133088"/>
            <a:ext cx="6339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67" dirty="0"/>
          </a:p>
        </p:txBody>
      </p:sp>
      <p:sp>
        <p:nvSpPr>
          <p:cNvPr id="29" name="Text 27"/>
          <p:cNvSpPr/>
          <p:nvPr/>
        </p:nvSpPr>
        <p:spPr>
          <a:xfrm>
            <a:off x="8193024" y="4852416"/>
            <a:ext cx="3364992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vector size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8217408" y="5193792"/>
            <a:ext cx="3316224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maps each 4×4 patch to a 48-dim vector.</a:t>
            </a:r>
            <a:endParaRPr lang="en-US" sz="1133" dirty="0"/>
          </a:p>
          <a:p>
            <a:endParaRPr lang="en-US" sz="1133" dirty="0"/>
          </a:p>
          <a:p>
            <a:r>
              <a:rPr lang="en-US" sz="11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= config.hidden_size — the token dimension throughout the model.</a:t>
            </a:r>
            <a:endParaRPr lang="en-US" sz="1133" dirty="0"/>
          </a:p>
        </p:txBody>
      </p:sp>
      <p:sp>
        <p:nvSpPr>
          <p:cNvPr id="31" name="Shape 29"/>
          <p:cNvSpPr/>
          <p:nvPr/>
        </p:nvSpPr>
        <p:spPr>
          <a:xfrm>
            <a:off x="463296" y="6217920"/>
            <a:ext cx="11265408" cy="438912"/>
          </a:xfrm>
          <a:prstGeom prst="rect">
            <a:avLst/>
          </a:prstGeom>
          <a:solidFill>
            <a:srgbClr val="FFF8E1"/>
          </a:solidFill>
          <a:ln w="889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600" y="6266688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4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Lab demo: torch.randn((1,3,32,32)) → [1,64,48]. Changing 1→5 only affects the batch dimension. 64 patches and 48-dim encoding are always fixed for 32×32 images.</a:t>
            </a:r>
            <a:endParaRPr lang="en-US" sz="12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41339-F51E-6D1F-BDF0-3E91B2AED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140" y="2435225"/>
            <a:ext cx="5996940" cy="1325563"/>
          </a:xfrm>
        </p:spPr>
        <p:txBody>
          <a:bodyPr>
            <a:normAutofit/>
          </a:bodyPr>
          <a:lstStyle/>
          <a:p>
            <a:r>
              <a:rPr lang="en-US" sz="8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4932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5837</TotalTime>
  <Words>4335</Words>
  <Application>Microsoft Office PowerPoint</Application>
  <PresentationFormat>Widescreen</PresentationFormat>
  <Paragraphs>526</Paragraphs>
  <Slides>35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Grafică asistată de calculator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Company>evosoft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Grigore Atimut, Ionut Orlando (ADV D EU RO IFA AI DN)</dc:creator>
  <cp:lastModifiedBy>ionut grigore</cp:lastModifiedBy>
  <cp:revision>140</cp:revision>
  <dcterms:created xsi:type="dcterms:W3CDTF">2024-09-13T06:53:36Z</dcterms:created>
  <dcterms:modified xsi:type="dcterms:W3CDTF">2026-03-09T11:12:57Z</dcterms:modified>
</cp:coreProperties>
</file>