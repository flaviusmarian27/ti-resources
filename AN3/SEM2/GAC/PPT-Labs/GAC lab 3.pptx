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96" r:id="rId3"/>
    <p:sldId id="322" r:id="rId4"/>
    <p:sldId id="321" r:id="rId5"/>
    <p:sldId id="393" r:id="rId6"/>
    <p:sldId id="403" r:id="rId7"/>
    <p:sldId id="323" r:id="rId8"/>
    <p:sldId id="259" r:id="rId9"/>
    <p:sldId id="394" r:id="rId10"/>
    <p:sldId id="319" r:id="rId11"/>
    <p:sldId id="396" r:id="rId12"/>
    <p:sldId id="260" r:id="rId13"/>
    <p:sldId id="395" r:id="rId14"/>
    <p:sldId id="261" r:id="rId15"/>
    <p:sldId id="402" r:id="rId16"/>
    <p:sldId id="411" r:id="rId17"/>
    <p:sldId id="397" r:id="rId18"/>
    <p:sldId id="268" r:id="rId19"/>
    <p:sldId id="264" r:id="rId20"/>
    <p:sldId id="398" r:id="rId21"/>
    <p:sldId id="265" r:id="rId22"/>
    <p:sldId id="399" r:id="rId23"/>
    <p:sldId id="406" r:id="rId24"/>
    <p:sldId id="407" r:id="rId25"/>
    <p:sldId id="400" r:id="rId26"/>
    <p:sldId id="267" r:id="rId27"/>
    <p:sldId id="401" r:id="rId28"/>
    <p:sldId id="410" r:id="rId29"/>
    <p:sldId id="405" r:id="rId30"/>
    <p:sldId id="275" r:id="rId31"/>
    <p:sldId id="276" r:id="rId32"/>
    <p:sldId id="388" r:id="rId33"/>
    <p:sldId id="274" r:id="rId34"/>
    <p:sldId id="318" r:id="rId35"/>
    <p:sldId id="408" r:id="rId36"/>
    <p:sldId id="257" r:id="rId37"/>
    <p:sldId id="258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F3D4CF-906D-4A2B-A884-17E1ADF724F4}" v="30" dt="2024-09-14T18:53:2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66" d="100"/>
          <a:sy n="66" d="100"/>
        </p:scale>
        <p:origin x="708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26.3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 24575,'31'-1'0,"-22"0"0,-1 1 0,1-1 0,-1 2 0,1-1 0,-1 1 0,0 0 0,13 4 0,-22-5 0,1 0 0,0 0 0,0 0 0,-1 0 0,1 0 0,0 0 0,0 0 0,-1 0 0,1 1 0,0-1 0,0 0 0,0 0 0,-1 0 0,1 0 0,0 0 0,0 0 0,0 1 0,0-1 0,-1 0 0,1 0 0,0 0 0,0 1 0,0-1 0,0 0 0,0 0 0,0 0 0,0 1 0,-1-1 0,1 0 0,0 0 0,0 0 0,0 1 0,0-1 0,0 0 0,0 0 0,0 1 0,0-1 0,0 0 0,0 0 0,0 1 0,0-1 0,1 0 0,-1 0 0,0 0 0,0 1 0,0-1 0,0 0 0,0 0 0,0 0 0,0 1 0,1-1 0,-1 0 0,0 0 0,0 0 0,0 0 0,0 1 0,1-1 0,-1 0 0,0 0 0,0 0 0,0 0 0,1 0 0,-1 0 0,0 0 0,1 1 0,-20 4 0,12-4 0,0 1 0,0-1 0,1 1 0,-1 1 0,1-1 0,-1 1 0,-10 6 0,16-7 0,-1-1 0,1 0 0,-1 1 0,1-1 0,-1 1 0,1-1 0,0 1 0,0 0 0,0-1 0,0 1 0,0 0 0,0 0 0,1 0 0,-1 0 0,0-1 0,1 1 0,0 0 0,-1 0 0,1 0 0,0 0 0,0 0 0,0 1 0,0-1 0,0 0 0,1 0 0,-1 0 0,1-1 0,-1 1 0,1 0 0,0 0 0,1 3 0,2 2 0,-1-1 0,1 0 0,1 1 0,-1-2 0,1 1 0,0 0 0,0-1 0,1 0 0,-1 0 0,1-1 0,0 0 0,1 0 0,7 4 0,6 2 0,0 0 0,1-2 0,23 6 0,-18-7 0,1-1 0,0-2 0,48 2 0,84-9 0,-56-1 0,1488 2 0,-815 4 0,1272-2 0,-2020-1 0,-23-1 0,-44-6 0,-241-7 0,148 10 0,-756-19 0,-3 25 0,367 0 0,319-9 0,-221-36 0,288 27 0,-2 6 0,-172 10 0,454 2 0,1721 47-2949,126 71-255,-1000-56 1140,-920-59 1897,118 6 162,-187-10 11,9 0 151,-1 0 1,1 0 0,-1-1-1,14-3 1,-20 4-47,0-1-1,-1 0 1,1 1-1,0-1 0,0 0 1,0 0-1,-1-1 1,1 1-1,0 0 1,-1 0-1,1-1 0,-1 1 1,0-1-1,1 1 1,-1-1-1,0 0 1,0 1-1,0-1 0,0 0 1,0 0-1,-1 0 1,2-2-1,-1 1 65,0 1 0,0-1 0,0 1 0,0-1 1,1 1-1,-1 0 0,1-1 0,-1 1 0,1 0 0,0 0 0,0 0 0,0 1 0,0-1 0,0 0 0,1 1 0,-1-1 0,0 1 0,5-2 1,4-1 127,-1 1 1,0 1 0,18-3 0,-15 3-71,18-3-148,3 0-35,-1-1 0,0-2 0,48-17 0,-73 22-50,0-1 0,0 0 0,0 0-1,-1 0 1,1-1 0,-1 0 0,0-1-1,-1 1 1,1-1 0,-1-1 0,0 1-1,-1-1 1,0 0 0,0 0 0,0 0-1,-1-1 1,0 0 0,-1 0-1,4-8 1,-6 12-97,-1 1-1,1 0 1,-1 0-1,1 0 1,-1 0-1,0 0 1,0-1-1,0 1 1,-1 0-1,1 0 1,-1 0-1,0 0 0,-1-5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33.5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1 520 24575,'1'6'0,"0"0"0,0-1 0,0 1 0,1 0 0,0-1 0,0 0 0,5 9 0,3 8 0,116 435 0,-112-396 0,90 414 0,-99-448 0,12 104 0,-13-86 0,0-21 0,-4-24 0,0 0 0,0 0 0,0 0 0,0 0 0,0-1 0,0 1 0,1 0 0,-1 0 0,0 0 0,0 0 0,0 0 0,0 0 0,0 0 0,0 0 0,0 0 0,0 0 0,0-1 0,1 1 0,-1 0 0,0 0 0,0 0 0,0 0 0,0 0 0,0 0 0,0 0 0,0 0 0,1 0 0,-1 0 0,0 0 0,0 0 0,0 0 0,0 0 0,0 0 0,0 0 0,1 0 0,-1 0 0,0 0 0,0 0 0,0 0 0,0 1 0,0-1 0,0 0 0,0 0 0,1 0 0,-1 0 0,0 0 0,0 0 0,0 0 0,0 0 0,0 0 0,0 0 0,0 1 0,0-1 0,0 0 0,0 0 0,0 0 0,0 0 0,0 0 0,4-14 0,-1 0 0,-1 0 0,0 0 0,-1-1 0,-1-26 0,1-8 0,9-80 0,49-231 0,-22 174 0,-33 172 0,-1 12 0,6 27 0,3 40 0,6 101 0,-9 75 0,-9-204 0,2 92 0,14 245 0,-16-368 0,5 18 0,-5-24 0,0 1 0,0-1 0,0 0 0,0 0 0,0 0 0,0 0 0,0 0 0,0 0 0,1 0 0,-1 0 0,0 0 0,0 1 0,0-1 0,0 0 0,0 0 0,0 0 0,0 0 0,0 0 0,1 0 0,-1 0 0,0 0 0,0 0 0,0 0 0,0 0 0,0 0 0,0 0 0,1 0 0,-1 0 0,0 0 0,0 0 0,0 0 0,0 0 0,0 0 0,0 0 0,0 0 0,1 0 0,-1 0 0,0-1 0,0 1 0,0 0 0,0 0 0,0 0 0,0 0 0,0 0 0,0 0 0,0 0 0,1 0 0,-1 0 0,0 0 0,0-1 0,0 1 0,8-17 0,22-79 0,-6 16 0,199-478-604,-125 330 448,-72 166 156,205-542 0,-219 570 0,-12 34 0,0 0 0,0 1 0,0-1 0,0 0 0,0 0 0,1 1 0,-1-1 0,0 0 0,0 0 0,0 0 0,0 1 0,0-1 0,0 0 0,0 0 0,0 0 0,1 1 0,-1-1 0,0 0 0,0 0 0,0 0 0,0 0 0,1 1 0,-1-1 0,0 0 0,0 0 0,0 0 0,1 0 0,-1 0 0,0 0 0,0 0 0,0 0 0,1 0 0,-1 1 0,0-1 0,0 0 0,1 0 0,-1 0 0,0 0 0,0 0 0,0 0 0,1-1 0,-1 1 0,0 0 0,0 0 0,1 0 0,-1 0 0,0 0 0,0 0 0,0 0 0,1 0 0,-1 0 0,0-1 0,0 1 0,0 0 0,0 0 0,1 0 0,-1 0 0,0-1 0,0 1 0,0 0 0,0 0 0,0 0 0,1-1 0,-1 1 0,0 0 0,0 0 0,0-1 0,6 18 87,-1 0-1,-1 0 1,0 0-1,-2 1 0,2 22 1,-1-12 28,29 503 43,-31 4-188,-2-467 28,0 31 2,-4-185 0,-17-536 0,10 214 0,2 121 0,10 287 0,-1-24 0,-4-33 0,5 55 0,-1 1 0,1 0 0,0-1 0,-1 1 0,1 0 0,-1 0 0,1-1 0,-1 1 0,0 0 0,1 0 0,-3-2 0,3 3 0,-1 0 0,1-1 0,0 1 0,-1 0 0,1 0 0,0 0 0,-1 0 0,1-1 0,0 1 0,-1 0 0,1 0 0,0 0 0,-1 0 0,1 0 0,-1 0 0,1 0 0,0 0 0,-1 0 0,1 0 0,0 0 0,-1 0 0,1 1 0,0-1 0,-1 0 0,1 0 0,0 0 0,-1 0 0,1 1 0,-1-1 0,-3 4 0,0 0 0,1 1 0,-1-1 0,1 1 0,0-1 0,1 1 0,-5 10 0,-169 425 3,118-281-101,-26 61-149,-41 109 19,123-321 228,-12 24 0,14-32 0,0 1 0,0-1 0,0 0 0,0 0 0,0 0 0,0 0 0,0 0 0,0 1 0,0-1 0,0 0 0,-1 0 0,1 0 0,0 0 0,0 0 0,0 1 0,0-1 0,0 0 0,0 0 0,-1 0 0,1 0 0,0 0 0,0 0 0,0 0 0,0 0 0,0 0 0,-1 0 0,1 0 0,0 0 0,0 0 0,0 0 0,0 1 0,-1-1 0,1 0 0,0-1 0,0 1 0,0 0 0,0 0 0,-1 0 0,1 0 0,0 0 0,0 0 0,0 0 0,0 0 0,-1 0 0,1 0 0,0 0 0,-4-18 0,2-259 0,6 161 0,6-785-526,-9 789 619,-1 106-40,1 1 0,-1-1 0,1 0-1,0 1 1,0-1 0,4-8 0,-5 14-51,0 0-1,0-1 1,0 1 0,0 0-1,0 0 1,0 0-1,0 0 1,0 0 0,0 0-1,0 0 1,0-1 0,0 1-1,1 0 1,-1 0-1,0 0 1,0 0 0,0 0-1,0 0 1,0 0 0,0 0-1,0 0 1,1 0-1,-1 0 1,0 0 0,0 0-1,0 0 1,0-1-1,0 1 1,1 0 0,-1 0-1,0 0 1,0 0 0,0 0-1,0 1 1,0-1-1,1 0 1,-1 0 0,0 0-1,0 0 1,0 0 0,0 0-1,0 0 1,0 0-1,1 0 1,-1 0 0,0 0-1,0 0 1,0 0-1,0 1 1,6 11 10,0 16-12,-1 0 0,-1 0 0,-1 47 0,-1-35 0,8 479-533,-1-16-73,12-259 1031,-19-233-404,0-1 1,1 0-1,4 14 0,0-15-21,-6-9 0,-1 0 0,0 0 0,1 0 0,-1 1 0,0-1 0,1-1 0,-1 1 0,0 0 0,1 0 0,-1 0 0,0 0 0,1 0 0,-1 0 0,0 0 0,0 0 0,1 0 0,-1-1 0,0 1 0,1 0 0,-1 0 0,0 0 0,0-1 0,1 1 0,-1 0 0,0 0 0,0-1 0,0 1 0,1-1 0,7-12 0,0-2 0,-1 1 0,-1-1 0,0 0 0,5-26 0,-4 19 0,107-293 585,-89 260-439,2 2 0,2 0 0,59-77 0,-62 98-146,1 0 0,2 2 0,33-28 0,-40 40 0,1 2 0,0 0 0,1 2 0,0 0 0,40-15 0,-13 12 0,1 2 0,1 2 0,0 3 0,68-5 0,221 3 0,-338 12 0,864 9-93,-372 23-339,-359-21 396,-102-9 36,-16-1 0,0 0 0,-1 1 0,28 7 0,-41-5 0,-13 0 0,-24 1 0,0-2 0,-35-1 0,32-1 0,-1041 0-1464,11-38 1,902 29 1463,137 7 0,-39-8 0,48 1 0,17 8 0,-1 0 0,1-1 0,0 1 0,0 0 0,0 0 0,0-1 0,0 1 0,0 0 0,0 0 0,0-1 0,0 1 0,-1 0 0,1 0 0,0-1 0,0 1 0,0 0 0,1-1 0,-1 1 0,0 0 0,0 0 0,0-1 0,0 1 0,0 0 0,0 0 0,0-1 0,0 1 0,0 0 0,1 0 0,-1-1 0,0 1 0,0 0 0,0 0 0,0 0 0,1-1 0,-1 1 0,0 0 0,0 0 0,1 0 0,-1 0 0,7-4 0,0 0 0,1 0 0,0 1 0,-1 1 0,1-1 0,9-1 0,236-42-9,14 18 205,-97 12 284,488-52-182,-572 62 521,-61 8-222,-25-2-591,0 0-1,0 0 1,0 0-1,0 0 0,1 0 1,-1 0-1,0 0 1,0 0-1,0 0 0,0 0 1,0 0-1,1 0 0,-1 1 1,0-1-1,0 0 1,0 0-1,0 0 0,0 0 1,0 0-1,0 0 1,0 1-1,1-1 0,-1 0 1,0 0-1,0 0 1,0 0-1,0 0 0,0 0 1,0 1-1,0-1 0,0 0 1,0 0-1,0 0 1,0 0-1,0 1 0,0-1 1,0 0-1,0 0 1,0 0-1,0 0 0,0 0 1,0 1-1,0-1 1,0 0-1,0 0 0,0 0 1,-1 0-1,1 0 0,0 1 1,0-1-1,0 0 1,0 0-1,0 0 0,0 0 1,0 0-1,-1 0 1,-4 4 22,0-1 0,0 1 1,-1-1-1,-8 3 1,-97 39-20,-204 54 0,-129-1-68,-166-11-393,4-49 298,605-37 154,-41 0 0,35 0 0,19-1 0,192-2 342,210 7 620,-388-4-962,1 1 0,-1 1 0,0 1 0,0 2 0,0 0 0,0 2 0,29 13 0,-51-19 0,0 0 0,0 1 0,-1-1 0,1 1 0,-1 0 0,1-1 0,-1 1 0,0 1 0,0-1 0,0 0 0,-1 1 0,1 0 0,-1-1 0,3 6 0,-4-6 0,0 1 0,0-1 0,0 0 0,-1 1 0,1 0 0,-1-1 0,1 1 0,-1-1 0,-1 1 0,1 0 0,0-1 0,-1 1 0,0-1 0,1 1 0,-2-1 0,1 0 0,0 1 0,-2 2 0,-1 2 0,-1-1 0,0 0 0,0-1 0,-1 1 0,1-1 0,-1 0 0,-1 0 0,1-1 0,-1 1 0,0-2 0,0 1 0,-1-1 0,1 0 0,-17 6 0,-3-1 0,-1 0 0,0-2 0,-33 4 0,-202 11 0,3-21 0,226-2 0,33 0 0,4 0 0,20-2 0,623-21-657,-513 23 419,791 1-355,60-1 644,-667-8-51,-271 4 0,-43 4 0,-4-1 0,-23 0 0,-552-6 0,383 9 0,-252 0 1437,2216-102-2036,-1550 80 899,242 7-1,-453 15-299,-1 0 0,0-1 0,0-1 0,0 0 0,1 0 0,-1-1 0,0 0 0,0 0 0,-1-1 0,1 0 0,0-1 0,-1 1 0,8-6 0,-3 1 0,0 1 0,0 1 0,1 0 0,0 1 0,0 1 0,0 0 0,0 1 0,26-3 0,11 3 0,60 4 0,-56 0 0,37-1 0,281 18 0,-362-17 0,0 1 0,0 1 0,17 6 0,-26-8 0,1 0 0,-1 0 0,0 0 0,0 1 0,1-1 0,-1 1 0,0-1 0,0 1 0,2 3 0,-3-5 0,0 1 0,-1 0 0,1 0 0,-1 0 0,0 0 0,1 0 0,-1 0 0,0 0 0,1-1 0,-1 1 0,0 0 0,0 0 0,0 0 0,0 0 0,0 0 0,0 0 0,0 0 0,0 0 0,0 0 0,0 0 0,-1 0 0,1 0 0,0 0 0,-2 2 0,2-3 0,0 1 0,0-1 0,-1 1 0,1-1 0,0 1 0,0-1 0,-1 1 0,1-1 0,-1 1 0,1-1 0,0 0 0,-1 1 0,1-1 0,-1 0 0,1 1 0,-1-1 0,1 0 0,-1 1 0,1-1 0,-1 0 0,1 0 0,-1 0 0,0 0 0,1 0 0,-1 1 0,1-1 0,-1 0 0,1 0 0,-1 0 0,0-1 0,-1 1 0,0-1 0,0 1 0,0-1 0,0 0 0,1 0 0,-1 0 0,0 0 0,0 0 0,-1-2 0,-4-2 0,1-1 0,-1-1 0,-6-8 0,3 0 0,0-1 0,2 1 0,-1-1 0,-7-23 0,-20-70 0,29 81 0,2 0 0,0 0 0,2-1 0,1 1 0,1-1 0,1 0 0,2 1 0,1-1 0,1 1 0,2-1 0,0 2 0,14-37 0,-18 61 0,13-30 0,-15 33 0,0 0 0,1-1 0,-1 1 0,0-1 0,0 1 0,1 0 0,-1-1 0,0 1 0,0 0 0,1-1 0,-1 1 0,0 0 0,1-1 0,-1 1 0,0 0 0,1 0 0,-1-1 0,1 1 0,-1 0 0,0 0 0,1 0 0,-1 0 0,1-1 0,-1 1 0,1 0 0,-1 0 0,1 0 0,-1 0 0,0 0 0,1 0 0,-1 0 0,1 0 0,-1 0 0,1 0 0,-1 1 0,1-1 0,-1 0 0,0 0 0,1 0 0,-1 1 0,1-1 0,-1 0 0,0 0 0,1 1 0,-1-1 0,0 0 0,1 0 0,-1 1 0,0-1 0,1 1 0,-1-1 0,0 0 0,0 1 0,0-1 0,1 0 0,-1 1 0,0-1 0,0 1 0,0-1 0,0 1 0,0-1 0,0 1 0,0-1 0,0 1 0,8 20 0,-1 0 0,-2 1 0,0-1 0,-1 1 0,1 28 0,-3 119 0,-2-123 0,0 48 0,5-1 0,30 173 0,-30-244 0,-2 0 0,0 0 0,-1 0 0,-2 0 0,0 0 0,-1 0 0,-7 32 0,7-46 0,-1 1 0,-1-1 0,0 1 0,0-1 0,-1 0 0,1 0 0,-2 0 0,1 0 0,-1-1 0,0 0 0,-1 0 0,0 0 0,0-1 0,0 0 0,-1 0 0,0 0 0,0-1 0,-1 0 0,1-1 0,-1 1 0,-9 3 0,-28 10 0,-2-2 0,0-2 0,0-3 0,-1-1 0,-72 5 0,-566-6 0,447-12 0,41 5 0,-229 32 0,210-19 0,12-1 0,26 0 0,-210-11 0,208-5 0,-825 2 0,815-14 0,16 0 0,-1 13 0,173 1 0,1 0 0,-1 0 0,0-1 0,0 0 0,0 1 0,1-1 0,-1 0 0,0 0 0,1 0 0,-6-4 0,8 5 0,-1-1 0,1 1 0,-1-1 0,1 0 0,-1 1 0,1-1 0,-1 0 0,1 0 0,0 1 0,-1-1 0,1 0 0,0 0 0,0 1 0,-1-1 0,1 0 0,0 0 0,0 0 0,0 0 0,0 1 0,0-1 0,0 0 0,0 0 0,1 0 0,-1 0 0,0 1 0,0-1 0,0 0 0,1 0 0,-1 1 0,1-1 0,-1 0 0,0 0 0,1 1 0,-1-1 0,1 0 0,0 1 0,-1-1 0,1 1 0,-1-1 0,1 1 0,1-1 0,4-5 0,0 1 0,0 0 0,1 0 0,-1 1 0,1 0 0,0 0 0,1 0 0,-1 1 0,1 0 0,10-2 0,15-3 0,41-4 0,-73 11 0,315-23-197,8 21-214,-198 3 249,1849 5 932,-1638-19-443,-72 2-2019,-200 10-5134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39.6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88 6 24575,'5'-4'0,"1"2"0,-5 16 0,-6 15 0,-8 2 0,-2 5 0,-2 0 0,1 0 0,4-3 0,3-2 0,4-1 0,3-2 0,1-1 0,1-1 0,-4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40.1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41.5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42.0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42.4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303 1 24575,'-13'5'0,"-24"1"0,-18 0 0,-9 3 0,-3 1 0,1-2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42.9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281 0 24575,'-4'5'0,"-7"1"0,-5 0 0,0 3 0,-2 1 0,-3 2 0,-1 5 0,-3 3 0,-5 3 0,-3-3 0,0-4 0,6 0 0,2-4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43.8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2226 0 24575,'-1'3'0,"0"0"0,-1-1 0,1 1 0,-1-1 0,0 1 0,0-1 0,0 0 0,0 0 0,0 0 0,0 0 0,0 0 0,-1 0 0,1 0 0,-1-1 0,-2 2 0,-4 3 0,-34 22 0,-1-2 0,-78 35 0,82-43 0,-487 209-555,144-66-99,9 21 314,9 41 266,335-201 220,1 1-1,1 2 0,1 0 0,1 2 1,1 1-1,2 1 0,1 1 0,1 1 1,-16 34-1,34-59-128,0-1 0,1 1 0,0 0 0,0 0 0,1 0 0,-1 1 0,1-1 0,1 0 0,-1 13 0,1-19-17,0 1 0,0-1 0,0 1 0,0 0 0,0-1 0,0 1 0,1-1 0,-1 1 0,0-1 0,0 1 0,0 0 0,1-1 0,-1 1 0,0-1 0,1 1 0,-1-1 0,0 0 0,1 1 0,-1-1 0,1 1 0,-1-1 0,1 1 0,-1-1 0,0 0 0,1 0 0,0 1 0,-1-1 0,1 0 0,-1 0 0,2 1 0,0-1 0,0 0 0,0 0 0,0 0 0,0-1 0,0 1 0,0 0 0,0-1 0,0 0 0,0 1 0,2-2 0,17-9 0,-1-1 0,0-1 0,27-23 0,-30 23 0,107-87 0,87-62 0,-121 104-160,186-88 0,-199 113 53,2 3 0,161-38 1,-230 66 106,54-8 0,-61 10 0,0 0 0,0-1 0,0 1 0,0 1 0,0-1 0,0 0 0,1 1 0,-1 0 0,-1-1 0,1 1 0,0 0 0,0 1 0,0-1 0,0 0 0,4 4 0,-6-4 0,0 0 0,0 1 0,0-1 0,-1 1 0,1-1 0,0 1 0,0-1 0,-1 1 0,1-1 0,-1 1 0,1 0 0,-1-1 0,0 1 0,0 0 0,0-1 0,0 1 0,0 0 0,0-1 0,0 1 0,0 0 0,-1-1 0,1 1 0,-1 0 0,0 2 0,-2 4 0,-1 0 0,1-1 0,-10 14 0,-8 8 57,-2-2 1,-1 0-1,-1-1 0,-51 39 1,28-24-1070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58.1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1500 1 24575,'29'1'0,"47"8"0,-8 1 0,375-3 0,-265-9 0,-111 2 0,-16-2 0,0 3 0,80 11 0,58 16 0,45 5 0,-154-20 0,89 10 0,-154-21 0,0 0 0,-1 2 0,1-1 0,-1 2 0,0 0 0,-1 0 0,22 13 0,16 5 0,-37-16 0,-1 0 0,1 1 0,-2 1 0,1 0 0,-1 0 0,0 1 0,-1 1 0,0 0 0,-1 0 0,15 21 0,-19-24 0,1 0 0,1 0 0,-1 0 0,1-1 0,1-1 0,-1 1 0,1-1 0,10 5 0,25 19 0,-36-26 0,-1 1 0,1-1 0,-1-1 0,1 1 0,0-1 0,0-1 0,1 0 0,-1 0 0,0 0 0,1-1 0,-1 0 0,1-1 0,9 0 0,13 1 0,-9 4 0,-22-5 0,0 0 0,0 0 0,0 0 0,0 1 0,0-1 0,0 0 0,0 0 0,0 0 0,0 1 0,0-1 0,0 0 0,0 0 0,-1 0 0,1 1 0,0-1 0,0 0 0,0 0 0,0 0 0,0 0 0,0 1 0,0-1 0,-1 0 0,1 0 0,0 0 0,0 0 0,0 0 0,0 0 0,-1 0 0,1 1 0,0-1 0,0 0 0,0 0 0,-1 0 0,1 0 0,0 0 0,0 0 0,0 0 0,0 0 0,-1 0 0,1 0 0,0 0 0,0 0 0,0 0 0,-1 0 0,-43 8 0,-427-1 0,285-9 0,-2012 2 0,2161-2 0,-51-8 0,-4-1 0,1 6 0,-102-10 0,94 7 0,60 6 0,-47-10 0,30 4-455,0 3 0,-101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26.3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 24575,'31'-1'0,"-22"0"0,-1 1 0,1-1 0,-1 2 0,1-1 0,-1 1 0,0 0 0,13 4 0,-22-5 0,1 0 0,0 0 0,0 0 0,-1 0 0,1 0 0,0 0 0,0 0 0,-1 0 0,1 1 0,0-1 0,0 0 0,0 0 0,-1 0 0,1 0 0,0 0 0,0 0 0,0 1 0,0-1 0,-1 0 0,1 0 0,0 0 0,0 1 0,0-1 0,0 0 0,0 0 0,0 0 0,0 1 0,-1-1 0,1 0 0,0 0 0,0 0 0,0 1 0,0-1 0,0 0 0,0 0 0,0 1 0,0-1 0,0 0 0,0 0 0,0 1 0,0-1 0,1 0 0,-1 0 0,0 0 0,0 1 0,0-1 0,0 0 0,0 0 0,0 0 0,0 1 0,1-1 0,-1 0 0,0 0 0,0 0 0,0 0 0,0 1 0,1-1 0,-1 0 0,0 0 0,0 0 0,0 0 0,1 0 0,-1 0 0,0 0 0,1 1 0,-20 4 0,12-4 0,0 1 0,0-1 0,1 1 0,-1 1 0,1-1 0,-1 1 0,-10 6 0,16-7 0,-1-1 0,1 0 0,-1 1 0,1-1 0,-1 1 0,1-1 0,0 1 0,0 0 0,0-1 0,0 1 0,0 0 0,0 0 0,1 0 0,-1 0 0,0-1 0,1 1 0,0 0 0,-1 0 0,1 0 0,0 0 0,0 0 0,0 1 0,0-1 0,0 0 0,1 0 0,-1 0 0,1-1 0,-1 1 0,1 0 0,0 0 0,1 3 0,2 2 0,-1-1 0,1 0 0,1 1 0,-1-2 0,1 1 0,0 0 0,0-1 0,1 0 0,-1 0 0,1-1 0,0 0 0,1 0 0,7 4 0,6 2 0,0 0 0,1-2 0,23 6 0,-18-7 0,1-1 0,0-2 0,48 2 0,84-9 0,-56-1 0,1488 2 0,-815 4 0,1272-2 0,-2020-1 0,-23-1 0,-44-6 0,-241-7 0,148 10 0,-756-19 0,-3 25 0,367 0 0,319-9 0,-221-36 0,288 27 0,-2 6 0,-172 10 0,454 2 0,1721 47-2949,126 71-255,-1000-56 1140,-920-59 1897,118 6 162,-187-10 11,9 0 151,-1 0 1,1 0 0,-1-1-1,14-3 1,-20 4-47,0-1-1,-1 0 1,1 1-1,0-1 0,0 0 1,0 0-1,-1-1 1,1 1-1,0 0 1,-1 0-1,1-1 0,-1 1 1,0-1-1,1 1 1,-1-1-1,0 0 1,0 1-1,0-1 0,0 0 1,0 0-1,-1 0 1,2-2-1,-1 1 65,0 1 0,0-1 0,0 1 0,0-1 1,1 1-1,-1 0 0,1-1 0,-1 1 0,1 0 0,0 0 0,0 0 0,0 1 0,0-1 0,0 0 0,1 1 0,-1-1 0,0 1 0,5-2 1,4-1 127,-1 1 1,0 1 0,18-3 0,-15 3-71,18-3-148,3 0-35,-1-1 0,0-2 0,48-17 0,-73 22-50,0-1 0,0 0 0,0 0-1,-1 0 1,1-1 0,-1 0 0,0-1-1,-1 1 1,1-1 0,-1-1 0,0 1-1,-1-1 1,0 0 0,0 0 0,0 0-1,-1-1 1,0 0 0,-1 0-1,4-8 1,-6 12-97,-1 1-1,1 0 1,-1 0-1,1 0 1,-1 0-1,0 0 1,0-1-1,0 1 1,-1 0-1,1 0 1,-1 0-1,0 0 0,-1-5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33.5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1 520 24575,'1'6'0,"0"0"0,0-1 0,0 1 0,1 0 0,0-1 0,0 0 0,5 9 0,3 8 0,116 435 0,-112-396 0,90 414 0,-99-448 0,12 104 0,-13-86 0,0-21 0,-4-24 0,0 0 0,0 0 0,0 0 0,0 0 0,0-1 0,0 1 0,1 0 0,-1 0 0,0 0 0,0 0 0,0 0 0,0 0 0,0 0 0,0 0 0,0 0 0,0 0 0,0-1 0,1 1 0,-1 0 0,0 0 0,0 0 0,0 0 0,0 0 0,0 0 0,0 0 0,0 0 0,1 0 0,-1 0 0,0 0 0,0 0 0,0 0 0,0 0 0,0 0 0,0 0 0,1 0 0,-1 0 0,0 0 0,0 0 0,0 0 0,0 1 0,0-1 0,0 0 0,0 0 0,1 0 0,-1 0 0,0 0 0,0 0 0,0 0 0,0 0 0,0 0 0,0 0 0,0 1 0,0-1 0,0 0 0,0 0 0,0 0 0,0 0 0,0 0 0,4-14 0,-1 0 0,-1 0 0,0 0 0,-1-1 0,-1-26 0,1-8 0,9-80 0,49-231 0,-22 174 0,-33 172 0,-1 12 0,6 27 0,3 40 0,6 101 0,-9 75 0,-9-204 0,2 92 0,14 245 0,-16-368 0,5 18 0,-5-24 0,0 1 0,0-1 0,0 0 0,0 0 0,0 0 0,0 0 0,0 0 0,0 0 0,1 0 0,-1 0 0,0 0 0,0 1 0,0-1 0,0 0 0,0 0 0,0 0 0,0 0 0,0 0 0,1 0 0,-1 0 0,0 0 0,0 0 0,0 0 0,0 0 0,0 0 0,0 0 0,1 0 0,-1 0 0,0 0 0,0 0 0,0 0 0,0 0 0,0 0 0,0 0 0,0 0 0,1 0 0,-1 0 0,0-1 0,0 1 0,0 0 0,0 0 0,0 0 0,0 0 0,0 0 0,0 0 0,0 0 0,1 0 0,-1 0 0,0 0 0,0-1 0,0 1 0,8-17 0,22-79 0,-6 16 0,199-478-604,-125 330 448,-72 166 156,205-542 0,-219 570 0,-12 34 0,0 0 0,0 1 0,0-1 0,0 0 0,0 0 0,1 1 0,-1-1 0,0 0 0,0 0 0,0 0 0,0 1 0,0-1 0,0 0 0,0 0 0,0 0 0,1 1 0,-1-1 0,0 0 0,0 0 0,0 0 0,0 0 0,1 1 0,-1-1 0,0 0 0,0 0 0,0 0 0,1 0 0,-1 0 0,0 0 0,0 0 0,0 0 0,1 0 0,-1 1 0,0-1 0,0 0 0,1 0 0,-1 0 0,0 0 0,0 0 0,0 0 0,1-1 0,-1 1 0,0 0 0,0 0 0,1 0 0,-1 0 0,0 0 0,0 0 0,0 0 0,1 0 0,-1 0 0,0-1 0,0 1 0,0 0 0,0 0 0,1 0 0,-1 0 0,0-1 0,0 1 0,0 0 0,0 0 0,0 0 0,1-1 0,-1 1 0,0 0 0,0 0 0,0-1 0,6 18 87,-1 0-1,-1 0 1,0 0-1,-2 1 0,2 22 1,-1-12 28,29 503 43,-31 4-188,-2-467 28,0 31 2,-4-185 0,-17-536 0,10 214 0,2 121 0,10 287 0,-1-24 0,-4-33 0,5 55 0,-1 1 0,1 0 0,0-1 0,-1 1 0,1 0 0,-1 0 0,1-1 0,-1 1 0,0 0 0,1 0 0,-3-2 0,3 3 0,-1 0 0,1-1 0,0 1 0,-1 0 0,1 0 0,0 0 0,-1 0 0,1-1 0,0 1 0,-1 0 0,1 0 0,0 0 0,-1 0 0,1 0 0,-1 0 0,1 0 0,0 0 0,-1 0 0,1 0 0,0 0 0,-1 0 0,1 1 0,0-1 0,-1 0 0,1 0 0,0 0 0,-1 0 0,1 1 0,-1-1 0,-3 4 0,0 0 0,1 1 0,-1-1 0,1 1 0,0-1 0,1 1 0,-5 10 0,-169 425 3,118-281-101,-26 61-149,-41 109 19,123-321 228,-12 24 0,14-32 0,0 1 0,0-1 0,0 0 0,0 0 0,0 0 0,0 0 0,0 0 0,0 1 0,0-1 0,0 0 0,-1 0 0,1 0 0,0 0 0,0 0 0,0 1 0,0-1 0,0 0 0,0 0 0,-1 0 0,1 0 0,0 0 0,0 0 0,0 0 0,0 0 0,0 0 0,-1 0 0,1 0 0,0 0 0,0 0 0,0 0 0,0 1 0,-1-1 0,1 0 0,0-1 0,0 1 0,0 0 0,0 0 0,-1 0 0,1 0 0,0 0 0,0 0 0,0 0 0,0 0 0,-1 0 0,1 0 0,0 0 0,-4-18 0,2-259 0,6 161 0,6-785-526,-9 789 619,-1 106-40,1 1 0,-1-1 0,1 0-1,0 1 1,0-1 0,4-8 0,-5 14-51,0 0-1,0-1 1,0 1 0,0 0-1,0 0 1,0 0-1,0 0 1,0 0 0,0 0-1,0 0 1,0-1 0,0 1-1,1 0 1,-1 0-1,0 0 1,0 0 0,0 0-1,0 0 1,0 0 0,0 0-1,0 0 1,1 0-1,-1 0 1,0 0 0,0 0-1,0 0 1,0-1-1,0 1 1,1 0 0,-1 0-1,0 0 1,0 0 0,0 0-1,0 1 1,0-1-1,1 0 1,-1 0 0,0 0-1,0 0 1,0 0 0,0 0-1,0 0 1,0 0-1,1 0 1,-1 0 0,0 0-1,0 0 1,0 0-1,0 1 1,6 11 10,0 16-12,-1 0 0,-1 0 0,-1 47 0,-1-35 0,8 479-533,-1-16-73,12-259 1031,-19-233-404,0-1 1,1 0-1,4 14 0,0-15-21,-6-9 0,-1 0 0,0 0 0,1 0 0,-1 1 0,0-1 0,1-1 0,-1 1 0,0 0 0,1 0 0,-1 0 0,0 0 0,1 0 0,-1 0 0,0 0 0,0 0 0,1 0 0,-1-1 0,0 1 0,1 0 0,-1 0 0,0 0 0,0-1 0,1 1 0,-1 0 0,0 0 0,0-1 0,0 1 0,1-1 0,7-12 0,0-2 0,-1 1 0,-1-1 0,0 0 0,5-26 0,-4 19 0,107-293 585,-89 260-439,2 2 0,2 0 0,59-77 0,-62 98-146,1 0 0,2 2 0,33-28 0,-40 40 0,1 2 0,0 0 0,1 2 0,0 0 0,40-15 0,-13 12 0,1 2 0,1 2 0,0 3 0,68-5 0,221 3 0,-338 12 0,864 9-93,-372 23-339,-359-21 396,-102-9 36,-16-1 0,0 0 0,-1 1 0,28 7 0,-41-5 0,-13 0 0,-24 1 0,0-2 0,-35-1 0,32-1 0,-1041 0-1464,11-38 1,902 29 1463,137 7 0,-39-8 0,48 1 0,17 8 0,-1 0 0,1-1 0,0 1 0,0 0 0,0 0 0,0-1 0,0 1 0,0 0 0,0 0 0,0-1 0,0 1 0,-1 0 0,1 0 0,0-1 0,0 1 0,0 0 0,1-1 0,-1 1 0,0 0 0,0 0 0,0-1 0,0 1 0,0 0 0,0 0 0,0-1 0,0 1 0,0 0 0,1 0 0,-1-1 0,0 1 0,0 0 0,0 0 0,0 0 0,1-1 0,-1 1 0,0 0 0,0 0 0,1 0 0,-1 0 0,7-4 0,0 0 0,1 0 0,0 1 0,-1 1 0,1-1 0,9-1 0,236-42-9,14 18 205,-97 12 284,488-52-182,-572 62 521,-61 8-222,-25-2-591,0 0-1,0 0 1,0 0-1,0 0 0,1 0 1,-1 0-1,0 0 1,0 0-1,0 0 0,0 0 1,0 0-1,1 0 0,-1 1 1,0-1-1,0 0 1,0 0-1,0 0 0,0 0 1,0 0-1,0 0 1,0 1-1,1-1 0,-1 0 1,0 0-1,0 0 1,0 0-1,0 0 0,0 0 1,0 1-1,0-1 0,0 0 1,0 0-1,0 0 1,0 0-1,0 1 0,0-1 1,0 0-1,0 0 1,0 0-1,0 0 0,0 0 1,0 1-1,0-1 1,0 0-1,0 0 0,0 0 1,-1 0-1,1 0 0,0 1 1,0-1-1,0 0 1,0 0-1,0 0 0,0 0 1,0 0-1,-1 0 1,-4 4 22,0-1 0,0 1 1,-1-1-1,-8 3 1,-97 39-20,-204 54 0,-129-1-68,-166-11-393,4-49 298,605-37 154,-41 0 0,35 0 0,19-1 0,192-2 342,210 7 620,-388-4-962,1 1 0,-1 1 0,0 1 0,0 2 0,0 0 0,0 2 0,29 13 0,-51-19 0,0 0 0,0 1 0,-1-1 0,1 1 0,-1 0 0,1-1 0,-1 1 0,0 1 0,0-1 0,0 0 0,-1 1 0,1 0 0,-1-1 0,3 6 0,-4-6 0,0 1 0,0-1 0,0 0 0,-1 1 0,1 0 0,-1-1 0,1 1 0,-1-1 0,-1 1 0,1 0 0,0-1 0,-1 1 0,0-1 0,1 1 0,-2-1 0,1 0 0,0 1 0,-2 2 0,-1 2 0,-1-1 0,0 0 0,0-1 0,-1 1 0,1-1 0,-1 0 0,-1 0 0,1-1 0,-1 1 0,0-2 0,0 1 0,-1-1 0,1 0 0,-17 6 0,-3-1 0,-1 0 0,0-2 0,-33 4 0,-202 11 0,3-21 0,226-2 0,33 0 0,4 0 0,20-2 0,623-21-657,-513 23 419,791 1-355,60-1 644,-667-8-51,-271 4 0,-43 4 0,-4-1 0,-23 0 0,-552-6 0,383 9 0,-252 0 1437,2216-102-2036,-1550 80 899,242 7-1,-453 15-299,-1 0 0,0-1 0,0-1 0,0 0 0,1 0 0,-1-1 0,0 0 0,0 0 0,-1-1 0,1 0 0,0-1 0,-1 1 0,8-6 0,-3 1 0,0 1 0,0 1 0,1 0 0,0 1 0,0 1 0,0 0 0,0 1 0,26-3 0,11 3 0,60 4 0,-56 0 0,37-1 0,281 18 0,-362-17 0,0 1 0,0 1 0,17 6 0,-26-8 0,1 0 0,-1 0 0,0 0 0,0 1 0,1-1 0,-1 1 0,0-1 0,0 1 0,2 3 0,-3-5 0,0 1 0,-1 0 0,1 0 0,-1 0 0,0 0 0,1 0 0,-1 0 0,0 0 0,1-1 0,-1 1 0,0 0 0,0 0 0,0 0 0,0 0 0,0 0 0,0 0 0,0 0 0,0 0 0,0 0 0,0 0 0,-1 0 0,1 0 0,0 0 0,-2 2 0,2-3 0,0 1 0,0-1 0,-1 1 0,1-1 0,0 1 0,0-1 0,-1 1 0,1-1 0,-1 1 0,1-1 0,0 0 0,-1 1 0,1-1 0,-1 0 0,1 1 0,-1-1 0,1 0 0,-1 1 0,1-1 0,-1 0 0,1 0 0,-1 0 0,0 0 0,1 0 0,-1 1 0,1-1 0,-1 0 0,1 0 0,-1 0 0,0-1 0,-1 1 0,0-1 0,0 1 0,0-1 0,0 0 0,1 0 0,-1 0 0,0 0 0,0 0 0,-1-2 0,-4-2 0,1-1 0,-1-1 0,-6-8 0,3 0 0,0-1 0,2 1 0,-1-1 0,-7-23 0,-20-70 0,29 81 0,2 0 0,0 0 0,2-1 0,1 1 0,1-1 0,1 0 0,2 1 0,1-1 0,1 1 0,2-1 0,0 2 0,14-37 0,-18 61 0,13-30 0,-15 33 0,0 0 0,1-1 0,-1 1 0,0-1 0,0 1 0,1 0 0,-1-1 0,0 1 0,0 0 0,1-1 0,-1 1 0,0 0 0,1-1 0,-1 1 0,0 0 0,1 0 0,-1-1 0,1 1 0,-1 0 0,0 0 0,1 0 0,-1 0 0,1-1 0,-1 1 0,1 0 0,-1 0 0,1 0 0,-1 0 0,0 0 0,1 0 0,-1 0 0,1 0 0,-1 0 0,1 0 0,-1 1 0,1-1 0,-1 0 0,0 0 0,1 0 0,-1 1 0,1-1 0,-1 0 0,0 0 0,1 1 0,-1-1 0,0 0 0,1 0 0,-1 1 0,0-1 0,1 1 0,-1-1 0,0 0 0,0 1 0,0-1 0,1 0 0,-1 1 0,0-1 0,0 1 0,0-1 0,0 1 0,0-1 0,0 1 0,0-1 0,0 1 0,8 20 0,-1 0 0,-2 1 0,0-1 0,-1 1 0,1 28 0,-3 119 0,-2-123 0,0 48 0,5-1 0,30 173 0,-30-244 0,-2 0 0,0 0 0,-1 0 0,-2 0 0,0 0 0,-1 0 0,-7 32 0,7-46 0,-1 1 0,-1-1 0,0 1 0,0-1 0,-1 0 0,1 0 0,-2 0 0,1 0 0,-1-1 0,0 0 0,-1 0 0,0 0 0,0-1 0,0 0 0,-1 0 0,0 0 0,0-1 0,-1 0 0,1-1 0,-1 1 0,-9 3 0,-28 10 0,-2-2 0,0-2 0,0-3 0,-1-1 0,-72 5 0,-566-6 0,447-12 0,41 5 0,-229 32 0,210-19 0,12-1 0,26 0 0,-210-11 0,208-5 0,-825 2 0,815-14 0,16 0 0,-1 13 0,173 1 0,1 0 0,-1 0 0,0-1 0,0 0 0,0 1 0,1-1 0,-1 0 0,0 0 0,1 0 0,-6-4 0,8 5 0,-1-1 0,1 1 0,-1-1 0,1 0 0,-1 1 0,1-1 0,-1 0 0,1 0 0,0 1 0,-1-1 0,1 0 0,0 0 0,0 1 0,-1-1 0,1 0 0,0 0 0,0 0 0,0 0 0,0 1 0,0-1 0,0 0 0,0 0 0,1 0 0,-1 0 0,0 1 0,0-1 0,0 0 0,1 0 0,-1 1 0,1-1 0,-1 0 0,0 0 0,1 1 0,-1-1 0,1 0 0,0 1 0,-1-1 0,1 1 0,-1-1 0,1 1 0,1-1 0,4-5 0,0 1 0,0 0 0,1 0 0,-1 1 0,1 0 0,0 0 0,1 0 0,-1 1 0,1 0 0,10-2 0,15-3 0,41-4 0,-73 11 0,315-23-197,8 21-214,-198 3 249,1849 5 932,-1638-19-443,-72 2-2019,-200 10-5134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8:31:58.1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1500 1 24575,'29'1'0,"47"8"0,-8 1 0,375-3 0,-265-9 0,-111 2 0,-16-2 0,0 3 0,80 11 0,58 16 0,45 5 0,-154-20 0,89 10 0,-154-21 0,0 0 0,-1 2 0,1-1 0,-1 2 0,0 0 0,-1 0 0,22 13 0,16 5 0,-37-16 0,-1 0 0,1 1 0,-2 1 0,1 0 0,-1 0 0,0 1 0,-1 1 0,0 0 0,-1 0 0,15 21 0,-19-24 0,1 0 0,1 0 0,-1 0 0,1-1 0,1-1 0,-1 1 0,1-1 0,10 5 0,25 19 0,-36-26 0,-1 1 0,1-1 0,-1-1 0,1 1 0,0-1 0,0-1 0,1 0 0,-1 0 0,0 0 0,1-1 0,-1 0 0,1-1 0,9 0 0,13 1 0,-9 4 0,-22-5 0,0 0 0,0 0 0,0 0 0,0 1 0,0-1 0,0 0 0,0 0 0,0 0 0,0 1 0,0-1 0,0 0 0,0 0 0,-1 0 0,1 1 0,0-1 0,0 0 0,0 0 0,0 0 0,0 0 0,0 1 0,0-1 0,-1 0 0,1 0 0,0 0 0,0 0 0,0 0 0,0 0 0,-1 0 0,1 1 0,0-1 0,0 0 0,0 0 0,-1 0 0,1 0 0,0 0 0,0 0 0,0 0 0,0 0 0,-1 0 0,1 0 0,0 0 0,0 0 0,0 0 0,-1 0 0,-43 8 0,-427-1 0,285-9 0,-2012 2 0,2161-2 0,-51-8 0,-4-1 0,1 6 0,-102-10 0,94 7 0,60 6 0,-47-10 0,30 4-455,0 3 0,-101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4:33.2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 24575,'8'-1'0,"-1"0"0,0 0 0,0-1 0,0 1 0,9-5 0,20-4 0,11 5 0,1 1 0,-1 3 0,68 6 0,88 22 0,-140-20 0,1 3 0,117 35 0,-146-32 0,1-2 0,0-2 0,1-1 0,0-2 0,40 1 0,-49-7-1365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4:39.0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1402 30 24575,'13'1'0,"0"0"0,-1 1 0,23 6 0,13 3 0,306 20 0,4-26 0,-286-5 0,12 1 0,-2 1 0,1-4 0,84-12 0,-150 12 0,-1-1 0,1-1 0,-1 0 0,0-1 0,0-1 0,27-14 0,-43 20 0,1 0 0,-1 0 0,0 0 0,1 0 0,-1-1 0,1 1 0,-1 0 0,0 0 0,1-1 0,-1 1 0,0 0 0,1 0 0,-1-1 0,0 1 0,0 0 0,1-1 0,-1 1 0,0 0 0,0-1 0,0 1 0,1-1 0,-1 1 0,0 0 0,0-1 0,0 1 0,0-1 0,0 1 0,0 0 0,0-1 0,0 1 0,0-1 0,0 1 0,0 0 0,0-1 0,-1 0 0,0 0 0,0 0 0,0 1 0,0-1 0,0 0 0,0 1 0,-1-1 0,1 1 0,0-1 0,0 1 0,0 0 0,-3-1 0,-25-4 0,0 1 0,0 2 0,-45 1 0,29 1 0,-1079 0 0,508 2 0,249 15 0,-173 24-1365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6:05.6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3190 1 24575,'234'11'0,"-76"-1"0,512 44 0,-522-23 0,-101-19 0,-1-2 0,68 5 0,170-14 0,-128-3 0,-42 7 0,185 34 0,-184-20 0,162 6 0,-261-25 0,-35 0 0,-546-39-288,180 7-35,-345 10 400,-2 24 309,189 1-238,-1616-3-148,1950 15 0,40-2 0,147-12 0,0 0 0,-1 2 0,1 0 0,1 2 0,-1 0 0,-30 12 0,-121 47-1365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6:10.0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602 205 24575,'-543'0'0,"535"0"0,1-1 0,-1 1 0,1-1 0,-9-2 0,16 2 0,-1 1 0,0 0 0,1 0 0,-1 0 0,0 0 0,1-1 0,-1 1 0,1 0 0,-1-1 0,1 1 0,-1 0 0,0-1 0,1 1 0,0-1 0,-1 1 0,1-1 0,-1 1 0,1-1 0,-1 1 0,1-1 0,0 0 0,0 1 0,-1-2 0,1 1 0,0 0 0,1 0 0,-1 0 0,0 0 0,1 0 0,-1 0 0,1 0 0,-1 0 0,1 0 0,0 0 0,-1 0 0,1 0 0,0 0 0,0 1 0,0-1 0,-1 0 0,1 1 0,0-1 0,2-1 0,36-26 0,0 1 0,60-29 0,-78 46 0,0 1 0,1 0 0,0 2 0,0 1 0,1 1 0,0 0 0,26-1 0,22 5 0,110 11 0,69 25 0,61 5 0,-36-2 0,-214-27 0,17-2 0,1-3 0,115-7 0,10 1 0,206 27 0,178 3 0,540-31 0,-1118 1 0,0-1 0,-1 1 0,0 0 0,1 1 0,-1 0 0,11 4 0,-20-5 0,0 0 0,0 0 0,-1 0 0,1 0 0,0 0 0,0 0 0,-1 1 0,1-1 0,0 0 0,0 0 0,-1 0 0,1 0 0,0 1 0,0-1 0,0 0 0,0 0 0,-1 1 0,1-1 0,0 0 0,0 0 0,0 1 0,0-1 0,0 0 0,0 0 0,0 1 0,-1-1 0,1 0 0,0 1 0,0-1 0,0 0 0,0 0 0,0 1 0,0-1 0,1 0 0,-1 1 0,0-1 0,0 0 0,0 0 0,0 1 0,0-1 0,0 0 0,0 1 0,1-1 0,-1 0 0,0 0 0,0 0 0,0 1 0,0-1 0,1 0 0,-1 0 0,0 0 0,0 1 0,1-1 0,-1 0 0,0 0 0,0 0 0,1 0 0,-1 0 0,0 0 0,0 1 0,1-1 0,-1 0 0,0 0 0,1 0 0,-1 0 0,0 0 0,1 0 0,-1 0 0,0 0 0,-25 9 0,-36 2 0,0-3 0,0-3 0,-68-2 0,64-2 0,-293 1-1365,275-3-5461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6:15.7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9:00.7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48 24544,'4599'0'0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9:02.6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24575,'3568'0'-1365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9:06.7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32 24575,'29'-8'0,"0"2"0,1 1 0,-1 2 0,57 0 0,-46 2 0,787-4 0,-461 7 0,3261-2 0,-3592-1 0,-1 2 0,1 1 0,-1 2 0,59 13 0,-88-15 0,-1 0 0,1-1 0,-1 2 0,1-1 0,-1 0 0,0 1 0,0 0 0,0 0 0,0 0 0,0 1 0,-1-1 0,1 1 0,-1 0 0,0 0 0,0 0 0,-1 0 0,1 0 0,-1 1 0,0-1 0,0 1 0,0-1 0,-1 1 0,0 0 0,2 8 0,-1 9 0,-1 1 0,0-1 0,-2 0 0,-5 31 0,1 3 0,4 142-1365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8:21:38.7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24575,'0'0'0,"0"0"0,0 1 0,0-1 0,1 1 0,-1-1 0,0 0 0,0 1 0,1-1 0,-1 0 0,0 1 0,0-1 0,1 0 0,-1 1 0,0-1 0,1 0 0,-1 1 0,0-1 0,1 0 0,-1 0 0,1 0 0,-1 1 0,0-1 0,1 0 0,-1 0 0,1 0 0,-1 0 0,1 0 0,17 3 0,-12-2 0,102 12 0,199-2 0,-195-20 0,9 0 0,661 9-1365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8:21:39.7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568 4 24575,'-532'0'0,"497"-4"-1365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8:21:41.5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8:21:42.4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8:21:43.0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8:21:43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8:21:43.7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24575,'6'0'0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33.3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25 24575,'5'-3'0,"2"0"0,-1 0 0,0 1 0,0-1 0,1 1 0,0 1 0,-1-1 0,10 0 0,58-1 0,-56 3 0,1090-1 0,-515 3 0,32-2 0,-308 12 0,547-11 0,-413-2 0,-250 13-1365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34.7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24575,'1622'0'-1365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47.8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48.3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24575,'0'1'0,"0"2"0,0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48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24575,'0'1'0,"0"1"0,0 0 0,0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49.2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24575,'0'1'0,"0"1"0,0 1 0,0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2.6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3.4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4.7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5.2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5.6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24575,'0'1'0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6.1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7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8.2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09:58.6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0.8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1.2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1.6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7.5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8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8.6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9.1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09.6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0.4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0.8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2.3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3.2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3.8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4.4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5.1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6.4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6.7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7.5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7.9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18.7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24.5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25.7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26.2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26.8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27.5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28.2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31.2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31.9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32.6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34.9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36.0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36.9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39.9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40.9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56.9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58.1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24532,'0'670'0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0:59.8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1:00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1:07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24120,'1460'0'0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1:07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24575,'0'-1'0,"1"-1"0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11:08.3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1500 1 24575,'29'1'0,"47"8"0,-8 1 0,375-3 0,-265-9 0,-111 2 0,-16-2 0,0 3 0,80 11 0,58 16 0,45 5 0,-154-20 0,89 10 0,-154-21 0,0 0 0,-1 2 0,1-1 0,-1 2 0,0 0 0,-1 0 0,22 13 0,16 5 0,-37-16 0,-1 0 0,1 1 0,-2 1 0,1 0 0,-1 0 0,0 1 0,-1 1 0,0 0 0,-1 0 0,15 21 0,-19-24 0,1 0 0,1 0 0,-1 0 0,1-1 0,1-1 0,-1 1 0,1-1 0,10 5 0,25 19 0,-36-26 0,-1 1 0,1-1 0,-1-1 0,1 1 0,0-1 0,0-1 0,1 0 0,-1 0 0,0 0 0,1-1 0,-1 0 0,1-1 0,9 0 0,13 1 0,-9 4 0,-22-5 0,0 0 0,0 0 0,0 0 0,0 1 0,0-1 0,0 0 0,0 0 0,0 0 0,0 1 0,0-1 0,0 0 0,0 0 0,-1 0 0,1 1 0,0-1 0,0 0 0,0 0 0,0 0 0,0 0 0,0 1 0,0-1 0,-1 0 0,1 0 0,0 0 0,0 0 0,0 0 0,0 0 0,-1 0 0,1 1 0,0-1 0,0 0 0,0 0 0,-1 0 0,1 0 0,0 0 0,0 0 0,0 0 0,0 0 0,-1 0 0,1 0 0,0 0 0,0 0 0,0 0 0,-1 0 0,-43 8 0,-427-1 0,285-9 0,-2012 2 0,2161-2 0,-51-8 0,-4-1 0,1 6 0,-102-10 0,94 7 0,60 6 0,-47-10 0,30 4-455,0 3 0,-101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 24575,'8'-1'0,"-1"0"0,0 0 0,0-1 0,0 1 0,9-5 0,20-4 0,11 5 0,1 1 0,-1 3 0,68 6 0,88 22 0,-140-20 0,1 3 0,117 35 0,-146-32 0,1-2 0,0-2 0,1-1 0,0-2 0,40 1 0,-49-7-1365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1402 30 24575,'13'1'0,"0"0"0,-1 1 0,23 6 0,13 3 0,306 20 0,4-26 0,-286-5 0,12 1 0,-2 1 0,1-4 0,84-12 0,-150 12 0,-1-1 0,1-1 0,-1 0 0,0-1 0,0-1 0,27-14 0,-43 20 0,1 0 0,-1 0 0,0 0 0,1 0 0,-1-1 0,1 1 0,-1 0 0,0 0 0,1-1 0,-1 1 0,0 0 0,1 0 0,-1-1 0,0 1 0,0 0 0,1-1 0,-1 1 0,0 0 0,0-1 0,0 1 0,1-1 0,-1 1 0,0 0 0,0-1 0,0 1 0,0-1 0,0 1 0,0 0 0,0-1 0,0 1 0,0-1 0,0 1 0,0 0 0,0-1 0,-1 0 0,0 0 0,0 0 0,0 1 0,0-1 0,0 0 0,0 1 0,-1-1 0,1 1 0,0-1 0,0 1 0,0 0 0,-3-1 0,-25-4 0,0 1 0,0 2 0,-45 1 0,29 1 0,-1079 0 0,508 2 0,249 15 0,-173 24-1365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3190 1 24575,'234'11'0,"-76"-1"0,512 44 0,-522-23 0,-101-19 0,-1-2 0,68 5 0,170-14 0,-128-3 0,-42 7 0,185 34 0,-184-20 0,162 6 0,-261-25 0,-35 0 0,-546-39-288,180 7-35,-345 10 400,-2 24 309,189 1-238,-1616-3-148,1950 15 0,40-2 0,147-12 0,0 0 0,-1 2 0,1 0 0,1 2 0,-1 0 0,-30 12 0,-121 47-1365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602 205 24575,'-543'0'0,"535"0"0,1-1 0,-1 1 0,1-1 0,-9-2 0,16 2 0,-1 1 0,0 0 0,1 0 0,-1 0 0,0 0 0,1-1 0,-1 1 0,1 0 0,-1-1 0,1 1 0,-1 0 0,0-1 0,1 1 0,0-1 0,-1 1 0,1-1 0,-1 1 0,1-1 0,-1 1 0,1-1 0,0 0 0,0 1 0,-1-2 0,1 1 0,0 0 0,1 0 0,-1 0 0,0 0 0,1 0 0,-1 0 0,1 0 0,-1 0 0,1 0 0,0 0 0,-1 0 0,1 0 0,0 0 0,0 1 0,0-1 0,-1 0 0,1 1 0,0-1 0,2-1 0,36-26 0,0 1 0,60-29 0,-78 46 0,0 1 0,1 0 0,0 2 0,0 1 0,1 1 0,0 0 0,26-1 0,22 5 0,110 11 0,69 25 0,61 5 0,-36-2 0,-214-27 0,17-2 0,1-3 0,115-7 0,10 1 0,206 27 0,178 3 0,540-31 0,-1118 1 0,0-1 0,-1 1 0,0 0 0,1 1 0,-1 0 0,11 4 0,-20-5 0,0 0 0,0 0 0,-1 0 0,1 0 0,0 0 0,0 0 0,-1 1 0,1-1 0,0 0 0,0 0 0,-1 0 0,1 0 0,0 1 0,0-1 0,0 0 0,0 0 0,-1 1 0,1-1 0,0 0 0,0 0 0,0 1 0,0-1 0,0 0 0,0 0 0,0 1 0,-1-1 0,1 0 0,0 1 0,0-1 0,0 0 0,0 0 0,0 1 0,0-1 0,1 0 0,-1 1 0,0-1 0,0 0 0,0 0 0,0 1 0,0-1 0,0 0 0,0 1 0,1-1 0,-1 0 0,0 0 0,0 0 0,0 1 0,0-1 0,1 0 0,-1 0 0,0 0 0,0 1 0,1-1 0,-1 0 0,0 0 0,0 0 0,1 0 0,-1 0 0,0 0 0,0 1 0,1-1 0,-1 0 0,0 0 0,1 0 0,-1 0 0,0 0 0,1 0 0,-1 0 0,0 0 0,-25 9 0,-36 2 0,0-3 0,0-3 0,-68-2 0,64-2 0,-293 1-1365,275-3-5461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48 24544,'4599'0'0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24575,'3568'0'-1365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0:49:58.8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32 24575,'29'-8'0,"0"2"0,1 1 0,-1 2 0,57 0 0,-46 2 0,787-4 0,-461 7 0,3261-2 0,-3592-1 0,-1 2 0,1 1 0,-1 2 0,59 13 0,-88-15 0,-1 0 0,1-1 0,-1 2 0,1-1 0,-1 0 0,0 1 0,0 0 0,0 0 0,0 0 0,0 1 0,-1-1 0,1 1 0,-1 0 0,0 0 0,0 0 0,-1 0 0,1 0 0,-1 1 0,0-1 0,0 1 0,0-1 0,-1 1 0,0 0 0,2 8 0,-1 9 0,-1 1 0,0-1 0,-2 0 0,-5 31 0,1 3 0,4 142-1365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47:59.0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171 354 24575,'8'-3'0,"-1"1"0,1 0 0,0 0 0,-1 1 0,1-1 0,0 2 0,12-1 0,1 0 0,251-7 0,-114 6 0,-140 2 0,0-1 0,0 0 0,-1-2 0,1 0 0,-1-1 0,25-8 0,-25 1 0,-17 11 0,0 0 0,0 0 0,0-1 0,1 1 0,-1 0 0,0-1 0,0 1 0,0 0 0,0 0 0,0-1 0,0 1 0,0 0 0,0-1 0,0 1 0,0 0 0,0 0 0,0-1 0,0 1 0,0 0 0,0-1 0,0 1 0,0 0 0,0 0 0,0-1 0,-1 1 0,1 0 0,0-1 0,0 1 0,0 0 0,0 0 0,-1 0 0,1-1 0,0 1 0,-3-2 0,0 0 0,-1 0 0,1 1 0,0-1 0,0 1 0,-1 0 0,1 0 0,-7-1 0,-91-15 0,-146-5 0,155 16 0,55 4 0,-264-30 0,294 31 0,1-1 0,-1 1 0,1-1 0,-12-5 0,16 3 0,9 1 0,15 0 0,512-25 0,-132 10 0,164-28 0,29-9 0,-478 45 0,56-2 0,-144 12 0,578 19 0,-568-12 0,-38-7 0,-1 0 0,1 0 0,-1 0 0,0 0 0,1 0 0,-1 0 0,1 1 0,-1-1 0,0 0 0,1 0 0,-1 0 0,1 0 0,-1 0 0,0 1 0,1-1 0,-1 0 0,0 0 0,1 0 0,-1 1 0,0-1 0,1 0 0,-1 1 0,0-1 0,0 0 0,1 1 0,-1-1 0,0 0 0,0 1 0,0-1 0,1 0 0,-1 1 0,0-1 0,0 1 0,0-1 0,0 0 0,0 1 0,0-1 0,0 1 0,0-1 0,0 0 0,0 1 0,0-1 0,0 1 0,-1 0 0,-1 0 0,1 1 0,0-1 0,-1 0 0,1-1 0,0 1 0,-1 0 0,1 0 0,-1-1 0,-2 2 0,-30 9 0,-1-2 0,-51 7 0,20-5 0,-120 19-188,-276 9 0,-192-34-320,471-7 469,-337-1 39,1963 18 444,-1238-12-545,341 18 106,-535-20-5,32 4 0,-41-4 0,0-1 0,-1 0 0,1 1 0,0-1 0,-1 1 0,1-1 0,0 1 0,-1 0 0,1-1 0,-1 1 0,1 0 0,-1 0 0,0 0 0,1 1 0,-1-1 0,2 2 0,-3-2 0,1 0 0,-1 0 0,0 0 0,0 0 0,0 0 0,-1 0 0,1-1 0,0 1 0,0 0 0,0 0 0,-1 0 0,1 0 0,0 0 0,-1-1 0,1 1 0,0 0 0,-1 0 0,1-1 0,-1 1 0,0 0 0,1-1 0,-1 1 0,0 0 0,1-1 0,-1 1 0,0-1 0,1 1 0,-1-1 0,0 0 0,-1 1 0,-31 15 0,4-7 60,0-1 0,-1-1 0,-56 4 0,-101-3 255,141-7-295,-1113 1-3031,646-5 1947,-42 3 6,129-1 3233,522 1-629,527 9-298,1592 31-5408,-2137-40 4160,171 5 0,-240-5 0,1 1 0,0 0 0,16 5 0,-26-6 0,1 0 0,-1 0 0,0 0 0,0 0 0,0 0 0,0 0 0,0 0 0,1 0 0,-1 0 0,0 0 0,0 0 0,0 0 0,0 0 0,0 0 0,1 0 0,-1 0 0,0 1 0,0-1 0,0 0 0,0 0 0,0 0 0,0 0 0,0 0 0,0 0 0,1 0 0,-1 1 0,0-1 0,0 0 0,0 0 0,0 0 0,0 0 0,0 0 0,0 1 0,0-1 0,0 0 0,0 0 0,0 0 0,0 0 0,0 0 0,0 1 0,0-1 0,0 0 0,0 0 0,0 0 0,0 1 0,-10 3 0,-13 1 210,0-1-1,-41 1 0,33-3 103,-785 30 759,-4-31-41,476-2-892,-620 0-138,935 1 287,1 2-1,-1 2 0,-38 8 0,117-6-286,87-5 0,164 7 0,369 80 0,-567-73 0,-36-8 0,1-3 0,77-7 0,-44 1 0,769 1 0,-857 0 0,-1-1 0,1 0 0,0 0 0,0-2 0,-1 1 0,13-7 0,-11 5 0,-1 0 0,1 1 0,1 1 0,23-4 0,152-14 0,-12 0 0,39 15-1365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48:00.9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24575,'2007'0'0,"-1545"-12"0,20-1 0,-258 13 0,206 2 0,-406-1 0,6-1 0,-1 1 0,0 1 0,0 2 0,44 11 0,-71-15 0,-1 1 0,0-1 0,1 1 0,-1-1 0,0 1 0,1 0 0,-1 0 0,0 0 0,0-1 0,1 1 0,-1 0 0,1 2 0,-1-2 0,-1-1 0,0 1 0,0-1 0,0 0 0,0 1 0,1-1 0,-1 1 0,0-1 0,0 1 0,0-1 0,0 1 0,0-1 0,0 1 0,0-1 0,0 1 0,0-1 0,0 1 0,0-1 0,-1 1 0,1-1 0,0 1 0,0-1 0,0 1 0,-1-1 0,1 1 0,-3 2 0,0 0 0,0 0 0,0-1 0,0 1 0,0 0 0,0-1 0,-1 0 0,-3 2 0,-47 24 0,-2-2 0,0-2 0,-102 27 0,-189 21 0,304-64 0,-17 2 0,-115 7 0,-504-19 0,406-17-1365,207 10-5461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48:03.9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51 24575,'34'-1'0,"36"-6"0,-9 0 0,711-29-124,4 37-144,-359 1 120,2165-2 688,-2490 4-540,102 18 0,-170-18 0,-7-2 0,69 13 0,-77-13 0,-1 1 0,0 0 0,0 0 0,0 1 0,0 0 0,0 0 0,13 10 0,-20-13 0,1 0 0,-1 0 0,0 1 0,1-1 0,-1 0 0,0 0 0,0 1 0,0-1 0,0 0 0,0 1 0,0-1 0,0 1 0,-1-1 0,1 1 0,0 0 0,-1-1 0,1 1 0,-1 0 0,0-1 0,1 4 0,-2-4 0,1 1 0,-1 0 0,1-1 0,-1 1 0,0-1 0,1 1 0,-1-1 0,0 0 0,0 1 0,0-1 0,0 0 0,0 1 0,-1-1 0,1 0 0,0 0 0,0 0 0,-3 1 0,-6 4 0,-1 0 0,-1-1 0,1 0 0,-19 4 0,-34 8 0,0-2 0,-96 7 0,-138-3 0,233-17 0,-1156 11 0,773-15 0,-2016 2 0,2619 7 0,170 29 0,-4 2 0,418-5-396,-6-28-45,-675-5 438,1228-1 843,-4651 1-2205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26.2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90 24575,'419'0'0,"-387"-3"0,0 0 0,0-2 0,45-13 0,3 0 0,-9-1 0,-56 13 0,0 1 0,1 1 0,-1 1 0,30-3 0,-43 6 0,135 2 0,-136-2 0,-1 0 0,1 0 0,0 0 0,-1 0 0,1 0 0,-1 0 0,1 0 0,0 0 0,-1 0 0,1 1 0,-1-1 0,1 0 0,-1 0 0,1 1 0,-1-1 0,1 0 0,-1 1 0,1-1 0,-1 0 0,1 1 0,-1-1 0,0 1 0,1 0 0,-6 8 0,-22 8 0,7-9 0,0-1 0,-1 0 0,0-2 0,0 0 0,-1-1 0,-26 1 0,-137-5 0,85-3 0,-200 3-1365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27.8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36.3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24575,'18'10'0,"-1"-1"0,1 0 0,1-1 0,23 7 0,77 15 0,-18-12 0,116 4 0,-216-22 0,171 2 0,-136-3 0,-759 2 0,779-1-1365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45.0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47.0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857 0 24575,'-9'16'0,"-1"-2"0,0 1 0,0-1 0,-18 16 0,-52 46 0,28-37 0,-1-2 0,-1-2 0,-117 54 0,40-38 0,-19 10 0,140-54 0,0 0 0,1 1 0,0 1 0,0-1 0,0 1 0,1 1 0,1 0 0,-12 19 0,18-28 0,0 1 0,0-1 0,0 0 0,0 1 0,1-1 0,-1 1 0,0-1 0,1 1 0,0-1 0,-1 1 0,1-1 0,0 1 0,0-1 0,-1 1 0,1-1 0,1 3 0,-1-3 0,0 1 0,1-1 0,-1 0 0,1 0 0,-1-1 0,1 1 0,0 0 0,-1 0 0,1 0 0,0 0 0,0 0 0,-1-1 0,1 1 0,0 0 0,0-1 0,0 1 0,0 0 0,1 0 0,6 1 0,-1 1 0,1-1 0,-1 0 0,1-1 0,11 1 0,-19-2 0,123 9 0,122-9 0,-134-1 0,163 0 0,209-2 0,-426 0 0,0-3 0,-1-3 0,0-2 0,74-24 0,-119 31 0,-1-1 0,1 0 0,-1-1 0,0 0 0,-1-1 0,1 0 0,8-9 0,27-18 0,-39 30 0,0 0 0,0 0 0,-1-1 0,1 0 0,-1 0 0,0-1 0,-1 1 0,6-9 0,-8 11 0,0 0 0,-1 0 0,1 0 0,-1 0 0,0-1 0,0 1 0,-1 0 0,1-1 0,0 1 0,-1 0 0,0-1 0,0 1 0,0-1 0,0 1 0,-1 0 0,1-1 0,-1 1 0,0 0 0,0-1 0,-2-3 0,0 0 0,0 0 0,0 0 0,-1 1 0,0-1 0,-1 1 0,0 0 0,0 0 0,0 0 0,0 1 0,-1-1 0,0 1 0,0 1 0,0-1 0,-1 1 0,1 0 0,-1 1 0,0 0 0,0 0 0,-1 0 0,1 1 0,-1 0 0,1 0 0,-12-1 0,-78-5-309,-171 7 0,224 2-438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47.4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154 0 24575,'-4'4'0,"-5"6"0,-6 4 0,-3 1 0,-12 9 0,-8 5 0,-1-3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47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 1 24575,'0'8'0,"-5"6"0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47.9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49.5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24575,'5'0'0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49.9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51.3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0 192 24575,'138'1'0,"379"-10"0,-393 1 0,0-7 0,143-34 0,-119 7 0,27-6 0,-138 41 0,-1 1 0,73-3 0,43 12-1365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55.1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57.7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0 264 24575,'2116'0'0,"-1466"-37"0,-431 29 0,-82 4 0,-119 2 0,0 0 0,-1-2 0,1 0 0,22-9 0,24-5 0,-60 17 0,19-4 0,0 0 0,-1-2 0,1 0 0,-1-2 0,30-16 0,-24 9 0,1 0 0,0 2 0,0 1 0,2 2 0,-1 1 0,1 1 0,1 2 0,0 1 0,0 1 0,40 0 0,211 10 0,-222-1 0,-1 3 0,96 24 0,-154-31 0,47 17 0,-47-16 0,0-1 0,0 1 0,-1 0 0,1 0 0,0 0 0,-1 0 0,1 0 0,-1 0 0,1 0 0,-1 1 0,0-1 0,1 0 0,-1 1 0,0-1 0,0 1 0,0 0 0,0-1 0,0 1 0,0 0 0,-1-1 0,1 1 0,0 3 0,-1-4 0,0-1 0,0 1 0,0 0 0,-1 0 0,1 0 0,0 0 0,-1 0 0,1 0 0,-1-1 0,1 1 0,-1 0 0,1 0 0,-1-1 0,1 1 0,-1 0 0,0-1 0,1 1 0,-1-1 0,0 1 0,0-1 0,1 1 0,-1-1 0,0 1 0,0-1 0,0 0 0,0 1 0,-1-1 0,-29 7 0,24-6 0,-274 63 0,-10 5 0,256-65 0,-16 3 0,48-6 0,1 0 0,-1 0 0,0 0 0,1 0 0,-1 0 0,1 1 0,-1-1 0,1 1 0,0 0 0,0-1 0,-1 1 0,1 0 0,1 0 0,-4 4 0,-6 11 0,9-12 0,-1 0 0,0 0 0,0-1 0,0 1 0,-1 0 0,1-1 0,-1 0 0,0 0 0,-1 0 0,1-1 0,-1 1 0,1-1 0,-1 0 0,0 0 0,0-1 0,-1 1 0,-4 1 0,-19 3-682,-49 7-1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58.7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01.7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2243 307 24575,'-306'73'0,"-233"-11"0,-4-53 0,514-10 0,-28 1 0,-90-13 0,131 11 0,1-1 0,-1-1 0,1-1 0,0 0 0,0 0 0,1-2 0,0 0 0,0 0 0,0-2 0,-19-15 0,18 12 0,2-1 0,0 0 0,-23-29 0,35 40 0,0 0 0,0 0 0,0 0 0,0 0 0,1 0 0,-1 0 0,0 0 0,1 0 0,0 0 0,-1 0 0,1-1 0,0 1 0,0 0 0,0 0 0,0 0 0,1-1 0,-1-1 0,2 0 0,-1 0 0,0 0 0,1 0 0,0 1 0,0-1 0,0 1 0,0-1 0,6-5 0,-2 2 0,0 1 0,1 0 0,0 0 0,0 1 0,0 0 0,1 0 0,0 0 0,11-4 0,28-6 0,0 2 0,0 2 0,71-7 0,-53 9 0,634-51 0,-1266 66-301,343-8 122,-435 2 83,658 1 104,-1-1-1,0 0 1,1 0 0,-1 0-1,0 0 1,0 0-1,0 0 1,1 0-1,-1-1 1,0 1-1,1-1 1,-1 1 0,-2-2-1,33-4 367,321-8-270,-266 14-112,1436 18-2335,-1416-15-3505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30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753 91 24575,'0'0'0,"0"0"0,0 0 0,0 0 0,0 0 0,0 0 0,0-1 0,0 1 0,-1 0 0,1 0 0,0 0 0,0 0 0,0 0 0,0 0 0,0 0 0,0 0 0,0 0 0,0 0 0,0 0 0,0 0 0,0 0 0,-1 0 0,1 0 0,0 0 0,0 0 0,0 0 0,0-1 0,0 1 0,0 0 0,0 0 0,0 0 0,0 0 0,0 0 0,0 0 0,0 0 0,0 0 0,0 0 0,0 0 0,0-1 0,0 1 0,0 0 0,0 0 0,0 0 0,0 0 0,0 0 0,0 0 0,0 0 0,0 0 0,0 0 0,0-1 0,0 1 0,0 0 0,0 0 0,0 0 0,0 0 0,0 0 0,0 0 0,1 0 0,-1 0 0,0 0 0,9-3 0,16-1 0,368-4 0,-254 9 0,1088-1-550,-1159 0 550,1-3 0,-1-4 0,82-18 0,-76 11 138,-1 3-1,2 4 1,103 2-1,-99 5-137,448 16 0,-301 4 0,242 17 0,-351-36 0,-97 4 0,-16 0 0,-14 1 0,-5-2 0,1-2 0,0 1 0,-27-1 0,31-1 0,-489 9-380,165-7-106,-2250 164-1675,2036-108 1757,9 33 91,512-87 549,17-3-97,-1 0 1,1 0-1,-1 1 1,1 1 0,-17 8-1,25-11-59,-1 1 0,1 0 0,0 0 0,1 0 1,-1 0-1,0 0 0,0 0 0,1 0 0,0 1 0,-1-1 0,1 1 0,0-1 0,0 1 0,0-1 0,0 1 1,1 0-1,-1-1 0,1 1 0,-1 0 0,1-1 0,0 4 0,0 8 225,1 0 1,5 26-1,-4-23-320,9 68 19,0 121 0,-12-63-1369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7:32.9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193 643 24575,'0'6'0,"-1"1"0,-1-1 0,1 1 0,-1-1 0,0 1 0,-1-1 0,0 0 0,-6 11 0,4-9 0,1 1 0,0-1 0,-3 14 0,7-8 0,0-14 0,0 1 0,0-1 0,1 0 0,-1 0 0,0 0 0,0 1 0,1-1 0,-1 0 0,0 0 0,1 0 0,-1 0 0,0 0 0,0 1 0,1-1 0,-1 0 0,0 0 0,1 0 0,-1 0 0,0 0 0,1 0 0,-1 0 0,0 0 0,1 0 0,-1 0 0,0 0 0,1-1 0,26-12 0,-25 11 0,284-196 0,12-8 0,-219 159 0,2 3 0,142-53 0,-213 93 0,1 1 0,-1 0 0,1 0 0,0 1 0,16-1 0,-25 3 0,0 0 0,0 0 0,-1 0 0,1 0 0,0 0 0,0 1 0,-1-1 0,1 1 0,0-1 0,-1 1 0,1 0 0,0 0 0,-1-1 0,1 1 0,-1 0 0,1 1 0,-1-1 0,0 0 0,1 0 0,-1 0 0,0 1 0,0-1 0,0 1 0,0-1 0,0 1 0,0-1 0,0 1 0,-1 0 0,1-1 0,0 1 0,-1 0 0,0 0 0,1-1 0,-1 1 0,0 0 0,0 0 0,0-1 0,0 1 0,0 0 0,-1 3 0,-1 12 0,-1-1 0,0 0 0,-1 0 0,-1 0 0,-10 22 0,11-28 0,-137 300 0,-21-9 0,35-67 0,123-227 0,-4 12 0,23-33 0,145-180 0,-13 16 0,-32 54-170,5 6 0,6 4 0,4 7 0,205-130 0,-279 202 170,63-28 0,-113 61 0,-1-1 0,1 1 0,0 0 0,12-3 0,-17 5 0,-1 0 0,0 0 0,0 0 0,0 0 0,0 0 0,1 0 0,-1 0 0,0 0 0,0 0 0,0 0 0,1 0 0,-1 0 0,0 0 0,0 0 0,0 0 0,0 0 0,1 0 0,-1 0 0,0 0 0,0 0 0,0 1 0,0-1 0,1 0 0,-1 0 0,0 0 0,0 0 0,0 0 0,0 0 0,0 1 0,0-1 0,0 0 0,1 0 0,-1 0 0,0 0 0,0 1 0,0-1 0,0 0 0,0 0 0,0 0 0,0 1 0,-6 11 0,-15 12 0,-1-1 0,-1-1 0,-36 26 0,56-44 0,-60 43 20,-2-3 0,-2-3-1,-1-2 1,-2-4 0,-2-2 0,-98 30 0,-5-12 15,-285 44 1,128-49-36,4-31 0,312-15 0,-1 0 0,0-1 0,1-1 0,-1-1 0,-30-8 0,45 10-1,0 0 1,0 0 0,0 0 0,0 0-1,0 0 1,0 0 0,0-1 0,1 1-1,-1-1 1,1 1 0,-1-1-1,1 0 1,-1 1 0,1-1 0,0 0-1,0 0 1,0 0 0,0 0-1,0 0 1,0 0 0,1 0 0,-1 0-1,1 0 1,-1 0 0,1 0 0,0-1-1,0 1 1,0 0 0,0-3-1,1-4 18,1 1-1,-1 0 1,2-1-1,-1 1 1,1 0-1,5-9 0,5-10 16,2 1 0,1 1-1,1 1 1,1 0-1,1 1 1,1 1-1,0 1 1,2 1-1,1 0 1,48-30-1,-28 24 1,1 1-1,1 2 0,1 3 0,1 1 0,80-20 0,-104 33-31,0 1 0,0 1 0,47-3 0,-68 7 0,0 0 0,1 0 0,-1 0 0,0 0 0,1 1 0,-1-1 0,0 1 0,1-1 0,-1 1 0,0 0 0,0 0 0,0 0 0,0 0 0,0 0 0,0 0 0,0 1 0,0-1 0,0 1 0,0-1 0,-1 1 0,3 2 0,-3-1 0,0-1 0,0 1 0,0 0 0,0-1 0,-1 1 0,1 0 0,-1 0 0,1-1 0,-1 1 0,0 0 0,0 0 0,-1 0 0,1-1 0,0 1 0,-2 3 0,-3 10 0,0 0 0,-1-1 0,-1 0 0,0 0 0,-11 15 0,-20 28 0,-63 75 0,-57 44 0,139-157 0,-106 111 0,108-111 0,39-35 0,1-1 0,218-121 0,-181 109 0,1 2 0,78-20 0,-129 43 0,-1 1 0,1 0 0,11-1 0,-21 3 0,1 0 0,-1 0 0,1 0 0,0 0 0,-1 0 0,1 0 0,0 0 0,-1 0 0,1 0 0,0 0 0,-1 0 0,1 0 0,0 0 0,-1 1 0,1-1 0,0 0 0,-1 0 0,1 1 0,-1-1 0,1 0 0,-1 1 0,1-1 0,0 1 0,-1-1 0,0 1 0,1-1 0,-1 1 0,1-1 0,-1 1 0,0-1 0,1 1 0,-1-1 0,0 1 0,1 0 0,-1-1 0,0 1 0,0 0 0,0-1 0,0 1 0,0 0 0,1-1 0,-1 1 0,0 0 0,-1-1 0,1 1 0,0 1 0,-1 2 0,-1 1 0,1 0 0,-1 0 0,0-1 0,-4 6 0,5-8 0,-18 31 0,-1-1 0,-31 36 0,-56 55 0,88-102 0,-93 98 0,109-116 0,5-3 0,9-7 0,17-15 0,-10 8 0,8-8 0,0 1 0,59-34 0,-83 54 0,-1 0 0,1 0 0,0 0 0,-1 1 0,1-1 0,0 0 0,-1 1 0,1-1 0,0 1 0,0 0 0,-1 0 0,1 0 0,3 0 0,-4 0 0,-1 0 0,1 0 0,-1 1 0,0-1 0,1 0 0,-1 0 0,0 1 0,0-1 0,1 0 0,-1 1 0,0-1 0,0 0 0,1 1 0,-1-1 0,0 1 0,0-1 0,0 0 0,1 1 0,-1-1 0,0 1 0,0-1 0,0 0 0,0 1 0,0-1 0,0 1 0,0-1 0,0 1 0,0-1 0,0 0 0,0 1 0,0-1 0,-1 1 0,1 0 0,-1 2 0,0 1 0,-1-1 0,0 1 0,1-1 0,-1 0 0,0 1 0,0-1 0,-1 0 0,1 0 0,-5 3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05.6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1291 1 24575,'721'12'0,"-35"-1"0,-292 17 0,-310-19 0,409 2 0,-307-13 0,-89 0 0,-40 0 0,0 2 0,101 14 0,-94 2 0,-1 2 0,0 3 0,79 38 0,-129-52 0,0 0 0,-1 2 0,0-1 0,0 1 0,0 1 0,-1 0 0,-1 1 0,0 0 0,0 0 0,-1 1 0,10 19 0,-15-24 0,0 2 0,0-1 0,-1 0 0,-1 0 0,1 1 0,-1 0 0,1 14 0,0 66 0,-3-68 0,1-12 0,-1 0 0,-1 0 0,0 0 0,0 0 0,-4 15 0,3-20 0,1-1 0,-1 1 0,0-1 0,0 0 0,0 0 0,0 0 0,0 0 0,-1 0 0,1 0 0,-1 0 0,0-1 0,1 1 0,-1-1 0,-1 0 0,1 0 0,-6 3 0,-117 44 0,80-33 0,-21 6 0,-1-2 0,-2-4 0,-126 13 0,94-15 0,55-6 0,-76 2 0,-3572-12 0,3685 2 0,-14 1 0,-46-7 0,69 6 0,-1 0 0,1 0 0,-1 0 0,1-1 0,-1 1 0,1-1 0,-1 1 0,1-1 0,-1 1 0,1-1 0,0 0 0,-1 0 0,1 0 0,0 1 0,0-1 0,0-1 0,-1 1 0,0-2 0,2 3 0,-1-1 0,1 0 0,0 0 0,0 0 0,0 0 0,0 0 0,0 0 0,0 1 0,0-1 0,0 0 0,0 0 0,1 0 0,-1 0 0,0 1 0,1-1 0,-1 0 0,0 0 0,1 0 0,-1 1 0,1-1 0,-1 0 0,1 0 0,0 0 0,4-5 0,1 1 0,0 0 0,0 0 0,0 0 0,13-7 0,8-2 0,0 1 0,0 2 0,45-13 0,95-15 0,-129 31 0,941-178-598,-574 113 445,-64 16 153,60-13 0,-327 54 155,-43 8-6,0 2 0,0 0 0,54-1 0,69 10-149,0 6 0,252 49 0,-312-42 0,149 5 0,-129-14 0,189 2 0,-296-9 0,2-1 0,-1 1 0,1 1 0,-1-1 0,0 1 0,1 1 0,14 4 0,-22-6 0,0 0 0,0 1 0,0-1 0,0 1 0,0-1 0,0 1 0,0-1 0,-1 1 0,1 0 0,0 0 0,0-1 0,-1 1 0,1 0 0,0 0 0,-1 0 0,1 0 0,-1-1 0,1 1 0,-1 0 0,1 0 0,-1 0 0,0 0 0,1 0 0,-1 0 0,0 0 0,0 1 0,0-1 0,0 0 0,0 0 0,0 0 0,0 0 0,0 0 0,0 0 0,-1 0 0,1 0 0,0 0 0,-1 0 0,1 0 0,-1 0 0,1 0 0,-1 0 0,1-1 0,-1 1 0,1 0 0,-1 0 0,-1 1 0,-3 4 0,1-1 0,-1 0 0,-1 0 0,1 0 0,-11 6 0,-10 5 0,-2-1 0,-55 22 0,-66 11 0,85-32 0,-1-2 0,0-4 0,-79 4 0,-200-12 0,183-3 0,-1991 1-1365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0.6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1.5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2.1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6.0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6.7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7.4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9.3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29.8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30.4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21:58:31.0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C7FD6-3FE5-4A5F-960E-8984DBB8385E}" type="datetimeFigureOut">
              <a:rPr lang="ro-RO" smtClean="0"/>
              <a:t>15.03.2026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FE60D-9D23-4696-9690-79486EB8BF9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69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E60D-9D23-4696-9690-79486EB8BF94}" type="slidenum">
              <a:rPr lang="ro-RO" smtClean="0"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489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77738-6ECE-A8F0-3746-8D3A2D97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8F1D3-95DB-7D11-E10E-E662E2870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728B8-9789-DCEE-85AB-74FF50585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14022-3712-DD14-7EF7-6613044CB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24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E220-8D67-20C9-2DEE-192F5057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EDEED-BE41-2035-B10A-E7AAFC124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D5559-C2C3-9082-DD6A-DCEEBAF4F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4C949-D2ED-8030-9664-14F8FBB78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FE60D-9D23-4696-9690-79486EB8BF94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461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188D-00BC-30D1-44CA-0834515E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440E1-B6F8-19C1-19AD-E2B3B17E0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489A6-1033-398B-B957-7BA755F71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A23FE-81C8-6120-523C-F63445402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32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AB1C-6568-5DCC-CF6E-76D4B57D8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FB7F8-9EEB-FD27-69F8-F0F383F77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E2687-B169-F1E0-BC90-6215BC33E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A63BC-1227-26BD-926C-2E23C896D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03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C9C9-A8E6-A608-088B-BD5C2FD4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AC039-F378-3641-B9EF-694FB927C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DEAD8-5DAA-0088-2B05-15AC61B27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E600B-F82F-3A2B-6A0A-3E331372F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99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B6D8-1C44-946C-0B52-33368D2C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BEB65-1190-10BF-58E6-9FFC5E847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88568-AB2A-74F4-FCCD-2D3ACF3C7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02E32-D32E-BB4C-57B5-CFCE55D6B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76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70CA-7260-A859-E2A1-57BF4235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DC258-A953-A57C-09F8-F081BD2AE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FA6CD-8F58-112A-5E20-AC2FBBF1F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7EAE9-E62D-F490-2BEA-F77B525055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0F0B-127A-56EE-32E2-56513D8A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951E-27D4-68CE-6300-B39747C76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1857C-F6C0-C3A2-0D69-E359CF47A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1DD98-6344-1663-F392-35665E9CA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80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E679-9CCC-76A7-789F-5DC748F3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9A282-87D2-9712-49D2-946165352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51216-BBB9-6817-CDD4-147896816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3F03A-A426-9852-214F-6D88E6EE9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860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B776-40EB-B537-B2F6-7D13F464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D2400-48CD-D3B1-BC8C-078A74FD9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ADF80-B370-325F-D427-495FC3DA5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C3876-18FE-E3FF-FCDF-985C4471F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58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7A48D-D5B8-6308-9245-8053AC4F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880DA-8445-FFB6-77A6-444EF03FE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642C9-88AD-9843-0034-46C8E87B2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E5C73-D887-07AA-7F27-EDC718610C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77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43EF3-D7C6-7ACF-0676-DC936A666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4D0DF-9A17-DB0D-EDB5-4D66D51C8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9C63A-78DE-BAFB-CB01-B50C3C8E5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359E8-8839-A65B-F833-D3986F461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487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A3F5F-F870-B32D-A5C0-B9A4E92B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D0F70-CFDA-ED2B-524A-C9BCB8396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E91BC-7B49-F3A9-5491-B08FE5912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CF7DF-C1DC-89B7-9E6E-59B06E8D7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525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1A96-A592-798A-577F-81D899E14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55FAF-9C7D-3AF3-4313-6A95081BB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B304E-F036-7381-59E7-8F0B00ECC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E452D-5491-38E4-523B-C7A62DD83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975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C94A-5044-A593-AB68-BF5C9190B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CCEAD-2C9E-0EB5-3C00-39FDA91DB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E05A3-BF9A-BAF1-B038-1AFB1AA61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7686B-8F46-9DA5-07C2-AA29AEBAF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91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6908-C2FF-A84E-0F84-629E672E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5B80C-9053-C600-7451-2EC486EE7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57CF1-E9F2-4205-17D2-BB1169DEE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C024B-AAD8-3160-EF0A-3FBA5E59A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10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4CF6-F725-F90F-8905-F8FD4629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B8E0F-434E-957C-62E0-44274AB92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32896-A504-DEE8-703A-5F244C99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B8615-0DD7-89C2-38BB-4451321D0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987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3515-BFE0-7B25-7F0B-32260BB53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8A0DC-5A8E-0E3C-3826-007CFBB15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1F19F-7538-6987-B450-FE2F5F64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55DCE-30C4-D761-DAF6-51D8B58A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E2389-25DB-1FB6-513C-618A054F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9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17A5-7342-D2E4-F868-8B47BB9F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21C5-2045-1B0A-D2BF-188A2E61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9F058-BBFF-5CAB-CC6D-94D514C0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BEC2B-48AA-5F12-535B-67C035E9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D0081-0992-0625-8D5E-D57F4461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59B8-49CB-3E76-C5E7-C5A92D22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EAA7-2CA6-EEEA-6E6F-C44BFDA0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3902E-C8D4-EAA7-81F7-10FFD566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22FB0-8B9A-CBF7-321C-481E1297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B2E63-0C39-0A1B-3F07-0610ABD5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0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26B0-8F8B-3240-6C98-6C67E0A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37B1-03F3-BE84-95C9-758FAC90D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9A3D0-BF22-648C-3983-9974F8B3F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A61B3-6E35-B596-0872-114A25A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4AEC8-0542-13AF-2BB3-4FF2BB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2C0C5-0CFD-C094-3239-C54E5CE1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1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7E4C-F6D0-33E9-7A8C-9FD77931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B0CF4-609B-E0A1-FAC6-1BFED524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93A1-C36B-2A5A-3A20-88B716578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77821-B0A9-048E-3802-3C20DA9D4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F9B33-E74B-3ACC-8A14-DBC9A5462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4D3E6-EEF7-FC2E-6A9E-299F9388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737C6-3E0F-3C05-A1D5-D3D812EA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14843-AFA6-1381-287E-7381AB6F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713A-C285-62F8-FF8B-2500E1E7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19304-A5D7-828B-DE08-29C2EFCB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68B91-ABE1-1264-FD5B-5A68D518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52361-74D9-BD99-44F7-86366D3B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187FC-EC45-E1B7-C765-E1CA0422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53A21-7D71-1EDA-2C2E-3163C4D9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BD65-2A37-FBEA-AA7E-7DCC1CFF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2B7B-8244-B427-632C-E4BADD23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6EC17-4AB3-FE8C-37E2-549B3117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5036-D51E-C813-C4DC-42DBB9299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86E1B-ED14-4DD8-D450-47796C8A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D815-945C-01E3-E522-3B156353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29CD3-3BCC-509E-7E18-FBE7BDCE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DEE9-E1F2-A7B7-7387-D9457952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8F011-B056-465D-D499-C91BAED17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87D3A-793D-5493-E4AE-7E156CEBC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FD8F4-FE3E-2564-582F-D9ED561E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7821-7F27-7B5B-F516-CDDD4D32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200FC-B01C-CD78-9585-59CD6F9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2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3C79-6514-827E-9B05-D39301F2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B4939-3A1C-7789-83ED-705872C7F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D7480-1B82-8DC5-F3A2-A2DD1CC1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2D53-7276-EB49-B3EF-D792631C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F04F-B346-50FB-B677-4BFA12D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6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FE6BE-0116-01AA-D59A-2998208A7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2BD1D-C6C5-78E2-FFAD-4B3A9F6FF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363ED-1E78-49E4-A0C5-08435E72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C6DF-5541-FE0F-5366-C62807AC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F133-9AEA-AD29-1DB8-DBFC63D8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1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76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69C6A-2F2F-7DFF-F209-5978BE08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CD4C4-F7B9-F59A-6371-1D9137B3C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7F3C-CEF5-246C-6364-3400EE320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DD99F-EB8C-4284-A1FF-6A8FAD5F29B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B2E7C-1B58-FF56-9254-13AC936CF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CFB4B-65BD-C19B-674C-8E8E05BD6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4.png"/><Relationship Id="rId7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68.png"/><Relationship Id="rId5" Type="http://schemas.openxmlformats.org/officeDocument/2006/relationships/image" Target="../media/image2.png"/><Relationship Id="rId15" Type="http://schemas.openxmlformats.org/officeDocument/2006/relationships/image" Target="../media/image69.png"/><Relationship Id="rId10" Type="http://schemas.openxmlformats.org/officeDocument/2006/relationships/customXml" Target="../ink/ink4.xml"/><Relationship Id="rId19" Type="http://schemas.openxmlformats.org/officeDocument/2006/relationships/image" Target="../media/image71.png"/><Relationship Id="rId4" Type="http://schemas.openxmlformats.org/officeDocument/2006/relationships/customXml" Target="../ink/ink1.xml"/><Relationship Id="rId9" Type="http://schemas.openxmlformats.org/officeDocument/2006/relationships/image" Target="../media/image67.png"/><Relationship Id="rId1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4.png"/><Relationship Id="rId18" Type="http://schemas.openxmlformats.org/officeDocument/2006/relationships/customXml" Target="../ink/ink18.xml"/><Relationship Id="rId3" Type="http://schemas.openxmlformats.org/officeDocument/2006/relationships/customXml" Target="../ink/ink11.xml"/><Relationship Id="rId21" Type="http://schemas.openxmlformats.org/officeDocument/2006/relationships/image" Target="../media/image18.png"/><Relationship Id="rId7" Type="http://schemas.openxmlformats.org/officeDocument/2006/relationships/customXml" Target="../ink/ink13.xml"/><Relationship Id="rId12" Type="http://schemas.openxmlformats.org/officeDocument/2006/relationships/customXml" Target="../ink/ink15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3.png"/><Relationship Id="rId24" Type="http://schemas.openxmlformats.org/officeDocument/2006/relationships/customXml" Target="../ink/ink21.xml"/><Relationship Id="rId5" Type="http://schemas.openxmlformats.org/officeDocument/2006/relationships/customXml" Target="../ink/ink12.xml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10" Type="http://schemas.openxmlformats.org/officeDocument/2006/relationships/customXml" Target="../ink/ink14.xml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customXml" Target="../ink/ink28.xml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customXml" Target="../ink/ink27.xml"/><Relationship Id="rId2" Type="http://schemas.openxmlformats.org/officeDocument/2006/relationships/image" Target="../media/image36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3.xml"/><Relationship Id="rId11" Type="http://schemas.openxmlformats.org/officeDocument/2006/relationships/customXml" Target="../ink/ink26.xml"/><Relationship Id="rId5" Type="http://schemas.openxmlformats.org/officeDocument/2006/relationships/image" Target="../media/image41.png"/><Relationship Id="rId15" Type="http://schemas.openxmlformats.org/officeDocument/2006/relationships/image" Target="../media/image44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17.png"/><Relationship Id="rId1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.xml"/><Relationship Id="rId18" Type="http://schemas.openxmlformats.org/officeDocument/2006/relationships/customXml" Target="../ink/ink36.xml"/><Relationship Id="rId26" Type="http://schemas.openxmlformats.org/officeDocument/2006/relationships/customXml" Target="../ink/ink43.xml"/><Relationship Id="rId39" Type="http://schemas.openxmlformats.org/officeDocument/2006/relationships/customXml" Target="../ink/ink56.xml"/><Relationship Id="rId21" Type="http://schemas.openxmlformats.org/officeDocument/2006/relationships/customXml" Target="../ink/ink39.xml"/><Relationship Id="rId34" Type="http://schemas.openxmlformats.org/officeDocument/2006/relationships/customXml" Target="../ink/ink51.xml"/><Relationship Id="rId42" Type="http://schemas.openxmlformats.org/officeDocument/2006/relationships/customXml" Target="../ink/ink59.xml"/><Relationship Id="rId47" Type="http://schemas.openxmlformats.org/officeDocument/2006/relationships/customXml" Target="../ink/ink64.xml"/><Relationship Id="rId50" Type="http://schemas.openxmlformats.org/officeDocument/2006/relationships/customXml" Target="../ink/ink67.xml"/><Relationship Id="rId55" Type="http://schemas.openxmlformats.org/officeDocument/2006/relationships/customXml" Target="../ink/ink72.xml"/><Relationship Id="rId63" Type="http://schemas.openxmlformats.org/officeDocument/2006/relationships/customXml" Target="../ink/ink79.xml"/><Relationship Id="rId68" Type="http://schemas.openxmlformats.org/officeDocument/2006/relationships/image" Target="../media/image54.png"/><Relationship Id="rId7" Type="http://schemas.openxmlformats.org/officeDocument/2006/relationships/customXml" Target="../ink/ink30.xml"/><Relationship Id="rId71" Type="http://schemas.openxmlformats.org/officeDocument/2006/relationships/customXml" Target="../ink/ink84.xml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50.png"/><Relationship Id="rId29" Type="http://schemas.openxmlformats.org/officeDocument/2006/relationships/customXml" Target="../ink/ink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11" Type="http://schemas.openxmlformats.org/officeDocument/2006/relationships/customXml" Target="../ink/ink32.xml"/><Relationship Id="rId24" Type="http://schemas.openxmlformats.org/officeDocument/2006/relationships/customXml" Target="../ink/ink41.xml"/><Relationship Id="rId32" Type="http://schemas.openxmlformats.org/officeDocument/2006/relationships/customXml" Target="../ink/ink49.xml"/><Relationship Id="rId37" Type="http://schemas.openxmlformats.org/officeDocument/2006/relationships/customXml" Target="../ink/ink54.xml"/><Relationship Id="rId40" Type="http://schemas.openxmlformats.org/officeDocument/2006/relationships/customXml" Target="../ink/ink57.xml"/><Relationship Id="rId45" Type="http://schemas.openxmlformats.org/officeDocument/2006/relationships/customXml" Target="../ink/ink62.xml"/><Relationship Id="rId53" Type="http://schemas.openxmlformats.org/officeDocument/2006/relationships/customXml" Target="../ink/ink70.xml"/><Relationship Id="rId58" Type="http://schemas.openxmlformats.org/officeDocument/2006/relationships/customXml" Target="../ink/ink75.xml"/><Relationship Id="rId66" Type="http://schemas.openxmlformats.org/officeDocument/2006/relationships/customXml" Target="../ink/ink81.xml"/><Relationship Id="rId5" Type="http://schemas.openxmlformats.org/officeDocument/2006/relationships/customXml" Target="../ink/ink29.xml"/><Relationship Id="rId15" Type="http://schemas.openxmlformats.org/officeDocument/2006/relationships/customXml" Target="../ink/ink34.xml"/><Relationship Id="rId23" Type="http://schemas.openxmlformats.org/officeDocument/2006/relationships/customXml" Target="../ink/ink40.xml"/><Relationship Id="rId28" Type="http://schemas.openxmlformats.org/officeDocument/2006/relationships/customXml" Target="../ink/ink45.xml"/><Relationship Id="rId36" Type="http://schemas.openxmlformats.org/officeDocument/2006/relationships/customXml" Target="../ink/ink53.xml"/><Relationship Id="rId49" Type="http://schemas.openxmlformats.org/officeDocument/2006/relationships/customXml" Target="../ink/ink66.xml"/><Relationship Id="rId57" Type="http://schemas.openxmlformats.org/officeDocument/2006/relationships/customXml" Target="../ink/ink74.xml"/><Relationship Id="rId61" Type="http://schemas.openxmlformats.org/officeDocument/2006/relationships/customXml" Target="../ink/ink78.xml"/><Relationship Id="rId10" Type="http://schemas.openxmlformats.org/officeDocument/2006/relationships/image" Target="../media/image17.png"/><Relationship Id="rId19" Type="http://schemas.openxmlformats.org/officeDocument/2006/relationships/customXml" Target="../ink/ink37.xml"/><Relationship Id="rId31" Type="http://schemas.openxmlformats.org/officeDocument/2006/relationships/customXml" Target="../ink/ink48.xml"/><Relationship Id="rId44" Type="http://schemas.openxmlformats.org/officeDocument/2006/relationships/customXml" Target="../ink/ink61.xml"/><Relationship Id="rId52" Type="http://schemas.openxmlformats.org/officeDocument/2006/relationships/customXml" Target="../ink/ink69.xml"/><Relationship Id="rId60" Type="http://schemas.openxmlformats.org/officeDocument/2006/relationships/customXml" Target="../ink/ink77.xml"/><Relationship Id="rId65" Type="http://schemas.openxmlformats.org/officeDocument/2006/relationships/customXml" Target="../ink/ink80.xml"/><Relationship Id="rId4" Type="http://schemas.openxmlformats.org/officeDocument/2006/relationships/image" Target="../media/image40.png"/><Relationship Id="rId9" Type="http://schemas.openxmlformats.org/officeDocument/2006/relationships/customXml" Target="../ink/ink31.xml"/><Relationship Id="rId14" Type="http://schemas.openxmlformats.org/officeDocument/2006/relationships/image" Target="../media/image49.png"/><Relationship Id="rId22" Type="http://schemas.openxmlformats.org/officeDocument/2006/relationships/image" Target="../media/image51.png"/><Relationship Id="rId27" Type="http://schemas.openxmlformats.org/officeDocument/2006/relationships/customXml" Target="../ink/ink44.xml"/><Relationship Id="rId30" Type="http://schemas.openxmlformats.org/officeDocument/2006/relationships/customXml" Target="../ink/ink47.xml"/><Relationship Id="rId35" Type="http://schemas.openxmlformats.org/officeDocument/2006/relationships/customXml" Target="../ink/ink52.xml"/><Relationship Id="rId43" Type="http://schemas.openxmlformats.org/officeDocument/2006/relationships/customXml" Target="../ink/ink60.xml"/><Relationship Id="rId48" Type="http://schemas.openxmlformats.org/officeDocument/2006/relationships/customXml" Target="../ink/ink65.xml"/><Relationship Id="rId56" Type="http://schemas.openxmlformats.org/officeDocument/2006/relationships/customXml" Target="../ink/ink73.xml"/><Relationship Id="rId64" Type="http://schemas.openxmlformats.org/officeDocument/2006/relationships/image" Target="../media/image53.png"/><Relationship Id="rId69" Type="http://schemas.openxmlformats.org/officeDocument/2006/relationships/customXml" Target="../ink/ink83.xml"/><Relationship Id="rId8" Type="http://schemas.openxmlformats.org/officeDocument/2006/relationships/image" Target="../media/image47.png"/><Relationship Id="rId51" Type="http://schemas.openxmlformats.org/officeDocument/2006/relationships/customXml" Target="../ink/ink68.xml"/><Relationship Id="rId3" Type="http://schemas.openxmlformats.org/officeDocument/2006/relationships/image" Target="../media/image45.png"/><Relationship Id="rId12" Type="http://schemas.openxmlformats.org/officeDocument/2006/relationships/image" Target="../media/image48.png"/><Relationship Id="rId17" Type="http://schemas.openxmlformats.org/officeDocument/2006/relationships/customXml" Target="../ink/ink35.xml"/><Relationship Id="rId25" Type="http://schemas.openxmlformats.org/officeDocument/2006/relationships/customXml" Target="../ink/ink42.xml"/><Relationship Id="rId33" Type="http://schemas.openxmlformats.org/officeDocument/2006/relationships/customXml" Target="../ink/ink50.xml"/><Relationship Id="rId38" Type="http://schemas.openxmlformats.org/officeDocument/2006/relationships/customXml" Target="../ink/ink55.xml"/><Relationship Id="rId46" Type="http://schemas.openxmlformats.org/officeDocument/2006/relationships/customXml" Target="../ink/ink63.xml"/><Relationship Id="rId59" Type="http://schemas.openxmlformats.org/officeDocument/2006/relationships/customXml" Target="../ink/ink76.xml"/><Relationship Id="rId67" Type="http://schemas.openxmlformats.org/officeDocument/2006/relationships/customXml" Target="../ink/ink82.xml"/><Relationship Id="rId20" Type="http://schemas.openxmlformats.org/officeDocument/2006/relationships/customXml" Target="../ink/ink38.xml"/><Relationship Id="rId41" Type="http://schemas.openxmlformats.org/officeDocument/2006/relationships/customXml" Target="../ink/ink58.xml"/><Relationship Id="rId54" Type="http://schemas.openxmlformats.org/officeDocument/2006/relationships/customXml" Target="../ink/ink71.xml"/><Relationship Id="rId62" Type="http://schemas.openxmlformats.org/officeDocument/2006/relationships/image" Target="../media/image52.png"/><Relationship Id="rId70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56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.xml"/><Relationship Id="rId13" Type="http://schemas.openxmlformats.org/officeDocument/2006/relationships/image" Target="../media/image16.png"/><Relationship Id="rId18" Type="http://schemas.openxmlformats.org/officeDocument/2006/relationships/customXml" Target="../ink/ink92.xml"/><Relationship Id="rId3" Type="http://schemas.openxmlformats.org/officeDocument/2006/relationships/customXml" Target="../ink/ink85.xml"/><Relationship Id="rId21" Type="http://schemas.openxmlformats.org/officeDocument/2006/relationships/image" Target="../media/image20.png"/><Relationship Id="rId7" Type="http://schemas.openxmlformats.org/officeDocument/2006/relationships/image" Target="../media/image13.png"/><Relationship Id="rId12" Type="http://schemas.openxmlformats.org/officeDocument/2006/relationships/customXml" Target="../ink/ink89.xml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6" Type="http://schemas.openxmlformats.org/officeDocument/2006/relationships/customXml" Target="../ink/ink91.xml"/><Relationship Id="rId20" Type="http://schemas.openxmlformats.org/officeDocument/2006/relationships/customXml" Target="../ink/ink9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86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customXml" Target="../ink/ink88.xml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openxmlformats.org/officeDocument/2006/relationships/customXml" Target="../ink/ink90.xml"/><Relationship Id="rId22" Type="http://schemas.openxmlformats.org/officeDocument/2006/relationships/image" Target="../media/image5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8.png"/><Relationship Id="rId4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72.png"/><Relationship Id="rId26" Type="http://schemas.openxmlformats.org/officeDocument/2006/relationships/customXml" Target="../ink/ink106.xml"/><Relationship Id="rId39" Type="http://schemas.openxmlformats.org/officeDocument/2006/relationships/customXml" Target="../ink/ink114.xml"/><Relationship Id="rId3" Type="http://schemas.openxmlformats.org/officeDocument/2006/relationships/customXml" Target="../ink/ink94.xml"/><Relationship Id="rId21" Type="http://schemas.openxmlformats.org/officeDocument/2006/relationships/customXml" Target="../ink/ink103.xml"/><Relationship Id="rId34" Type="http://schemas.openxmlformats.org/officeDocument/2006/relationships/image" Target="../media/image78.png"/><Relationship Id="rId42" Type="http://schemas.openxmlformats.org/officeDocument/2006/relationships/customXml" Target="../ink/ink116.xml"/><Relationship Id="rId47" Type="http://schemas.openxmlformats.org/officeDocument/2006/relationships/customXml" Target="../ink/ink120.xml"/><Relationship Id="rId50" Type="http://schemas.openxmlformats.org/officeDocument/2006/relationships/customXml" Target="../ink/ink123.xml"/><Relationship Id="rId7" Type="http://schemas.openxmlformats.org/officeDocument/2006/relationships/customXml" Target="../ink/ink96.xml"/><Relationship Id="rId12" Type="http://schemas.openxmlformats.org/officeDocument/2006/relationships/customXml" Target="../ink/ink98.xml"/><Relationship Id="rId17" Type="http://schemas.openxmlformats.org/officeDocument/2006/relationships/customXml" Target="../ink/ink101.xml"/><Relationship Id="rId25" Type="http://schemas.openxmlformats.org/officeDocument/2006/relationships/image" Target="../media/image75.png"/><Relationship Id="rId33" Type="http://schemas.openxmlformats.org/officeDocument/2006/relationships/customXml" Target="../ink/ink111.xml"/><Relationship Id="rId38" Type="http://schemas.openxmlformats.org/officeDocument/2006/relationships/image" Target="../media/image80.png"/><Relationship Id="rId46" Type="http://schemas.openxmlformats.org/officeDocument/2006/relationships/image" Target="../media/image82.png"/><Relationship Id="rId2" Type="http://schemas.openxmlformats.org/officeDocument/2006/relationships/notesSlide" Target="../notesSlides/notesSlide34.xml"/><Relationship Id="rId16" Type="http://schemas.openxmlformats.org/officeDocument/2006/relationships/customXml" Target="../ink/ink100.xml"/><Relationship Id="rId20" Type="http://schemas.openxmlformats.org/officeDocument/2006/relationships/image" Target="../media/image73.png"/><Relationship Id="rId29" Type="http://schemas.openxmlformats.org/officeDocument/2006/relationships/customXml" Target="../ink/ink108.xml"/><Relationship Id="rId41" Type="http://schemas.openxmlformats.org/officeDocument/2006/relationships/customXml" Target="../ink/ink1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11" Type="http://schemas.openxmlformats.org/officeDocument/2006/relationships/image" Target="../media/image65.png"/><Relationship Id="rId24" Type="http://schemas.openxmlformats.org/officeDocument/2006/relationships/customXml" Target="../ink/ink105.xml"/><Relationship Id="rId32" Type="http://schemas.openxmlformats.org/officeDocument/2006/relationships/customXml" Target="../ink/ink110.xml"/><Relationship Id="rId37" Type="http://schemas.openxmlformats.org/officeDocument/2006/relationships/customXml" Target="../ink/ink113.xml"/><Relationship Id="rId40" Type="http://schemas.openxmlformats.org/officeDocument/2006/relationships/image" Target="../media/image81.png"/><Relationship Id="rId45" Type="http://schemas.openxmlformats.org/officeDocument/2006/relationships/customXml" Target="../ink/ink119.xml"/><Relationship Id="rId5" Type="http://schemas.openxmlformats.org/officeDocument/2006/relationships/customXml" Target="../ink/ink95.xml"/><Relationship Id="rId15" Type="http://schemas.openxmlformats.org/officeDocument/2006/relationships/image" Target="../media/image66.png"/><Relationship Id="rId23" Type="http://schemas.openxmlformats.org/officeDocument/2006/relationships/customXml" Target="../ink/ink104.xml"/><Relationship Id="rId28" Type="http://schemas.openxmlformats.org/officeDocument/2006/relationships/image" Target="../media/image76.png"/><Relationship Id="rId36" Type="http://schemas.openxmlformats.org/officeDocument/2006/relationships/image" Target="../media/image79.png"/><Relationship Id="rId49" Type="http://schemas.openxmlformats.org/officeDocument/2006/relationships/customXml" Target="../ink/ink122.xml"/><Relationship Id="rId10" Type="http://schemas.openxmlformats.org/officeDocument/2006/relationships/customXml" Target="../ink/ink97.xml"/><Relationship Id="rId19" Type="http://schemas.openxmlformats.org/officeDocument/2006/relationships/customXml" Target="../ink/ink102.xml"/><Relationship Id="rId31" Type="http://schemas.openxmlformats.org/officeDocument/2006/relationships/image" Target="../media/image77.png"/><Relationship Id="rId44" Type="http://schemas.openxmlformats.org/officeDocument/2006/relationships/customXml" Target="../ink/ink118.xml"/><Relationship Id="rId52" Type="http://schemas.openxmlformats.org/officeDocument/2006/relationships/image" Target="../media/image83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Relationship Id="rId14" Type="http://schemas.openxmlformats.org/officeDocument/2006/relationships/customXml" Target="../ink/ink99.xml"/><Relationship Id="rId22" Type="http://schemas.openxmlformats.org/officeDocument/2006/relationships/image" Target="../media/image74.png"/><Relationship Id="rId27" Type="http://schemas.openxmlformats.org/officeDocument/2006/relationships/customXml" Target="../ink/ink107.xml"/><Relationship Id="rId30" Type="http://schemas.openxmlformats.org/officeDocument/2006/relationships/customXml" Target="../ink/ink109.xml"/><Relationship Id="rId35" Type="http://schemas.openxmlformats.org/officeDocument/2006/relationships/customXml" Target="../ink/ink112.xml"/><Relationship Id="rId43" Type="http://schemas.openxmlformats.org/officeDocument/2006/relationships/customXml" Target="../ink/ink117.xml"/><Relationship Id="rId48" Type="http://schemas.openxmlformats.org/officeDocument/2006/relationships/customXml" Target="../ink/ink121.xml"/><Relationship Id="rId8" Type="http://schemas.openxmlformats.org/officeDocument/2006/relationships/image" Target="../media/image63.png"/><Relationship Id="rId51" Type="http://schemas.openxmlformats.org/officeDocument/2006/relationships/customXml" Target="../ink/ink1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97880" cy="2387600"/>
          </a:xfrm>
        </p:spPr>
        <p:txBody>
          <a:bodyPr/>
          <a:lstStyle/>
          <a:p>
            <a:r>
              <a:rPr lang="en-US" dirty="0" err="1"/>
              <a:t>Grafică</a:t>
            </a:r>
            <a:r>
              <a:rPr lang="en-US" dirty="0"/>
              <a:t> </a:t>
            </a:r>
            <a:r>
              <a:rPr lang="en-US" dirty="0" err="1"/>
              <a:t>asistată</a:t>
            </a:r>
            <a:r>
              <a:rPr lang="en-US" dirty="0"/>
              <a:t> de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3440" y="9753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3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524000"/>
            <a:ext cx="91440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Captions</a:t>
            </a:r>
          </a:p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 Today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1460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1460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946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67" dirty="0"/>
          </a:p>
        </p:txBody>
      </p:sp>
      <p:sp>
        <p:nvSpPr>
          <p:cNvPr id="7" name="Text 5"/>
          <p:cNvSpPr/>
          <p:nvPr/>
        </p:nvSpPr>
        <p:spPr>
          <a:xfrm>
            <a:off x="1280160" y="12679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 8k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312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Download Flickr 8k from Kaggle, split 7K train / 1K test images, each with 5 human-written captions</a:t>
            </a:r>
          </a:p>
        </p:txBody>
      </p:sp>
      <p:sp>
        <p:nvSpPr>
          <p:cNvPr id="9" name="Shape 7"/>
          <p:cNvSpPr/>
          <p:nvPr/>
        </p:nvSpPr>
        <p:spPr>
          <a:xfrm>
            <a:off x="487680" y="29748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680" y="29748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5234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67" dirty="0"/>
          </a:p>
        </p:txBody>
      </p:sp>
      <p:sp>
        <p:nvSpPr>
          <p:cNvPr id="12" name="Text 10"/>
          <p:cNvSpPr/>
          <p:nvPr/>
        </p:nvSpPr>
        <p:spPr>
          <a:xfrm>
            <a:off x="1280160" y="30967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Extraction &amp; Positional Encoding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5600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Slice 128×128 images into 256 non-overlapping 8×8 patches using Unfold; add learned positional embeddings</a:t>
            </a:r>
          </a:p>
        </p:txBody>
      </p:sp>
      <p:sp>
        <p:nvSpPr>
          <p:cNvPr id="14" name="Shape 12"/>
          <p:cNvSpPr/>
          <p:nvPr/>
        </p:nvSpPr>
        <p:spPr>
          <a:xfrm>
            <a:off x="487680" y="48036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7680" y="48036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53522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67" dirty="0"/>
          </a:p>
        </p:txBody>
      </p:sp>
      <p:sp>
        <p:nvSpPr>
          <p:cNvPr id="17" name="Text 15"/>
          <p:cNvSpPr/>
          <p:nvPr/>
        </p:nvSpPr>
        <p:spPr>
          <a:xfrm>
            <a:off x="1280160" y="49255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AttentionBlock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3888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Reusable attention layer — use masking for decoder attention, no masking for encoder and attention</a:t>
            </a:r>
          </a:p>
        </p:txBody>
      </p:sp>
      <p:sp>
        <p:nvSpPr>
          <p:cNvPr id="19" name="Shape 17"/>
          <p:cNvSpPr/>
          <p:nvPr/>
        </p:nvSpPr>
        <p:spPr>
          <a:xfrm>
            <a:off x="6400800" y="11460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1460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5184" y="16946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67" dirty="0"/>
          </a:p>
        </p:txBody>
      </p:sp>
      <p:sp>
        <p:nvSpPr>
          <p:cNvPr id="22" name="Text 20"/>
          <p:cNvSpPr/>
          <p:nvPr/>
        </p:nvSpPr>
        <p:spPr>
          <a:xfrm>
            <a:off x="7193280" y="12679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TransformerBlock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3280" y="17312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Single class serving both encoder and decoder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0" y="29748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9748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5184" y="35234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67" dirty="0"/>
          </a:p>
        </p:txBody>
      </p:sp>
      <p:sp>
        <p:nvSpPr>
          <p:cNvPr id="27" name="Text 25"/>
          <p:cNvSpPr/>
          <p:nvPr/>
        </p:nvSpPr>
        <p:spPr>
          <a:xfrm>
            <a:off x="7193280" y="30967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VisionEncoderDecoder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93280" y="35600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o-RO" sz="1400" dirty="0"/>
              <a:t>Full model: ViT encoder produces image embeddings; text decoder generates token logits via teacher forcing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48036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8036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5184" y="53522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67" dirty="0"/>
          </a:p>
        </p:txBody>
      </p:sp>
      <p:sp>
        <p:nvSpPr>
          <p:cNvPr id="32" name="Text 30"/>
          <p:cNvSpPr/>
          <p:nvPr/>
        </p:nvSpPr>
        <p:spPr>
          <a:xfrm>
            <a:off x="7193280" y="49255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Captioning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93280" y="53888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Train the model to predict the next caption token; at inference, generate captions word by word until &lt;end&gt; token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C091B9-80DB-C315-A95D-8065286BF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46" y="713860"/>
            <a:ext cx="7544853" cy="61159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A607B5-3291-A7FC-BCED-1335D4EE1EA4}"/>
                  </a:ext>
                </a:extLst>
              </p14:cNvPr>
              <p14:cNvContentPartPr/>
              <p14:nvPr/>
            </p14:nvContentPartPr>
            <p14:xfrm>
              <a:off x="6026241" y="880576"/>
              <a:ext cx="2471400" cy="12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A607B5-3291-A7FC-BCED-1335D4EE1E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3241" y="817753"/>
                <a:ext cx="2597040" cy="253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357A7D-C242-B514-50AE-1F5CF4B07DC5}"/>
                  </a:ext>
                </a:extLst>
              </p14:cNvPr>
              <p14:cNvContentPartPr/>
              <p14:nvPr/>
            </p14:nvContentPartPr>
            <p14:xfrm>
              <a:off x="5958921" y="790936"/>
              <a:ext cx="2152440" cy="731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357A7D-C242-B514-50AE-1F5CF4B07D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95921" y="727967"/>
                <a:ext cx="2278080" cy="857098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064A9F76-95CA-8309-0E71-1595AC4B9D13}"/>
              </a:ext>
            </a:extLst>
          </p:cNvPr>
          <p:cNvGrpSpPr/>
          <p:nvPr/>
        </p:nvGrpSpPr>
        <p:grpSpPr>
          <a:xfrm>
            <a:off x="7178241" y="631570"/>
            <a:ext cx="937440" cy="577800"/>
            <a:chOff x="9005968" y="288758"/>
            <a:chExt cx="93744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193E23-DCDD-8B2F-F49A-59FA2A8EBFA8}"/>
                    </a:ext>
                  </a:extLst>
                </p14:cNvPr>
                <p14:cNvContentPartPr/>
                <p14:nvPr/>
              </p14:nvContentPartPr>
              <p14:xfrm>
                <a:off x="9766648" y="671438"/>
                <a:ext cx="36000" cy="138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193E23-DCDD-8B2F-F49A-59FA2A8EBF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04008" y="608438"/>
                  <a:ext cx="1616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613365-23E8-1557-9D48-8EBE6C70B836}"/>
                    </a:ext>
                  </a:extLst>
                </p14:cNvPr>
                <p14:cNvContentPartPr/>
                <p14:nvPr/>
              </p14:nvContentPartPr>
              <p14:xfrm>
                <a:off x="9682408" y="86619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613365-23E8-1557-9D48-8EBE6C70B8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19768" y="80319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360CB6-2632-6AA7-ECF0-9682431A7FB9}"/>
                    </a:ext>
                  </a:extLst>
                </p14:cNvPr>
                <p14:cNvContentPartPr/>
                <p14:nvPr/>
              </p14:nvContentPartPr>
              <p14:xfrm>
                <a:off x="9673408" y="587198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360CB6-2632-6AA7-ECF0-9682431A7F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10408" y="52419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7C825B-D27B-230B-D55E-C374322AC626}"/>
                    </a:ext>
                  </a:extLst>
                </p14:cNvPr>
                <p14:cNvContentPartPr/>
                <p14:nvPr/>
              </p14:nvContentPartPr>
              <p14:xfrm>
                <a:off x="9798328" y="529238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7C825B-D27B-230B-D55E-C374322AC6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35328" y="46659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F7DB97-EFFE-3E14-410A-78FDB0CE0C76}"/>
                    </a:ext>
                  </a:extLst>
                </p14:cNvPr>
                <p14:cNvContentPartPr/>
                <p14:nvPr/>
              </p14:nvContentPartPr>
              <p14:xfrm>
                <a:off x="9005968" y="567398"/>
                <a:ext cx="109440" cy="16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F7DB97-EFFE-3E14-410A-78FDB0CE0C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43328" y="504758"/>
                  <a:ext cx="235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CFB345-7763-9EF4-55C3-23DF979652F8}"/>
                    </a:ext>
                  </a:extLst>
                </p14:cNvPr>
                <p14:cNvContentPartPr/>
                <p14:nvPr/>
              </p14:nvContentPartPr>
              <p14:xfrm>
                <a:off x="9129088" y="509798"/>
                <a:ext cx="101520" cy="62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CFB345-7763-9EF4-55C3-23DF979652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66088" y="446798"/>
                  <a:ext cx="227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2063EE-EB6B-F0F9-2029-1B41D864506F}"/>
                    </a:ext>
                  </a:extLst>
                </p14:cNvPr>
                <p14:cNvContentPartPr/>
                <p14:nvPr/>
              </p14:nvContentPartPr>
              <p14:xfrm>
                <a:off x="9141688" y="288758"/>
                <a:ext cx="801720" cy="489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2063EE-EB6B-F0F9-2029-1B41D86450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78688" y="225758"/>
                  <a:ext cx="927360" cy="61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D3A8CF7-D495-D202-6D86-18B8BEB9EB6B}"/>
                  </a:ext>
                </a:extLst>
              </p14:cNvPr>
              <p14:cNvContentPartPr/>
              <p14:nvPr/>
            </p14:nvContentPartPr>
            <p14:xfrm>
              <a:off x="4081161" y="6551050"/>
              <a:ext cx="1404000" cy="174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D3A8CF7-D495-D202-6D86-18B8BEB9EB6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18161" y="6487920"/>
                <a:ext cx="1529640" cy="3001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4A66443-766E-942B-1323-B459A7B1D73F}"/>
              </a:ext>
            </a:extLst>
          </p:cNvPr>
          <p:cNvSpPr txBox="1"/>
          <p:nvPr/>
        </p:nvSpPr>
        <p:spPr>
          <a:xfrm>
            <a:off x="6558033" y="1886886"/>
            <a:ext cx="56339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decoder: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starts with a </a:t>
            </a:r>
            <a:r>
              <a:rPr lang="en-US" b="1" dirty="0"/>
              <a:t>BOS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the </a:t>
            </a:r>
            <a:r>
              <a:rPr lang="en-US" b="1" dirty="0"/>
              <a:t>next token </a:t>
            </a:r>
            <a:r>
              <a:rPr lang="en-US" dirty="0"/>
              <a:t>(e.g. How)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feeds the generated token back into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repeats the process until an </a:t>
            </a:r>
            <a:r>
              <a:rPr lang="en-US" b="1" dirty="0"/>
              <a:t>EOS token</a:t>
            </a:r>
            <a:r>
              <a:rPr lang="en-US" dirty="0"/>
              <a:t> is produced.</a:t>
            </a:r>
            <a:endParaRPr lang="ro-RO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9A0F7B-812D-EF8D-AE3A-CFE5C74EB3AF}"/>
              </a:ext>
            </a:extLst>
          </p:cNvPr>
          <p:cNvSpPr txBox="1"/>
          <p:nvPr/>
        </p:nvSpPr>
        <p:spPr>
          <a:xfrm>
            <a:off x="6738471" y="5010407"/>
            <a:ext cx="5108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generation: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</a:rPr>
              <a:t>&lt;BOS&gt; → How → are → you → ? → &lt;EOS&gt;</a:t>
            </a:r>
            <a:endParaRPr lang="ro-RO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75DF19-DBF4-9EDF-2D23-31FA61132D4B}"/>
              </a:ext>
            </a:extLst>
          </p:cNvPr>
          <p:cNvSpPr txBox="1"/>
          <p:nvPr/>
        </p:nvSpPr>
        <p:spPr>
          <a:xfrm>
            <a:off x="4423106" y="6366384"/>
            <a:ext cx="1062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&lt;BOS&gt; </a:t>
            </a:r>
            <a:endParaRPr lang="ro-RO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018EFF-8B8D-12BA-45B4-0ED8D6A4B967}"/>
              </a:ext>
            </a:extLst>
          </p:cNvPr>
          <p:cNvSpPr txBox="1"/>
          <p:nvPr/>
        </p:nvSpPr>
        <p:spPr>
          <a:xfrm>
            <a:off x="5977077" y="896084"/>
            <a:ext cx="668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How</a:t>
            </a:r>
            <a:endParaRPr lang="ro-RO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92A13B8-90A6-DEF8-35A8-A4856CD2F3C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E621CBF-E354-6E49-AB40-223D47D3A290}"/>
              </a:ext>
            </a:extLst>
          </p:cNvPr>
          <p:cNvSpPr/>
          <p:nvPr/>
        </p:nvSpPr>
        <p:spPr>
          <a:xfrm>
            <a:off x="78623" y="282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lab 1 – Translating from German to English with a Transformer  </a:t>
            </a:r>
            <a:endParaRPr lang="en-US" sz="2933" dirty="0"/>
          </a:p>
        </p:txBody>
      </p:sp>
    </p:spTree>
    <p:extLst>
      <p:ext uri="{BB962C8B-B14F-4D97-AF65-F5344CB8AC3E}">
        <p14:creationId xmlns:p14="http://schemas.microsoft.com/office/powerpoint/2010/main" val="334293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611A6-4673-06BF-EDF9-3EB5C7DBF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295C03-460D-9C6D-A519-0953B63A0CCE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ED3BC82-6351-9143-0B65-EFC9313770A8}"/>
              </a:ext>
            </a:extLst>
          </p:cNvPr>
          <p:cNvSpPr/>
          <p:nvPr/>
        </p:nvSpPr>
        <p:spPr>
          <a:xfrm>
            <a:off x="78623" y="282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lab 2 - Classifying Images with a Vision Transformer  </a:t>
            </a:r>
            <a:endParaRPr lang="en-US" sz="2933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A5E1572-3E5F-A1D1-E514-CD0987E74FD4}"/>
              </a:ext>
            </a:extLst>
          </p:cNvPr>
          <p:cNvSpPr/>
          <p:nvPr/>
        </p:nvSpPr>
        <p:spPr>
          <a:xfrm>
            <a:off x="4409323" y="2478036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2" name="Picture 2" descr="CJ&quot; Meme Templates - Imgflip">
            <a:extLst>
              <a:ext uri="{FF2B5EF4-FFF2-40B4-BE49-F238E27FC236}">
                <a16:creationId xmlns:a16="http://schemas.microsoft.com/office/drawing/2014/main" id="{9D4C8DDD-4894-514B-E7A4-A68F7857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323" y="1685556"/>
            <a:ext cx="866357" cy="65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2061">
            <a:extLst>
              <a:ext uri="{FF2B5EF4-FFF2-40B4-BE49-F238E27FC236}">
                <a16:creationId xmlns:a16="http://schemas.microsoft.com/office/drawing/2014/main" id="{471AA122-7BD3-9BF2-64F4-346D52DE1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9" y="1574216"/>
            <a:ext cx="4190844" cy="2282037"/>
          </a:xfrm>
          <a:prstGeom prst="rect">
            <a:avLst/>
          </a:prstGeom>
        </p:spPr>
      </p:pic>
      <p:sp>
        <p:nvSpPr>
          <p:cNvPr id="2063" name="Rectangle: Rounded Corners 2062">
            <a:extLst>
              <a:ext uri="{FF2B5EF4-FFF2-40B4-BE49-F238E27FC236}">
                <a16:creationId xmlns:a16="http://schemas.microsoft.com/office/drawing/2014/main" id="{5F4E362F-5EE8-EEF9-2421-B131EDD7FA9D}"/>
              </a:ext>
            </a:extLst>
          </p:cNvPr>
          <p:cNvSpPr/>
          <p:nvPr/>
        </p:nvSpPr>
        <p:spPr>
          <a:xfrm>
            <a:off x="5547541" y="1261389"/>
            <a:ext cx="5321300" cy="288189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64" name="Arrow: Right 2063">
            <a:extLst>
              <a:ext uri="{FF2B5EF4-FFF2-40B4-BE49-F238E27FC236}">
                <a16:creationId xmlns:a16="http://schemas.microsoft.com/office/drawing/2014/main" id="{F765619B-49C3-53D4-BA8F-E4B9A0E4DE87}"/>
              </a:ext>
            </a:extLst>
          </p:cNvPr>
          <p:cNvSpPr/>
          <p:nvPr/>
        </p:nvSpPr>
        <p:spPr>
          <a:xfrm>
            <a:off x="11051423" y="2533928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65" name="Arrow: Right 2064">
            <a:extLst>
              <a:ext uri="{FF2B5EF4-FFF2-40B4-BE49-F238E27FC236}">
                <a16:creationId xmlns:a16="http://schemas.microsoft.com/office/drawing/2014/main" id="{F8FF2116-B497-BEC0-E34E-EE78FB405377}"/>
              </a:ext>
            </a:extLst>
          </p:cNvPr>
          <p:cNvSpPr/>
          <p:nvPr/>
        </p:nvSpPr>
        <p:spPr>
          <a:xfrm>
            <a:off x="538959" y="5374765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066" name="Picture 2065">
            <a:extLst>
              <a:ext uri="{FF2B5EF4-FFF2-40B4-BE49-F238E27FC236}">
                <a16:creationId xmlns:a16="http://schemas.microsoft.com/office/drawing/2014/main" id="{D4AC8525-8143-A9FE-6BE5-3A4FCBAC2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346" y="4479944"/>
            <a:ext cx="477714" cy="2101057"/>
          </a:xfrm>
          <a:prstGeom prst="rect">
            <a:avLst/>
          </a:prstGeom>
        </p:spPr>
      </p:pic>
      <p:sp>
        <p:nvSpPr>
          <p:cNvPr id="2067" name="Rectangle: Rounded Corners 2066">
            <a:extLst>
              <a:ext uri="{FF2B5EF4-FFF2-40B4-BE49-F238E27FC236}">
                <a16:creationId xmlns:a16="http://schemas.microsoft.com/office/drawing/2014/main" id="{A0D65C4D-61EB-8A87-465F-5DE77D8387E4}"/>
              </a:ext>
            </a:extLst>
          </p:cNvPr>
          <p:cNvSpPr/>
          <p:nvPr/>
        </p:nvSpPr>
        <p:spPr>
          <a:xfrm>
            <a:off x="1722502" y="4448919"/>
            <a:ext cx="533401" cy="19261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068" name="Picture 2067">
            <a:extLst>
              <a:ext uri="{FF2B5EF4-FFF2-40B4-BE49-F238E27FC236}">
                <a16:creationId xmlns:a16="http://schemas.microsoft.com/office/drawing/2014/main" id="{D20499E4-A345-7EF0-4609-7C8534DD4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254" y="4448919"/>
            <a:ext cx="1302152" cy="2101057"/>
          </a:xfrm>
          <a:prstGeom prst="rect">
            <a:avLst/>
          </a:prstGeom>
        </p:spPr>
      </p:pic>
      <p:sp>
        <p:nvSpPr>
          <p:cNvPr id="2069" name="Left Brace 2068">
            <a:extLst>
              <a:ext uri="{FF2B5EF4-FFF2-40B4-BE49-F238E27FC236}">
                <a16:creationId xmlns:a16="http://schemas.microsoft.com/office/drawing/2014/main" id="{7534623E-942D-F285-F719-9EFC62A42740}"/>
              </a:ext>
            </a:extLst>
          </p:cNvPr>
          <p:cNvSpPr/>
          <p:nvPr/>
        </p:nvSpPr>
        <p:spPr>
          <a:xfrm>
            <a:off x="3997473" y="4582268"/>
            <a:ext cx="121624" cy="1907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3D125AF8-B074-A5C6-0EFF-0B36B7589291}"/>
              </a:ext>
            </a:extLst>
          </p:cNvPr>
          <p:cNvSpPr txBox="1"/>
          <p:nvPr/>
        </p:nvSpPr>
        <p:spPr>
          <a:xfrm>
            <a:off x="5478720" y="5345806"/>
            <a:ext cx="71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ro-RO" dirty="0"/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3884401B-052C-5448-A466-92E2FA6E197A}"/>
              </a:ext>
            </a:extLst>
          </p:cNvPr>
          <p:cNvSpPr txBox="1"/>
          <p:nvPr/>
        </p:nvSpPr>
        <p:spPr>
          <a:xfrm>
            <a:off x="4246713" y="6581001"/>
            <a:ext cx="9912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Linear Layer</a:t>
            </a:r>
            <a:endParaRPr lang="ro-RO" sz="1200" dirty="0"/>
          </a:p>
        </p:txBody>
      </p:sp>
      <p:sp>
        <p:nvSpPr>
          <p:cNvPr id="2074" name="Arrow: Right 2073">
            <a:extLst>
              <a:ext uri="{FF2B5EF4-FFF2-40B4-BE49-F238E27FC236}">
                <a16:creationId xmlns:a16="http://schemas.microsoft.com/office/drawing/2014/main" id="{38BDFF5A-42E7-9F30-96DC-C24E28C423BB}"/>
              </a:ext>
            </a:extLst>
          </p:cNvPr>
          <p:cNvSpPr/>
          <p:nvPr/>
        </p:nvSpPr>
        <p:spPr>
          <a:xfrm>
            <a:off x="2615299" y="5374765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75" name="Left Brace 2074">
            <a:extLst>
              <a:ext uri="{FF2B5EF4-FFF2-40B4-BE49-F238E27FC236}">
                <a16:creationId xmlns:a16="http://schemas.microsoft.com/office/drawing/2014/main" id="{49C4F918-2864-23D4-6309-4AC2FF63130F}"/>
              </a:ext>
            </a:extLst>
          </p:cNvPr>
          <p:cNvSpPr/>
          <p:nvPr/>
        </p:nvSpPr>
        <p:spPr>
          <a:xfrm rot="10800000">
            <a:off x="5393406" y="4582269"/>
            <a:ext cx="132026" cy="19071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76" name="TextBox 2075">
            <a:extLst>
              <a:ext uri="{FF2B5EF4-FFF2-40B4-BE49-F238E27FC236}">
                <a16:creationId xmlns:a16="http://schemas.microsoft.com/office/drawing/2014/main" id="{B9D50A4C-0C02-E6BB-B761-63AEB0F00C4D}"/>
              </a:ext>
            </a:extLst>
          </p:cNvPr>
          <p:cNvSpPr txBox="1"/>
          <p:nvPr/>
        </p:nvSpPr>
        <p:spPr>
          <a:xfrm>
            <a:off x="3622249" y="5345806"/>
            <a:ext cx="436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48</a:t>
            </a:r>
            <a:endParaRPr lang="ro-RO" dirty="0"/>
          </a:p>
        </p:txBody>
      </p:sp>
      <p:sp>
        <p:nvSpPr>
          <p:cNvPr id="2077" name="Arrow: Right 2076">
            <a:extLst>
              <a:ext uri="{FF2B5EF4-FFF2-40B4-BE49-F238E27FC236}">
                <a16:creationId xmlns:a16="http://schemas.microsoft.com/office/drawing/2014/main" id="{79763A6A-FE56-052A-ABC1-806F5FF1EBF5}"/>
              </a:ext>
            </a:extLst>
          </p:cNvPr>
          <p:cNvSpPr/>
          <p:nvPr/>
        </p:nvSpPr>
        <p:spPr>
          <a:xfrm>
            <a:off x="6120499" y="5374763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079" name="Picture 2078">
            <a:extLst>
              <a:ext uri="{FF2B5EF4-FFF2-40B4-BE49-F238E27FC236}">
                <a16:creationId xmlns:a16="http://schemas.microsoft.com/office/drawing/2014/main" id="{8C58A516-8B72-2D16-E835-DC55CEAD9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757" y="5173215"/>
            <a:ext cx="4778302" cy="585886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28CA18F5-7D27-DC8A-2351-A300A91837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3465" y="1665799"/>
            <a:ext cx="3769452" cy="792480"/>
          </a:xfrm>
          <a:prstGeom prst="rect">
            <a:avLst/>
          </a:prstGeom>
        </p:spPr>
      </p:pic>
      <p:pic>
        <p:nvPicPr>
          <p:cNvPr id="2081" name="Picture 2080">
            <a:extLst>
              <a:ext uri="{FF2B5EF4-FFF2-40B4-BE49-F238E27FC236}">
                <a16:creationId xmlns:a16="http://schemas.microsoft.com/office/drawing/2014/main" id="{394468CE-7247-5CAA-7592-D4A1158F2B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6873" y="2532853"/>
            <a:ext cx="4062636" cy="1296842"/>
          </a:xfrm>
          <a:prstGeom prst="rect">
            <a:avLst/>
          </a:prstGeom>
        </p:spPr>
      </p:pic>
      <p:sp>
        <p:nvSpPr>
          <p:cNvPr id="2082" name="TextBox 2081">
            <a:extLst>
              <a:ext uri="{FF2B5EF4-FFF2-40B4-BE49-F238E27FC236}">
                <a16:creationId xmlns:a16="http://schemas.microsoft.com/office/drawing/2014/main" id="{D5733E5B-18D4-3FE0-2E65-93C05D335567}"/>
              </a:ext>
            </a:extLst>
          </p:cNvPr>
          <p:cNvSpPr txBox="1"/>
          <p:nvPr/>
        </p:nvSpPr>
        <p:spPr>
          <a:xfrm>
            <a:off x="7077112" y="85320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 Encoder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9010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C2FC-42B3-E5A2-CDE0-9DB711CD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966140-B5CE-D25C-2243-2B7C2BC6ADA8}"/>
                  </a:ext>
                </a:extLst>
              </p14:cNvPr>
              <p14:cNvContentPartPr/>
              <p14:nvPr/>
            </p14:nvContentPartPr>
            <p14:xfrm>
              <a:off x="6026241" y="880576"/>
              <a:ext cx="2471400" cy="12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966140-B5CE-D25C-2243-2B7C2BC6AD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3241" y="817753"/>
                <a:ext cx="2597040" cy="253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7D9C29-849A-BACA-D0C4-1351736AF033}"/>
                  </a:ext>
                </a:extLst>
              </p14:cNvPr>
              <p14:cNvContentPartPr/>
              <p14:nvPr/>
            </p14:nvContentPartPr>
            <p14:xfrm>
              <a:off x="5958921" y="790936"/>
              <a:ext cx="2152440" cy="731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7D9C29-849A-BACA-D0C4-1351736AF0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95921" y="727967"/>
                <a:ext cx="2278080" cy="857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8797CD-87AC-1C4F-6AE8-5D879F5F9919}"/>
                  </a:ext>
                </a:extLst>
              </p14:cNvPr>
              <p14:cNvContentPartPr/>
              <p14:nvPr/>
            </p14:nvContentPartPr>
            <p14:xfrm>
              <a:off x="3875808" y="6550946"/>
              <a:ext cx="1404000" cy="174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8797CD-87AC-1C4F-6AE8-5D879F5F99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12808" y="6487816"/>
                <a:ext cx="1529640" cy="3001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E8AF749-E218-A893-7347-FB48EFB05FD7}"/>
              </a:ext>
            </a:extLst>
          </p:cNvPr>
          <p:cNvSpPr txBox="1"/>
          <p:nvPr/>
        </p:nvSpPr>
        <p:spPr>
          <a:xfrm>
            <a:off x="6458180" y="1875174"/>
            <a:ext cx="58942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decoder: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starts with a </a:t>
            </a:r>
            <a:r>
              <a:rPr lang="en-US" b="1" dirty="0"/>
              <a:t>&lt;start&gt;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the </a:t>
            </a:r>
            <a:r>
              <a:rPr lang="en-US" b="1" dirty="0"/>
              <a:t>next token </a:t>
            </a:r>
            <a:r>
              <a:rPr lang="en-US" dirty="0"/>
              <a:t>(e.g. two)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feeds the generated token back into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repeats the process until an </a:t>
            </a:r>
            <a:r>
              <a:rPr lang="en-US" b="1" dirty="0"/>
              <a:t>&lt;end&gt; token</a:t>
            </a:r>
            <a:r>
              <a:rPr lang="en-US" dirty="0"/>
              <a:t> is produced.</a:t>
            </a:r>
            <a:endParaRPr lang="ro-RO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2874DA-EB4B-E7FA-CB27-1B4E076E4578}"/>
              </a:ext>
            </a:extLst>
          </p:cNvPr>
          <p:cNvSpPr txBox="1"/>
          <p:nvPr/>
        </p:nvSpPr>
        <p:spPr>
          <a:xfrm>
            <a:off x="6738471" y="5010407"/>
            <a:ext cx="5333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generation: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</a:rPr>
              <a:t>&lt;start&gt; → two → bears → fight → &lt;end&gt;</a:t>
            </a:r>
            <a:endParaRPr lang="ro-RO" b="1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48F6760-FFA3-18B7-4F72-90AE07C80E28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B565C72-C4BE-74E3-C414-825DBF9ED90A}"/>
              </a:ext>
            </a:extLst>
          </p:cNvPr>
          <p:cNvSpPr/>
          <p:nvPr/>
        </p:nvSpPr>
        <p:spPr>
          <a:xfrm>
            <a:off x="78623" y="2823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–  Adding Captions to Images</a:t>
            </a:r>
            <a:endParaRPr lang="en-US" sz="2933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2CF996-C178-4A0E-7623-4A96DDEBAB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53" y="880471"/>
            <a:ext cx="5759247" cy="59492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99D643B-176A-D9DC-31D5-EF9EC7FF73B6}"/>
                  </a:ext>
                </a:extLst>
              </p14:cNvPr>
              <p14:cNvContentPartPr/>
              <p14:nvPr/>
            </p14:nvContentPartPr>
            <p14:xfrm>
              <a:off x="3852915" y="5515480"/>
              <a:ext cx="411120" cy="54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99D643B-176A-D9DC-31D5-EF9EC7FF73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89915" y="5452840"/>
                <a:ext cx="5367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D68CEF9-7EB8-CD4B-8395-CF8A683C77C6}"/>
                  </a:ext>
                </a:extLst>
              </p14:cNvPr>
              <p14:cNvContentPartPr/>
              <p14:nvPr/>
            </p14:nvContentPartPr>
            <p14:xfrm>
              <a:off x="2947515" y="5660200"/>
              <a:ext cx="1033560" cy="33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D68CEF9-7EB8-CD4B-8395-CF8A683C77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84875" y="5597560"/>
                <a:ext cx="11592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EF7F3EF-236C-97DF-C00A-81481F212286}"/>
                  </a:ext>
                </a:extLst>
              </p14:cNvPr>
              <p14:cNvContentPartPr/>
              <p14:nvPr/>
            </p14:nvContentPartPr>
            <p14:xfrm>
              <a:off x="3228315" y="5568400"/>
              <a:ext cx="2112840" cy="975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EF7F3EF-236C-97DF-C00A-81481F2122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65315" y="5505760"/>
                <a:ext cx="22384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F34C0EF-BF83-340B-1CAC-BC31ACF825F3}"/>
                  </a:ext>
                </a:extLst>
              </p14:cNvPr>
              <p14:cNvContentPartPr/>
              <p14:nvPr/>
            </p14:nvContentPartPr>
            <p14:xfrm>
              <a:off x="3964875" y="5690080"/>
              <a:ext cx="1550160" cy="94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F34C0EF-BF83-340B-1CAC-BC31ACF825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02235" y="5627440"/>
                <a:ext cx="16758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0ADDBDA-12F6-56C4-21B5-F525FCC4320C}"/>
                  </a:ext>
                </a:extLst>
              </p14:cNvPr>
              <p14:cNvContentPartPr/>
              <p14:nvPr/>
            </p14:nvContentPartPr>
            <p14:xfrm>
              <a:off x="3503355" y="5743000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0ADDBDA-12F6-56C4-21B5-F525FCC432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40715" y="5680360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8CE527D-49CA-681B-F429-F84339E2E8C4}"/>
              </a:ext>
            </a:extLst>
          </p:cNvPr>
          <p:cNvSpPr txBox="1"/>
          <p:nvPr/>
        </p:nvSpPr>
        <p:spPr>
          <a:xfrm>
            <a:off x="3877067" y="5415428"/>
            <a:ext cx="130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&lt;start&gt; </a:t>
            </a:r>
            <a:endParaRPr lang="ro-RO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55E9BD7-B3A3-D2B5-05F8-36B6A82674C8}"/>
                  </a:ext>
                </a:extLst>
              </p14:cNvPr>
              <p14:cNvContentPartPr/>
              <p14:nvPr/>
            </p14:nvContentPartPr>
            <p14:xfrm>
              <a:off x="3534315" y="1191520"/>
              <a:ext cx="1655640" cy="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55E9BD7-B3A3-D2B5-05F8-36B6A82674C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71315" y="1065520"/>
                <a:ext cx="17812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67D167A-5EB7-D35C-5A2A-C67CC7A6167D}"/>
                  </a:ext>
                </a:extLst>
              </p14:cNvPr>
              <p14:cNvContentPartPr/>
              <p14:nvPr/>
            </p14:nvContentPartPr>
            <p14:xfrm>
              <a:off x="3945075" y="975520"/>
              <a:ext cx="128484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67D167A-5EB7-D35C-5A2A-C67CC7A6167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82075" y="912880"/>
                <a:ext cx="14104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88C59C2-1A89-F5B3-4EF1-40ABCEA6B2B0}"/>
                  </a:ext>
                </a:extLst>
              </p14:cNvPr>
              <p14:cNvContentPartPr/>
              <p14:nvPr/>
            </p14:nvContentPartPr>
            <p14:xfrm>
              <a:off x="3534315" y="1087840"/>
              <a:ext cx="1936440" cy="1864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88C59C2-1A89-F5B3-4EF1-40ABCEA6B2B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71315" y="1025200"/>
                <a:ext cx="2062080" cy="31212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80A690E-9659-29A4-4504-F1E1853E9616}"/>
              </a:ext>
            </a:extLst>
          </p:cNvPr>
          <p:cNvSpPr txBox="1"/>
          <p:nvPr/>
        </p:nvSpPr>
        <p:spPr>
          <a:xfrm>
            <a:off x="4152312" y="928370"/>
            <a:ext cx="668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two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46209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Flickr 8k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 8k Dataset Overview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890016"/>
            <a:ext cx="2682240" cy="1292352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3296" y="890016"/>
            <a:ext cx="26822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987552"/>
            <a:ext cx="24384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3467" dirty="0"/>
          </a:p>
        </p:txBody>
      </p:sp>
      <p:sp>
        <p:nvSpPr>
          <p:cNvPr id="9" name="Text 7"/>
          <p:cNvSpPr/>
          <p:nvPr/>
        </p:nvSpPr>
        <p:spPr>
          <a:xfrm>
            <a:off x="585216" y="1645920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4992" y="890016"/>
            <a:ext cx="2682240" cy="1292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695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890016"/>
            <a:ext cx="268224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6912" y="987552"/>
            <a:ext cx="24384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67" dirty="0"/>
          </a:p>
        </p:txBody>
      </p:sp>
      <p:sp>
        <p:nvSpPr>
          <p:cNvPr id="13" name="Text 11"/>
          <p:cNvSpPr/>
          <p:nvPr/>
        </p:nvSpPr>
        <p:spPr>
          <a:xfrm>
            <a:off x="3486912" y="1645920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per image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6688" y="890016"/>
            <a:ext cx="2682240" cy="1292352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6688" y="890016"/>
            <a:ext cx="268224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8608" y="987552"/>
            <a:ext cx="24384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3467" dirty="0"/>
          </a:p>
        </p:txBody>
      </p:sp>
      <p:sp>
        <p:nvSpPr>
          <p:cNvPr id="17" name="Text 15"/>
          <p:cNvSpPr/>
          <p:nvPr/>
        </p:nvSpPr>
        <p:spPr>
          <a:xfrm>
            <a:off x="6388608" y="1645920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68384" y="890016"/>
            <a:ext cx="2682240" cy="1292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68384" y="890016"/>
            <a:ext cx="268224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987552"/>
            <a:ext cx="24384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467" dirty="0"/>
          </a:p>
        </p:txBody>
      </p:sp>
      <p:sp>
        <p:nvSpPr>
          <p:cNvPr id="21" name="Text 19"/>
          <p:cNvSpPr/>
          <p:nvPr/>
        </p:nvSpPr>
        <p:spPr>
          <a:xfrm>
            <a:off x="9290304" y="1645920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3296" y="2328672"/>
            <a:ext cx="11265408" cy="1676400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408" y="2438400"/>
            <a:ext cx="10997184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...: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details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details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train_image_paths.append(path)       # 7,000 training images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train_image_captions.append(captions)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details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test_image_paths.append(path)        # 1,000 test images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test_image_captions.append(captions)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463296" y="6309360"/>
            <a:ext cx="11265408" cy="438912"/>
          </a:xfrm>
          <a:prstGeom prst="rect">
            <a:avLst/>
          </a:prstGeom>
          <a:solidFill>
            <a:srgbClr val="FFF8E1"/>
          </a:solidFill>
          <a:ln w="8890">
            <a:solidFill>
              <a:srgbClr val="F9A8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" y="6370320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Each image has 5 independent captions from different annotators — giving the model diverse descriptions of the same scene to learn from.</a:t>
            </a:r>
            <a:endParaRPr lang="en-US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B38BB5A-66AD-189F-336D-6DE0D90BA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4089801"/>
            <a:ext cx="3023616" cy="213482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BC23E3E-D78F-6327-5D69-4000C9F79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805" y="4784854"/>
            <a:ext cx="3426771" cy="7447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9FDF54A-6641-7617-A930-CFE60BD2B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788" y="4089801"/>
            <a:ext cx="1430913" cy="213482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409D1FC-9C32-E16E-5EC2-592F4CE04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913" y="4786805"/>
            <a:ext cx="3907192" cy="7427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3221-791E-79FC-C33C-E31A9706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7A2E07-7149-3BFB-AD12-297B8F0B2F5B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87AAD-6B4A-06E7-2158-EA2E1DDA4E55}"/>
              </a:ext>
            </a:extLst>
          </p:cNvPr>
          <p:cNvSpPr txBox="1"/>
          <p:nvPr/>
        </p:nvSpPr>
        <p:spPr>
          <a:xfrm>
            <a:off x="71919" y="48768"/>
            <a:ext cx="12048162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100" dirty="0"/>
          </a:p>
          <a:p>
            <a:pPr>
              <a:buNone/>
            </a:pPr>
            <a:r>
              <a:rPr lang="en-US" sz="2100" b="1" dirty="0">
                <a:solidFill>
                  <a:srgbClr val="FF0000"/>
                </a:solidFill>
              </a:rPr>
              <a:t>The laboratory does not include a function for plotting images together with their captions.</a:t>
            </a:r>
            <a:br>
              <a:rPr lang="en-US" sz="2100" b="1" dirty="0">
                <a:solidFill>
                  <a:srgbClr val="FF0000"/>
                </a:solidFill>
              </a:rPr>
            </a:br>
            <a:r>
              <a:rPr lang="en-US" sz="2100" dirty="0"/>
              <a:t>However, we can use AI tools such as </a:t>
            </a:r>
            <a:r>
              <a:rPr lang="en-US" sz="2100" b="1" dirty="0"/>
              <a:t>Copilot / ChatGPT / Claude</a:t>
            </a:r>
            <a:r>
              <a:rPr lang="en-US" sz="2100" dirty="0"/>
              <a:t> to quickly generate such code.</a:t>
            </a:r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endParaRPr lang="en-US" sz="2100" dirty="0"/>
          </a:p>
          <a:p>
            <a:pPr>
              <a:buNone/>
            </a:pPr>
            <a:r>
              <a:rPr lang="en-US" sz="2100" dirty="0"/>
              <a:t>This is useful because visualizing the dataset helps us: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/>
              <a:t> verify that the data is loaded correctly,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/>
              <a:t> understand the structure of the dataset,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/>
              <a:t> get an intuitive sense of the images and captions before training.</a:t>
            </a:r>
          </a:p>
          <a:p>
            <a:pPr lvl="1"/>
            <a:endParaRPr lang="en-US" sz="2100" dirty="0"/>
          </a:p>
          <a:p>
            <a:pPr algn="ctr">
              <a:buNone/>
            </a:pPr>
            <a:r>
              <a:rPr lang="en-US" sz="2100" b="1" i="1" dirty="0"/>
              <a:t>Exploring the data visually is an important step in any machine learning project 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96DD2-494B-BEA2-143C-2BFAC25AF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919" y="3727834"/>
            <a:ext cx="1053991" cy="909194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E3D63F88-7041-D6C1-BDAD-3E199B1F2673}"/>
              </a:ext>
            </a:extLst>
          </p:cNvPr>
          <p:cNvSpPr/>
          <p:nvPr/>
        </p:nvSpPr>
        <p:spPr>
          <a:xfrm>
            <a:off x="3711171" y="1212351"/>
            <a:ext cx="5155427" cy="2373330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What I cannot create, I do not understand&quot; - Richard Feynman At the end of  March, I stepped down from the position of PrecisionLoop's CEO. The last  4.5 years at AI startups">
            <a:extLst>
              <a:ext uri="{FF2B5EF4-FFF2-40B4-BE49-F238E27FC236}">
                <a16:creationId xmlns:a16="http://schemas.microsoft.com/office/drawing/2014/main" id="{5BF18404-EF67-BBC5-D7B4-B4CFAB042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479" y="1602769"/>
            <a:ext cx="2749188" cy="153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5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D459-7F42-A4D5-2A8C-1BAEE860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222B514-E04D-F013-E40E-733A79F29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10" y="959563"/>
            <a:ext cx="4332270" cy="27322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B35286-273B-8042-5325-88F483FBF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632" y="4077536"/>
            <a:ext cx="4342735" cy="26740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BB16708-2EBE-2D1D-841C-6D64848B6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103" y="5898437"/>
            <a:ext cx="552527" cy="853122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488FC2A-1EDB-C204-93F7-3752CFC2BB93}"/>
              </a:ext>
            </a:extLst>
          </p:cNvPr>
          <p:cNvSpPr/>
          <p:nvPr/>
        </p:nvSpPr>
        <p:spPr>
          <a:xfrm>
            <a:off x="5117591" y="22414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747073A-042E-6D38-AD2B-9E86AED20E06}"/>
              </a:ext>
            </a:extLst>
          </p:cNvPr>
          <p:cNvSpPr/>
          <p:nvPr/>
        </p:nvSpPr>
        <p:spPr>
          <a:xfrm>
            <a:off x="2669961" y="517223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F23F585-1144-50E3-A929-EBB6317BEC17}"/>
              </a:ext>
            </a:extLst>
          </p:cNvPr>
          <p:cNvSpPr/>
          <p:nvPr/>
        </p:nvSpPr>
        <p:spPr>
          <a:xfrm>
            <a:off x="10945402" y="22414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3BBA95-247E-46D1-3916-A37EDE7AF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696" y="959563"/>
            <a:ext cx="4338009" cy="2732283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1000DDE9-B5CA-87AF-58EE-94CD2E60BA3A}"/>
              </a:ext>
            </a:extLst>
          </p:cNvPr>
          <p:cNvSpPr/>
          <p:nvPr/>
        </p:nvSpPr>
        <p:spPr>
          <a:xfrm>
            <a:off x="8752793" y="4921318"/>
            <a:ext cx="3439207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reminder from last BIA lab </a:t>
            </a:r>
            <a:r>
              <a:rPr lang="en-US" sz="2933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</a:t>
            </a:r>
            <a:endParaRPr lang="en-US" sz="2933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D04FB089-3913-8337-FC83-A6348C54177B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0442C15E-8755-78D4-5814-94CA727B9DA3}"/>
              </a:ext>
            </a:extLst>
          </p:cNvPr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C53ED0F-940B-05DA-5FE5-A9436894FE43}"/>
              </a:ext>
            </a:extLst>
          </p:cNvPr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CBBC029-CB8C-167A-0B1E-D6381093721D}"/>
              </a:ext>
            </a:extLst>
          </p:cNvPr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Vocabulary</a:t>
            </a:r>
            <a:endParaRPr lang="en-US" sz="2667" dirty="0"/>
          </a:p>
        </p:txBody>
      </p:sp>
    </p:spTree>
    <p:extLst>
      <p:ext uri="{BB962C8B-B14F-4D97-AF65-F5344CB8AC3E}">
        <p14:creationId xmlns:p14="http://schemas.microsoft.com/office/powerpoint/2010/main" val="461839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4AA66-24E0-5FE9-0D36-2067DD9A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CA191B1-5910-E852-437A-4FED4AE6E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103" y="5898437"/>
            <a:ext cx="552527" cy="853122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2B214D3-8AE4-3F61-292F-A04703003FA2}"/>
              </a:ext>
            </a:extLst>
          </p:cNvPr>
          <p:cNvSpPr/>
          <p:nvPr/>
        </p:nvSpPr>
        <p:spPr>
          <a:xfrm>
            <a:off x="463296" y="1202073"/>
            <a:ext cx="718242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2800" b="1" dirty="0"/>
              <a:t>TL;DR — Creating the vocabulary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5F6F5B1C-43AF-8AA0-1945-DF6A603AEC5C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F1F6DEC9-8CE9-C0B1-3A56-FE0F63A7AFDA}"/>
              </a:ext>
            </a:extLst>
          </p:cNvPr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0A7F8B1-656D-CC1F-6044-7DD7B0A6FAF9}"/>
              </a:ext>
            </a:extLst>
          </p:cNvPr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C4D2F4A-47C4-151B-06BF-C0F8803F51B4}"/>
              </a:ext>
            </a:extLst>
          </p:cNvPr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Vocabulary</a:t>
            </a:r>
            <a:endParaRPr lang="en-US" sz="2667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4A1D0-26A0-9F6B-A37C-F44FB3D359C2}"/>
              </a:ext>
            </a:extLst>
          </p:cNvPr>
          <p:cNvSpPr txBox="1"/>
          <p:nvPr/>
        </p:nvSpPr>
        <p:spPr>
          <a:xfrm>
            <a:off x="660970" y="1919467"/>
            <a:ext cx="1087005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 Read all captions from the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Count how many times each word appears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Keep only the words that appear often enough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Assign an index to each word: </a:t>
            </a:r>
            <a:r>
              <a:rPr lang="en-US" sz="2800" dirty="0">
                <a:latin typeface="Courier New" panose="02070309020205020404" pitchFamily="49" charset="0"/>
              </a:rPr>
              <a:t>word → </a:t>
            </a:r>
            <a:r>
              <a:rPr lang="en-US" sz="2800" dirty="0" err="1">
                <a:latin typeface="Courier New" panose="02070309020205020404" pitchFamily="49" charset="0"/>
              </a:rPr>
              <a:t>idx</a:t>
            </a:r>
            <a:endParaRPr lang="en-US" sz="2800" dirty="0">
              <a:latin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Add special tokens: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&lt;pad&gt;</a:t>
            </a:r>
            <a:r>
              <a:rPr lang="en-US" sz="2800" dirty="0"/>
              <a:t> for padding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&lt;start&gt;</a:t>
            </a:r>
            <a:r>
              <a:rPr lang="en-US" sz="2800" dirty="0"/>
              <a:t> beginning of sentence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&lt;end&gt;</a:t>
            </a:r>
            <a:r>
              <a:rPr lang="en-US" sz="2800" dirty="0"/>
              <a:t> end of sentence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&lt;</a:t>
            </a:r>
            <a:r>
              <a:rPr lang="en-US" sz="2800" dirty="0" err="1">
                <a:latin typeface="Courier New" panose="02070309020205020404" pitchFamily="49" charset="0"/>
              </a:rPr>
              <a:t>unk</a:t>
            </a:r>
            <a:r>
              <a:rPr lang="en-US" sz="2800" dirty="0">
                <a:latin typeface="Courier New" panose="02070309020205020404" pitchFamily="49" charset="0"/>
              </a:rPr>
              <a:t>&gt;</a:t>
            </a:r>
            <a:r>
              <a:rPr lang="en-US" sz="2800" dirty="0"/>
              <a:t> unknown word</a:t>
            </a:r>
          </a:p>
          <a:p>
            <a:endParaRPr lang="en-US" sz="2800" dirty="0"/>
          </a:p>
          <a:p>
            <a:r>
              <a:rPr lang="en-US" sz="2800" dirty="0"/>
              <a:t>Result: vocabulary used by the model to convert text into numbers</a:t>
            </a:r>
          </a:p>
        </p:txBody>
      </p:sp>
    </p:spTree>
    <p:extLst>
      <p:ext uri="{BB962C8B-B14F-4D97-AF65-F5344CB8AC3E}">
        <p14:creationId xmlns:p14="http://schemas.microsoft.com/office/powerpoint/2010/main" val="318446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Vocabulary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890016"/>
            <a:ext cx="11265408" cy="2145792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408" y="999744"/>
            <a:ext cx="10997184" cy="1844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[w for w in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word_freq.keys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if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word_freq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[w] &gt; 0]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word2idx = {k: v + 4 for v, k in enumerate(words)}  # regular words start at index 4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word2idx['&lt;pad&gt;']   = 0    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word2idx['&lt;start&gt;'] = 1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word2idx['&lt;end&gt;']   = 2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word2idx['&lt;unk&gt;']   = 3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idx2word = {v: k for k, v in word2idx.items()}       # reverse: integer → token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f"there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are {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(idx2word)} unique tokens")</a:t>
            </a:r>
          </a:p>
          <a:p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463296" y="3072384"/>
            <a:ext cx="158496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832" y="3096768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2048256" y="3072384"/>
            <a:ext cx="85344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5792" y="3096768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2901696" y="3072384"/>
            <a:ext cx="829056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3096768"/>
            <a:ext cx="8168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463296" y="3535680"/>
            <a:ext cx="158496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48256" y="3535680"/>
            <a:ext cx="85344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1696" y="3535680"/>
            <a:ext cx="829056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832" y="3560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&lt;pad&gt;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2145792" y="35600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2999232" y="3560064"/>
            <a:ext cx="816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short captions to the same length in a batch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463296" y="4047744"/>
            <a:ext cx="1584960" cy="463296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48256" y="4047744"/>
            <a:ext cx="853440" cy="463296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1696" y="4047744"/>
            <a:ext cx="8290560" cy="463296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0832" y="4072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&lt;start&gt;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2145792" y="4072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7" dirty="0"/>
          </a:p>
        </p:txBody>
      </p:sp>
      <p:sp>
        <p:nvSpPr>
          <p:cNvPr id="25" name="Text 23"/>
          <p:cNvSpPr/>
          <p:nvPr/>
        </p:nvSpPr>
        <p:spPr>
          <a:xfrm>
            <a:off x="2999232" y="4072128"/>
            <a:ext cx="816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to input — starts decoder generation</a:t>
            </a:r>
            <a:endParaRPr lang="en-US" sz="1267" dirty="0"/>
          </a:p>
        </p:txBody>
      </p:sp>
      <p:sp>
        <p:nvSpPr>
          <p:cNvPr id="26" name="Shape 24"/>
          <p:cNvSpPr/>
          <p:nvPr/>
        </p:nvSpPr>
        <p:spPr>
          <a:xfrm>
            <a:off x="463296" y="4559808"/>
            <a:ext cx="158496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48256" y="4559808"/>
            <a:ext cx="85344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1696" y="4559808"/>
            <a:ext cx="829056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832" y="4584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&lt;end&gt;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2145792" y="4584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2999232" y="4584192"/>
            <a:ext cx="816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to target — stops decoder generation</a:t>
            </a:r>
            <a:endParaRPr lang="en-US" sz="1267" dirty="0"/>
          </a:p>
        </p:txBody>
      </p:sp>
      <p:sp>
        <p:nvSpPr>
          <p:cNvPr id="32" name="Shape 30"/>
          <p:cNvSpPr/>
          <p:nvPr/>
        </p:nvSpPr>
        <p:spPr>
          <a:xfrm>
            <a:off x="463296" y="5071872"/>
            <a:ext cx="1584960" cy="463296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48256" y="5071872"/>
            <a:ext cx="853440" cy="463296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1696" y="5071872"/>
            <a:ext cx="8290560" cy="463296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832" y="50962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&lt;unk&gt;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2145792" y="50962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7" dirty="0"/>
          </a:p>
        </p:txBody>
      </p:sp>
      <p:sp>
        <p:nvSpPr>
          <p:cNvPr id="37" name="Text 35"/>
          <p:cNvSpPr/>
          <p:nvPr/>
        </p:nvSpPr>
        <p:spPr>
          <a:xfrm>
            <a:off x="2999232" y="5096256"/>
            <a:ext cx="816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any token not found in word2idx</a:t>
            </a:r>
            <a:endParaRPr lang="en-US" sz="1267" dirty="0"/>
          </a:p>
        </p:txBody>
      </p:sp>
      <p:sp>
        <p:nvSpPr>
          <p:cNvPr id="38" name="Shape 36"/>
          <p:cNvSpPr/>
          <p:nvPr/>
        </p:nvSpPr>
        <p:spPr>
          <a:xfrm>
            <a:off x="463296" y="5608320"/>
            <a:ext cx="11265408" cy="609600"/>
          </a:xfrm>
          <a:prstGeom prst="rect">
            <a:avLst/>
          </a:prstGeom>
          <a:solidFill>
            <a:srgbClr val="E8F5E9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7408" y="5693664"/>
            <a:ext cx="112654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7408" y="5974080"/>
            <a:ext cx="11021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 are 8387 unique tokens</a:t>
            </a:r>
            <a:endParaRPr lang="en-US" sz="1467" dirty="0"/>
          </a:p>
        </p:txBody>
      </p:sp>
      <p:sp>
        <p:nvSpPr>
          <p:cNvPr id="41" name="Shape 39"/>
          <p:cNvSpPr/>
          <p:nvPr/>
        </p:nvSpPr>
        <p:spPr>
          <a:xfrm>
            <a:off x="463296" y="6315456"/>
            <a:ext cx="11265408" cy="438912"/>
          </a:xfrm>
          <a:prstGeom prst="rect">
            <a:avLst/>
          </a:prstGeom>
          <a:solidFill>
            <a:srgbClr val="FFF8E1"/>
          </a:solidFill>
          <a:ln w="8890">
            <a:solidFill>
              <a:srgbClr val="F9A8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600" y="6376416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Regular word indices start at 4. The first 4 slots are reserved for special tokens. idx2word reverses the mapping: integer → English word.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E213-85C9-6BF3-4075-A1C2CFCA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201DCE-A587-4889-F075-73A25F49D260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804ECE-21C3-E40A-C5E8-663C274C024A}"/>
              </a:ext>
            </a:extLst>
          </p:cNvPr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E8C9CA-F1EB-E507-6BB7-916773A0FAC8}"/>
              </a:ext>
            </a:extLst>
          </p:cNvPr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BA48C7-D3B2-9AA9-266C-EAC84E2304F2}"/>
              </a:ext>
            </a:extLst>
          </p:cNvPr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Vocabulary</a:t>
            </a:r>
            <a:endParaRPr lang="en-US" sz="2667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B5BAD7A7-6FF8-9438-A283-21622030DAC0}"/>
              </a:ext>
            </a:extLst>
          </p:cNvPr>
          <p:cNvSpPr/>
          <p:nvPr/>
        </p:nvSpPr>
        <p:spPr>
          <a:xfrm>
            <a:off x="621758" y="1430438"/>
            <a:ext cx="16825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24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2EE9A26-15D7-459A-07E7-45CF66D0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322" y="1694991"/>
            <a:ext cx="7337532" cy="373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5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FlickrD — Custom PyTorch Dataset</a:t>
            </a:r>
            <a:endParaRPr lang="en-US" sz="2667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F65665FD-AC0A-5061-85DF-FC4D4515090F}"/>
              </a:ext>
            </a:extLst>
          </p:cNvPr>
          <p:cNvSpPr/>
          <p:nvPr/>
        </p:nvSpPr>
        <p:spPr>
          <a:xfrm>
            <a:off x="463296" y="3639312"/>
            <a:ext cx="11265408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6D2EBC44-E346-9FBE-98C7-849241F9F9D3}"/>
              </a:ext>
            </a:extLst>
          </p:cNvPr>
          <p:cNvSpPr/>
          <p:nvPr/>
        </p:nvSpPr>
        <p:spPr>
          <a:xfrm>
            <a:off x="463296" y="3639312"/>
            <a:ext cx="60960" cy="487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8419D6E2-B183-5105-3956-1488AD798723}"/>
              </a:ext>
            </a:extLst>
          </p:cNvPr>
          <p:cNvSpPr/>
          <p:nvPr/>
        </p:nvSpPr>
        <p:spPr>
          <a:xfrm>
            <a:off x="609600" y="3724656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 err="1">
                <a:solidFill>
                  <a:srgbClr val="1565C0"/>
                </a:solidFill>
                <a:latin typeface="Consolas" pitchFamily="34" charset="0"/>
              </a:rPr>
              <a:t>image_tensor</a:t>
            </a:r>
            <a:endParaRPr lang="en-US" sz="1267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514FFB07-D0D7-5ABB-83A6-421284329D7E}"/>
              </a:ext>
            </a:extLst>
          </p:cNvPr>
          <p:cNvSpPr/>
          <p:nvPr/>
        </p:nvSpPr>
        <p:spPr>
          <a:xfrm>
            <a:off x="3706368" y="3724656"/>
            <a:ext cx="25603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(128, 3, 128, 128)</a:t>
            </a:r>
            <a:endParaRPr lang="en-US" sz="1267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6F4FF3DF-0790-BFE9-09B3-0F9EC9A9C0A3}"/>
              </a:ext>
            </a:extLst>
          </p:cNvPr>
          <p:cNvSpPr/>
          <p:nvPr/>
        </p:nvSpPr>
        <p:spPr>
          <a:xfrm>
            <a:off x="6339840" y="3724656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RGB images, 128×128 pixels each</a:t>
            </a:r>
            <a:endParaRPr lang="en-US" sz="1267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3D6C30AF-C940-2CE7-73DD-A1AD30E397EF}"/>
              </a:ext>
            </a:extLst>
          </p:cNvPr>
          <p:cNvSpPr/>
          <p:nvPr/>
        </p:nvSpPr>
        <p:spPr>
          <a:xfrm>
            <a:off x="463296" y="4200144"/>
            <a:ext cx="11265408" cy="4876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EA7E1351-1E54-23BA-1ABC-A8D1E976114F}"/>
              </a:ext>
            </a:extLst>
          </p:cNvPr>
          <p:cNvSpPr/>
          <p:nvPr/>
        </p:nvSpPr>
        <p:spPr>
          <a:xfrm>
            <a:off x="463296" y="4200144"/>
            <a:ext cx="60960" cy="4876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87D17D03-58A3-F884-6476-BD7687DAA36D}"/>
              </a:ext>
            </a:extLst>
          </p:cNvPr>
          <p:cNvSpPr/>
          <p:nvPr/>
        </p:nvSpPr>
        <p:spPr>
          <a:xfrm>
            <a:off x="609600" y="4285488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 err="1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input_tokens</a:t>
            </a:r>
            <a:endParaRPr lang="en-US" sz="1267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23BDD181-D138-3CA6-72B0-1F14D875BDA0}"/>
              </a:ext>
            </a:extLst>
          </p:cNvPr>
          <p:cNvSpPr/>
          <p:nvPr/>
        </p:nvSpPr>
        <p:spPr>
          <a:xfrm>
            <a:off x="3706368" y="4285488"/>
            <a:ext cx="25603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(128, 50)</a:t>
            </a:r>
            <a:endParaRPr lang="en-US" sz="1267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F60A8E12-E6B9-1E5D-7358-43CFA891E875}"/>
              </a:ext>
            </a:extLst>
          </p:cNvPr>
          <p:cNvSpPr/>
          <p:nvPr/>
        </p:nvSpPr>
        <p:spPr>
          <a:xfrm>
            <a:off x="6339840" y="4285488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sequences: &lt;start&gt; + caption tokens</a:t>
            </a:r>
            <a:endParaRPr lang="en-US" sz="1267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7275A7EC-F5F1-5F5F-2A90-2236DE0D5209}"/>
              </a:ext>
            </a:extLst>
          </p:cNvPr>
          <p:cNvSpPr/>
          <p:nvPr/>
        </p:nvSpPr>
        <p:spPr>
          <a:xfrm>
            <a:off x="463296" y="4760976"/>
            <a:ext cx="11265408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A8203ED1-1B14-6B3A-F4EB-7B0C0139AFBE}"/>
              </a:ext>
            </a:extLst>
          </p:cNvPr>
          <p:cNvSpPr/>
          <p:nvPr/>
        </p:nvSpPr>
        <p:spPr>
          <a:xfrm>
            <a:off x="463296" y="4760976"/>
            <a:ext cx="60960" cy="487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11A1BE37-0D9E-222D-B546-D8D647FD4755}"/>
              </a:ext>
            </a:extLst>
          </p:cNvPr>
          <p:cNvSpPr/>
          <p:nvPr/>
        </p:nvSpPr>
        <p:spPr>
          <a:xfrm>
            <a:off x="609600" y="4846320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 err="1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tgt_targets</a:t>
            </a:r>
            <a:endParaRPr lang="en-US" sz="1267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E36F7349-2FA4-DAA2-C8BF-FC7B8EB419F9}"/>
              </a:ext>
            </a:extLst>
          </p:cNvPr>
          <p:cNvSpPr/>
          <p:nvPr/>
        </p:nvSpPr>
        <p:spPr>
          <a:xfrm>
            <a:off x="3706368" y="4846320"/>
            <a:ext cx="25603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(128, 50)</a:t>
            </a:r>
            <a:endParaRPr lang="en-US" sz="1267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1BF2D8A8-927E-E655-BFC9-5BAE778E96BA}"/>
              </a:ext>
            </a:extLst>
          </p:cNvPr>
          <p:cNvSpPr/>
          <p:nvPr/>
        </p:nvSpPr>
        <p:spPr>
          <a:xfrm>
            <a:off x="6339840" y="4846320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sequences: caption tokens + &lt;end&gt;</a:t>
            </a:r>
            <a:endParaRPr lang="en-US" sz="1267" dirty="0"/>
          </a:p>
        </p:txBody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1886EC19-6955-57A7-67F1-F3958BA4029A}"/>
              </a:ext>
            </a:extLst>
          </p:cNvPr>
          <p:cNvSpPr/>
          <p:nvPr/>
        </p:nvSpPr>
        <p:spPr>
          <a:xfrm>
            <a:off x="463296" y="5321808"/>
            <a:ext cx="11265408" cy="4876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F0D2F52C-1DE1-CED9-1C6A-C77002834ED5}"/>
              </a:ext>
            </a:extLst>
          </p:cNvPr>
          <p:cNvSpPr/>
          <p:nvPr/>
        </p:nvSpPr>
        <p:spPr>
          <a:xfrm>
            <a:off x="463296" y="5321808"/>
            <a:ext cx="60960" cy="487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F7838705-A5E2-5CC1-0EF0-C7A8D397770A}"/>
              </a:ext>
            </a:extLst>
          </p:cNvPr>
          <p:cNvSpPr/>
          <p:nvPr/>
        </p:nvSpPr>
        <p:spPr>
          <a:xfrm>
            <a:off x="609600" y="5407152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 err="1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attn_mask</a:t>
            </a:r>
            <a:endParaRPr lang="en-US" sz="1267" dirty="0"/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37E8D338-5411-6242-FA7A-B3B6ED1BCEAE}"/>
              </a:ext>
            </a:extLst>
          </p:cNvPr>
          <p:cNvSpPr/>
          <p:nvPr/>
        </p:nvSpPr>
        <p:spPr>
          <a:xfrm>
            <a:off x="3706368" y="5407152"/>
            <a:ext cx="25603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(128, 50)</a:t>
            </a:r>
            <a:endParaRPr lang="en-US" sz="1267" dirty="0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4335A7B4-D2AD-2F7A-E015-8C3BA8FDC4BA}"/>
              </a:ext>
            </a:extLst>
          </p:cNvPr>
          <p:cNvSpPr/>
          <p:nvPr/>
        </p:nvSpPr>
        <p:spPr>
          <a:xfrm>
            <a:off x="463296" y="1048512"/>
            <a:ext cx="11265408" cy="1941268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0DDB90A-487D-FC1F-762B-964CF39E2C25}"/>
              </a:ext>
            </a:extLst>
          </p:cNvPr>
          <p:cNvSpPr/>
          <p:nvPr/>
        </p:nvSpPr>
        <p:spPr>
          <a:xfrm>
            <a:off x="597408" y="1158240"/>
            <a:ext cx="10997184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Class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</a:rPr>
              <a:t>FlickrD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(Dataset):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def __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</a:rPr>
              <a:t>init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__(...):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    ...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# other functions here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def __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</a:rPr>
              <a:t>getitem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__(...):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    ...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        return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</a:rPr>
              <a:t>image_tensor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,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</a:rPr>
              <a:t>input_tokens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,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</a:rPr>
              <a:t>tgt_tokens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,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</a:rPr>
              <a:t>attn_masks</a:t>
            </a:r>
            <a:endParaRPr lang="en-US" sz="1267" dirty="0">
              <a:solidFill>
                <a:srgbClr val="A8D8EA"/>
              </a:solidFill>
              <a:latin typeface="Consolas" pitchFamily="34" charset="0"/>
            </a:endParaRP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</a:rPr>
              <a:t>	</a:t>
            </a:r>
            <a:endParaRPr lang="en-US" sz="1267" dirty="0"/>
          </a:p>
        </p:txBody>
      </p:sp>
      <p:pic>
        <p:nvPicPr>
          <p:cNvPr id="2052" name="Picture 4" descr="Smiling Face With Open Mouth On White Background. Large Size Yellow Emoji  Smile Royalty Free SVG, Cliparts, Vectors, and Stock Illustration. Image  194479028.">
            <a:extLst>
              <a:ext uri="{FF2B5EF4-FFF2-40B4-BE49-F238E27FC236}">
                <a16:creationId xmlns:a16="http://schemas.microsoft.com/office/drawing/2014/main" id="{F1428ED7-93B9-5AB2-4105-176D14EA5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177" y="5280283"/>
            <a:ext cx="570730" cy="5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Smiling Face With Open Mouth On White Background. Large Size Yellow Emoji  Smile Royalty Free SVG, Cliparts, Vectors, and Stock Illustration. Image  194479028.">
            <a:extLst>
              <a:ext uri="{FF2B5EF4-FFF2-40B4-BE49-F238E27FC236}">
                <a16:creationId xmlns:a16="http://schemas.microsoft.com/office/drawing/2014/main" id="{C4CC8FCF-4BF3-1C42-0AC7-71533E169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907" y="5280283"/>
            <a:ext cx="570730" cy="5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0F9A-BD71-3EEA-B9A8-8046D011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708606-50C1-6BD0-1B7F-92A509E59747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2F313C-8348-0560-AA03-FE4D929B248C}"/>
              </a:ext>
            </a:extLst>
          </p:cNvPr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511FBF-91B1-453E-A2A5-2A3BB3773D54}"/>
              </a:ext>
            </a:extLst>
          </p:cNvPr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EFDA21-625B-71BF-BA29-67071C59ED58}"/>
              </a:ext>
            </a:extLst>
          </p:cNvPr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FlickrD — Custom PyTorch Dataset</a:t>
            </a:r>
            <a:endParaRPr lang="en-US" sz="2667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6F3ED-4BED-0ADD-D2E7-CF6FF17A2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12" y="1380838"/>
            <a:ext cx="11340575" cy="4639817"/>
          </a:xfrm>
          <a:prstGeom prst="rect">
            <a:avLst/>
          </a:prstGeom>
        </p:spPr>
      </p:pic>
      <p:pic>
        <p:nvPicPr>
          <p:cNvPr id="9222" name="Picture 6" descr="960+ Wtf Stock Illustrations, Royalty-Free Vector Graphics &amp; Clip Art -  iStock | Wtf face, Woman wtf, Man wtf">
            <a:extLst>
              <a:ext uri="{FF2B5EF4-FFF2-40B4-BE49-F238E27FC236}">
                <a16:creationId xmlns:a16="http://schemas.microsoft.com/office/drawing/2014/main" id="{8AB87392-866D-EC52-334D-BE64D9B4F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169" y="4774039"/>
            <a:ext cx="2335872" cy="208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37161E-5B60-F624-F26E-4B46CAB2A43A}"/>
              </a:ext>
            </a:extLst>
          </p:cNvPr>
          <p:cNvSpPr/>
          <p:nvPr/>
        </p:nvSpPr>
        <p:spPr>
          <a:xfrm rot="5400000">
            <a:off x="8063804" y="2277277"/>
            <a:ext cx="1205720" cy="619924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3711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84C3-FBD3-73AC-C616-AE90FC27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CE304C-E4D5-FC4A-7D49-2F45D8DFDA47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120F25-CFC2-778B-E91F-6E0A5D62423A}"/>
              </a:ext>
            </a:extLst>
          </p:cNvPr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7341A1-CC9F-9C04-8839-127C8300D248}"/>
              </a:ext>
            </a:extLst>
          </p:cNvPr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A84AAD-C70C-891D-706C-D6DD1E460C58}"/>
              </a:ext>
            </a:extLst>
          </p:cNvPr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FlickrD — Custom PyTorch Dataset</a:t>
            </a:r>
            <a:endParaRPr lang="en-US" sz="2667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FEB44-5412-0BA1-A2F0-1D32A6CCA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12" y="1380838"/>
            <a:ext cx="11340575" cy="463981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1ADCC8-3FE1-6E5F-BBE5-52155100A5F8}"/>
              </a:ext>
            </a:extLst>
          </p:cNvPr>
          <p:cNvSpPr/>
          <p:nvPr/>
        </p:nvSpPr>
        <p:spPr>
          <a:xfrm rot="5400000">
            <a:off x="8063804" y="2277277"/>
            <a:ext cx="1205720" cy="619924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B16B1D-1618-D933-793E-559934A528BF}"/>
              </a:ext>
            </a:extLst>
          </p:cNvPr>
          <p:cNvSpPr/>
          <p:nvPr/>
        </p:nvSpPr>
        <p:spPr>
          <a:xfrm>
            <a:off x="0" y="865632"/>
            <a:ext cx="9817622" cy="2602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1454D-80A5-399A-40F3-1CF8AF34A85B}"/>
              </a:ext>
            </a:extLst>
          </p:cNvPr>
          <p:cNvSpPr/>
          <p:nvPr/>
        </p:nvSpPr>
        <p:spPr>
          <a:xfrm>
            <a:off x="425712" y="1751387"/>
            <a:ext cx="2687358" cy="2602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E7BED0-C971-644B-2CAD-8A4B81730FDC}"/>
              </a:ext>
            </a:extLst>
          </p:cNvPr>
          <p:cNvSpPr txBox="1"/>
          <p:nvPr/>
        </p:nvSpPr>
        <p:spPr>
          <a:xfrm>
            <a:off x="463296" y="1283302"/>
            <a:ext cx="91850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TL;DR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We shift the sentence by one position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Input → what the model sees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Target → what the model should predict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Training teaches the model to generate captions word-by-word</a:t>
            </a:r>
          </a:p>
        </p:txBody>
      </p:sp>
      <p:pic>
        <p:nvPicPr>
          <p:cNvPr id="10244" name="Picture 4" descr="Chinese Baby GIFs | Tenor">
            <a:extLst>
              <a:ext uri="{FF2B5EF4-FFF2-40B4-BE49-F238E27FC236}">
                <a16:creationId xmlns:a16="http://schemas.microsoft.com/office/drawing/2014/main" id="{0FE26031-BCA1-B821-7C92-79B1A02F7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922" y="4804210"/>
            <a:ext cx="1354786" cy="190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401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119C-3767-6428-4DBA-F636D0212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E685FD-C77D-C64C-BC7B-278377A24277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8F3119D6-0D07-9F93-77ED-707F5555CECE}"/>
              </a:ext>
            </a:extLst>
          </p:cNvPr>
          <p:cNvSpPr/>
          <p:nvPr/>
        </p:nvSpPr>
        <p:spPr>
          <a:xfrm>
            <a:off x="514195" y="2331720"/>
            <a:ext cx="111636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focus on the big picture and not get lost in details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790860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Patch Extraction &amp; Positional Encoding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extract_patches() — Images as Sequences of Tokens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1048512"/>
            <a:ext cx="11265408" cy="1280160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408" y="1158240"/>
            <a:ext cx="1099718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extract_patches(image_tensor, patch_size=8):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bs, c, h, w =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image_tensor.size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unfold = torch.nn.Unfold(kernel_size=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patch_size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67" dirty="0"/>
              <a:t> 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stride=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patch_size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unfolded = unfold(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image_tensor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unfolded = unfolded.transpose(1, 2).reshape(bs,</a:t>
            </a:r>
            <a:r>
              <a:rPr lang="en-US" sz="1267" dirty="0"/>
              <a:t> 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-1, c * patch_size *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patch_size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unfolded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463296" y="3115056"/>
            <a:ext cx="3608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296" y="3115056"/>
            <a:ext cx="3608832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212592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3553968"/>
            <a:ext cx="33649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(1, 3, 128, 128)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4072128" y="3553968"/>
            <a:ext cx="2926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340352" y="3115056"/>
            <a:ext cx="3608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0352" y="3115056"/>
            <a:ext cx="3608832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3212592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Unfold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62272" y="3553968"/>
            <a:ext cx="33649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(1, 192, 256)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7949184" y="3545749"/>
            <a:ext cx="2926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217408" y="3115056"/>
            <a:ext cx="36088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17408" y="3115056"/>
            <a:ext cx="3608832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3212592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transpose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39328" y="3553968"/>
            <a:ext cx="33649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(1, 256, 192)</a:t>
            </a:r>
            <a:endParaRPr lang="en-US" sz="1867" dirty="0"/>
          </a:p>
        </p:txBody>
      </p:sp>
      <p:sp>
        <p:nvSpPr>
          <p:cNvPr id="22" name="Shape 20"/>
          <p:cNvSpPr/>
          <p:nvPr/>
        </p:nvSpPr>
        <p:spPr>
          <a:xfrm>
            <a:off x="463296" y="4431792"/>
            <a:ext cx="3608832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3296" y="4431792"/>
            <a:ext cx="60960" cy="12679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9328"/>
            <a:ext cx="3389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256 patches?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" y="4895088"/>
            <a:ext cx="33893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÷ patch_size(8) = 16 patches per side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16 = 256 patches per image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patch covers an 8×8 pixel area.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0352" y="4431792"/>
            <a:ext cx="3608832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40352" y="4431792"/>
            <a:ext cx="60960" cy="12679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529328"/>
            <a:ext cx="3389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192 pixel values?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98848" y="4895088"/>
            <a:ext cx="33893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 (R, G, B)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8 × 8 pixels per patch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192 raw values per patch.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17408" y="4431792"/>
            <a:ext cx="3608832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17408" y="4431792"/>
            <a:ext cx="60960" cy="12679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5904" y="4529328"/>
            <a:ext cx="3389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Unfold works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75904" y="4895088"/>
            <a:ext cx="33893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Unfold(kernel_size=8, stride=8) slides an 8×8 window with no overlap, extracting each block as a flat 192-dim vector.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el old yet? Blank Template - Imgflip">
            <a:extLst>
              <a:ext uri="{FF2B5EF4-FFF2-40B4-BE49-F238E27FC236}">
                <a16:creationId xmlns:a16="http://schemas.microsoft.com/office/drawing/2014/main" id="{6E4A4DD2-95B8-98BA-C13F-A8584E5C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888"/>
            <a:ext cx="12192000" cy="459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A072AA-5B51-4F36-7562-56C93C9A0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6" y="1917645"/>
            <a:ext cx="5315057" cy="3270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EF984B-4C52-CEE8-96F2-DA119DEF9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399" y="2359565"/>
            <a:ext cx="5749244" cy="238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57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SinusoidalPosEmb — Fixed Positional Encoding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1048512"/>
            <a:ext cx="11265408" cy="2286000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408" y="1158240"/>
            <a:ext cx="10997184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SinusoidalPosEmb(nn.Module):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dim):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self.dim = dim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                     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half_dim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self.dim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2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math.log(10000) / (half_dim - 1)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torch.exp(torch.arange(half_dim) * -emb)   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x[:, None] * emb[None, :]                  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torch.cat((emb.sin(), emb.cos()), dim=-1)   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2458400" y="3590544"/>
            <a:ext cx="3608832" cy="1780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8400" y="3590544"/>
            <a:ext cx="60960" cy="1780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6896" y="3688080"/>
            <a:ext cx="3389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positional encoding?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16896" y="4053840"/>
            <a:ext cx="338937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process all tokens in parallel — they have no built-in sense of order. Positional encoding injects position information into each embedding.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2304" y="3590544"/>
            <a:ext cx="3608832" cy="1780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2304" y="3590544"/>
            <a:ext cx="60960" cy="1780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0800" y="3688080"/>
            <a:ext cx="3389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formula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0800" y="4053840"/>
            <a:ext cx="338937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 2i)   = sin(pos / 10000^(2i/d))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 2i+1) = cos(pos / 10000^(2i/d))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encodes a different frequency.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F0BDB5-6A7D-48ED-DA9A-0DE3765EC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3816770"/>
            <a:ext cx="1739933" cy="13275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6507-0A08-8EC2-C149-CAF11270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el old yet? Blank Template - Imgflip">
            <a:extLst>
              <a:ext uri="{FF2B5EF4-FFF2-40B4-BE49-F238E27FC236}">
                <a16:creationId xmlns:a16="http://schemas.microsoft.com/office/drawing/2014/main" id="{23D70405-4C57-B62A-5FD7-244C89E49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888"/>
            <a:ext cx="12192000" cy="459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7FBDDB-6264-9EFC-1725-2F20E0D36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69" y="1971142"/>
            <a:ext cx="5417355" cy="345182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783AB42-5F6F-57EC-6669-128931076465}"/>
              </a:ext>
            </a:extLst>
          </p:cNvPr>
          <p:cNvGrpSpPr/>
          <p:nvPr/>
        </p:nvGrpSpPr>
        <p:grpSpPr>
          <a:xfrm>
            <a:off x="3561990" y="1917470"/>
            <a:ext cx="724320" cy="13320"/>
            <a:chOff x="3561990" y="1917470"/>
            <a:chExt cx="724320" cy="1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B3B5BC-63D7-E935-CE79-7B46561B0A83}"/>
                    </a:ext>
                  </a:extLst>
                </p14:cNvPr>
                <p14:cNvContentPartPr/>
                <p14:nvPr/>
              </p14:nvContentPartPr>
              <p14:xfrm>
                <a:off x="3561990" y="1917470"/>
                <a:ext cx="527040" cy="13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B3B5BC-63D7-E935-CE79-7B46561B0A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99350" y="1854830"/>
                  <a:ext cx="652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7C1DF8-5D43-6079-173D-ADD652456F63}"/>
                    </a:ext>
                  </a:extLst>
                </p14:cNvPr>
                <p14:cNvContentPartPr/>
                <p14:nvPr/>
              </p14:nvContentPartPr>
              <p14:xfrm>
                <a:off x="4081830" y="1922870"/>
                <a:ext cx="204480" cy="1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7C1DF8-5D43-6079-173D-ADD652456F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190" y="1859870"/>
                  <a:ext cx="33012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1476A2-92DF-C523-A854-B28ABBF81BB1}"/>
              </a:ext>
            </a:extLst>
          </p:cNvPr>
          <p:cNvGrpSpPr/>
          <p:nvPr/>
        </p:nvGrpSpPr>
        <p:grpSpPr>
          <a:xfrm>
            <a:off x="2990670" y="1923950"/>
            <a:ext cx="243720" cy="6480"/>
            <a:chOff x="2990670" y="1923950"/>
            <a:chExt cx="243720" cy="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D9E711-2E07-0A4D-D852-781FE1896ED0}"/>
                    </a:ext>
                  </a:extLst>
                </p14:cNvPr>
                <p14:cNvContentPartPr/>
                <p14:nvPr/>
              </p14:nvContentPartPr>
              <p14:xfrm>
                <a:off x="2990670" y="1930070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D9E711-2E07-0A4D-D852-781FE1896E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28030" y="18674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DF74A6-C550-DF17-F9A8-C49B0034D203}"/>
                    </a:ext>
                  </a:extLst>
                </p14:cNvPr>
                <p14:cNvContentPartPr/>
                <p14:nvPr/>
              </p14:nvContentPartPr>
              <p14:xfrm>
                <a:off x="3054030" y="1923950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DF74A6-C550-DF17-F9A8-C49B0034D2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1390" y="18613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93D552-C2B1-1535-E4D2-511601538D53}"/>
                    </a:ext>
                  </a:extLst>
                </p14:cNvPr>
                <p14:cNvContentPartPr/>
                <p14:nvPr/>
              </p14:nvContentPartPr>
              <p14:xfrm>
                <a:off x="3098310" y="1923950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93D552-C2B1-1535-E4D2-511601538D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5670" y="18613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602482-361B-B5F5-51C8-A5A373810DC3}"/>
                    </a:ext>
                  </a:extLst>
                </p14:cNvPr>
                <p14:cNvContentPartPr/>
                <p14:nvPr/>
              </p14:nvContentPartPr>
              <p14:xfrm>
                <a:off x="3149430" y="192395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602482-361B-B5F5-51C8-A5A373810D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86790" y="18613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EA1651-EC37-8486-BA5E-9F324DDE46B8}"/>
                    </a:ext>
                  </a:extLst>
                </p14:cNvPr>
                <p14:cNvContentPartPr/>
                <p14:nvPr/>
              </p14:nvContentPartPr>
              <p14:xfrm>
                <a:off x="3231870" y="1923950"/>
                <a:ext cx="252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EA1651-EC37-8486-BA5E-9F324DDE46B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69230" y="1861310"/>
                  <a:ext cx="12816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AF047-12F6-A287-77FE-CD50B6626D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1893" y="2247471"/>
            <a:ext cx="5939576" cy="23630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A6D6FC-628C-FEA7-FEBC-D5685DE39A3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5475" y="3697057"/>
            <a:ext cx="925888" cy="70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30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6E66-E035-346F-8F37-6E21E467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EC17EE-7822-DE35-8BA7-D0EEC573F56F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6DC2EDDD-37D7-EC96-66FD-AF312C67AF8D}"/>
              </a:ext>
            </a:extLst>
          </p:cNvPr>
          <p:cNvSpPr/>
          <p:nvPr/>
        </p:nvSpPr>
        <p:spPr>
          <a:xfrm>
            <a:off x="514195" y="2331720"/>
            <a:ext cx="111636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focus on the big picture and not get lost in details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302298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22CB-EB9C-A414-F50F-5A965E52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397D42-0A25-3158-0C88-96FF3A26D7F6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E51E29B-5874-FC88-04EE-05732A652A4C}"/>
              </a:ext>
            </a:extLst>
          </p:cNvPr>
          <p:cNvSpPr/>
          <p:nvPr/>
        </p:nvSpPr>
        <p:spPr>
          <a:xfrm>
            <a:off x="6096000" y="321307"/>
            <a:ext cx="5002008" cy="1987296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12487B9-54CC-6DF3-B96D-B0B2923150A1}"/>
              </a:ext>
            </a:extLst>
          </p:cNvPr>
          <p:cNvSpPr/>
          <p:nvPr/>
        </p:nvSpPr>
        <p:spPr>
          <a:xfrm>
            <a:off x="6230112" y="431035"/>
            <a:ext cx="4867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extract_patches(image_tensor, patch_size=8):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bs, c, h, w = 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image_tensor.size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unfold = torch.nn.Unfold(kernel_size=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patch_size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/>
              <a:t> </a:t>
            </a:r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stride=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patch_size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unfolded = unfold(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image_tensor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unfolded = 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unfolded.transpose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2).reshape(bs,</a:t>
            </a:r>
            <a:r>
              <a:rPr lang="en-US" sz="1100" dirty="0"/>
              <a:t> </a:t>
            </a:r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-1, c * patch_size * 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patch_size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unfolded</a:t>
            </a:r>
            <a:endParaRPr lang="en-US" sz="11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9436EEC-BA1C-761D-3ED0-8D1AA3777B63}"/>
              </a:ext>
            </a:extLst>
          </p:cNvPr>
          <p:cNvSpPr/>
          <p:nvPr/>
        </p:nvSpPr>
        <p:spPr>
          <a:xfrm>
            <a:off x="825768" y="321307"/>
            <a:ext cx="5136120" cy="1987296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7A7CF73-3EA5-5FF1-3F45-62A65A78A736}"/>
              </a:ext>
            </a:extLst>
          </p:cNvPr>
          <p:cNvSpPr/>
          <p:nvPr/>
        </p:nvSpPr>
        <p:spPr>
          <a:xfrm>
            <a:off x="959880" y="431035"/>
            <a:ext cx="5002008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SinusoidalPosEmb(nn.Module):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dim):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self.dim = dim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                     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half_dim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self.dim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2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math.log(10000) / (half_dim - 1)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torch.exp(torch.arange(half_dim) * -emb)   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x[:, None] * emb[None, :]                  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 = torch.cat((emb.sin(), emb.cos()), dim=-1)   </a:t>
            </a:r>
            <a:endParaRPr lang="en-US" sz="1100" dirty="0"/>
          </a:p>
          <a:p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1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</a:t>
            </a: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</a:t>
            </a:r>
            <a:endParaRPr lang="en-US" sz="1100" dirty="0"/>
          </a:p>
        </p:txBody>
      </p:sp>
      <p:pic>
        <p:nvPicPr>
          <p:cNvPr id="5122" name="Picture 2" descr="Why do my glasses need cleaning all the time? | Book An Eye Test">
            <a:extLst>
              <a:ext uri="{FF2B5EF4-FFF2-40B4-BE49-F238E27FC236}">
                <a16:creationId xmlns:a16="http://schemas.microsoft.com/office/drawing/2014/main" id="{CFF99F78-7ABA-FF10-7EF9-9F024C4C3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205" y="2532374"/>
            <a:ext cx="2269590" cy="151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454989D-2956-38F4-678A-8DE1D1E59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409" y="4246109"/>
            <a:ext cx="3939691" cy="251029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E18E771-6233-94E6-E178-14DD1643EB99}"/>
              </a:ext>
            </a:extLst>
          </p:cNvPr>
          <p:cNvGrpSpPr/>
          <p:nvPr/>
        </p:nvGrpSpPr>
        <p:grpSpPr>
          <a:xfrm>
            <a:off x="6023800" y="4181807"/>
            <a:ext cx="1909080" cy="51840"/>
            <a:chOff x="6023800" y="4181807"/>
            <a:chExt cx="1909080" cy="5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7A0341-2FC0-7B6B-CF82-FEC12ED16251}"/>
                    </a:ext>
                  </a:extLst>
                </p14:cNvPr>
                <p14:cNvContentPartPr/>
                <p14:nvPr/>
              </p14:nvContentPartPr>
              <p14:xfrm>
                <a:off x="6023800" y="4181807"/>
                <a:ext cx="1554840" cy="9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27A0341-2FC0-7B6B-CF82-FEC12ED162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61160" y="4118807"/>
                  <a:ext cx="1680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2B2509-2104-EA7E-576B-093DF9742EB5}"/>
                    </a:ext>
                  </a:extLst>
                </p14:cNvPr>
                <p14:cNvContentPartPr/>
                <p14:nvPr/>
              </p14:nvContentPartPr>
              <p14:xfrm>
                <a:off x="7348960" y="4233287"/>
                <a:ext cx="58392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2B2509-2104-EA7E-576B-093DF9742E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85960" y="4170287"/>
                  <a:ext cx="70956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928F1BB-D789-5851-D2BD-39317C04B197}"/>
                  </a:ext>
                </a:extLst>
              </p14:cNvPr>
              <p14:cNvContentPartPr/>
              <p14:nvPr/>
            </p14:nvContentPartPr>
            <p14:xfrm>
              <a:off x="7986405" y="5327470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928F1BB-D789-5851-D2BD-39317C04B1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23765" y="52648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B8469BF-C1D8-483B-94A5-FF9B36523167}"/>
                  </a:ext>
                </a:extLst>
              </p14:cNvPr>
              <p14:cNvContentPartPr/>
              <p14:nvPr/>
            </p14:nvContentPartPr>
            <p14:xfrm>
              <a:off x="7984965" y="5400550"/>
              <a:ext cx="360" cy="28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B8469BF-C1D8-483B-94A5-FF9B365231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21965" y="5337550"/>
                <a:ext cx="12600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36086AD-86FE-4C21-9F82-5565426118CE}"/>
                  </a:ext>
                </a:extLst>
              </p14:cNvPr>
              <p14:cNvContentPartPr/>
              <p14:nvPr/>
            </p14:nvContentPartPr>
            <p14:xfrm>
              <a:off x="7984965" y="5516470"/>
              <a:ext cx="360" cy="36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36086AD-86FE-4C21-9F82-5565426118C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21965" y="5453470"/>
                <a:ext cx="1260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AF65CFF-1C7A-5B29-D0E9-B0CB7880ECD4}"/>
                  </a:ext>
                </a:extLst>
              </p14:cNvPr>
              <p14:cNvContentPartPr/>
              <p14:nvPr/>
            </p14:nvContentPartPr>
            <p14:xfrm>
              <a:off x="7986405" y="5608630"/>
              <a:ext cx="360" cy="43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AF65CFF-1C7A-5B29-D0E9-B0CB7880ECD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23765" y="5545630"/>
                <a:ext cx="12600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5AFA821B-4B79-19AD-7929-843F74959C8F}"/>
              </a:ext>
            </a:extLst>
          </p:cNvPr>
          <p:cNvGrpSpPr/>
          <p:nvPr/>
        </p:nvGrpSpPr>
        <p:grpSpPr>
          <a:xfrm>
            <a:off x="7992885" y="5716270"/>
            <a:ext cx="20880" cy="467190"/>
            <a:chOff x="7992885" y="5716270"/>
            <a:chExt cx="20880" cy="46719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FF9C01-F49F-8C72-A1AD-2E6C6EAE2647}"/>
                    </a:ext>
                  </a:extLst>
                </p14:cNvPr>
                <p14:cNvContentPartPr/>
                <p14:nvPr/>
              </p14:nvContentPartPr>
              <p14:xfrm>
                <a:off x="8013405" y="5716270"/>
                <a:ext cx="3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FF9C01-F49F-8C72-A1AD-2E6C6EAE264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50765" y="56536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1C90960-2D6E-BEEF-7E52-842536BAD60D}"/>
                    </a:ext>
                  </a:extLst>
                </p14:cNvPr>
                <p14:cNvContentPartPr/>
                <p14:nvPr/>
              </p14:nvContentPartPr>
              <p14:xfrm>
                <a:off x="7994325" y="5803750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1C90960-2D6E-BEEF-7E52-842536BAD60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31685" y="57407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E8645A-BAEF-058A-56E7-6AC04CF85FD1}"/>
                    </a:ext>
                  </a:extLst>
                </p14:cNvPr>
                <p14:cNvContentPartPr/>
                <p14:nvPr/>
              </p14:nvContentPartPr>
              <p14:xfrm>
                <a:off x="7997565" y="5913100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E8645A-BAEF-058A-56E7-6AC04CF85F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34925" y="58504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58EBE80-DE2D-56A1-5E8E-AFD3A652D720}"/>
                    </a:ext>
                  </a:extLst>
                </p14:cNvPr>
                <p14:cNvContentPartPr/>
                <p14:nvPr/>
              </p14:nvContentPartPr>
              <p14:xfrm>
                <a:off x="7992885" y="6016420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58EBE80-DE2D-56A1-5E8E-AFD3A652D7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29885" y="59537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0C6A9B-4B00-53C0-D4CA-6362A80BD730}"/>
                    </a:ext>
                  </a:extLst>
                </p14:cNvPr>
                <p14:cNvContentPartPr/>
                <p14:nvPr/>
              </p14:nvContentPartPr>
              <p14:xfrm>
                <a:off x="7992885" y="6110020"/>
                <a:ext cx="360" cy="1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0C6A9B-4B00-53C0-D4CA-6362A80BD73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29885" y="6047380"/>
                  <a:ext cx="126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B64FA7-ADF7-8B2A-7249-FA6E844F3424}"/>
                    </a:ext>
                  </a:extLst>
                </p14:cNvPr>
                <p14:cNvContentPartPr/>
                <p14:nvPr/>
              </p14:nvContentPartPr>
              <p14:xfrm>
                <a:off x="7992885" y="6183100"/>
                <a:ext cx="36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B64FA7-ADF7-8B2A-7249-FA6E844F34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29885" y="61204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C961574-4E2A-8D9C-DAC0-D35C8A3E528B}"/>
              </a:ext>
            </a:extLst>
          </p:cNvPr>
          <p:cNvGrpSpPr/>
          <p:nvPr/>
        </p:nvGrpSpPr>
        <p:grpSpPr>
          <a:xfrm>
            <a:off x="7984965" y="6326110"/>
            <a:ext cx="11520" cy="174960"/>
            <a:chOff x="7984965" y="6326110"/>
            <a:chExt cx="11520" cy="17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EA9F83-01AC-EA6F-FDE0-60B13C7286DE}"/>
                    </a:ext>
                  </a:extLst>
                </p14:cNvPr>
                <p14:cNvContentPartPr/>
                <p14:nvPr/>
              </p14:nvContentPartPr>
              <p14:xfrm>
                <a:off x="7996125" y="6500710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EA9F83-01AC-EA6F-FDE0-60B13C7286D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33125" y="64377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7704691-29AB-1C4E-19D9-F45F6DC1DE52}"/>
                    </a:ext>
                  </a:extLst>
                </p14:cNvPr>
                <p14:cNvContentPartPr/>
                <p14:nvPr/>
              </p14:nvContentPartPr>
              <p14:xfrm>
                <a:off x="7991445" y="6422950"/>
                <a:ext cx="3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7704691-29AB-1C4E-19D9-F45F6DC1DE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28445" y="63599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F531AF-29B2-6197-D7A9-F770B3A6D3BF}"/>
                    </a:ext>
                  </a:extLst>
                </p14:cNvPr>
                <p14:cNvContentPartPr/>
                <p14:nvPr/>
              </p14:nvContentPartPr>
              <p14:xfrm>
                <a:off x="7984965" y="6326110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F531AF-29B2-6197-D7A9-F770B3A6D3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21965" y="62631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F64C3AC-369D-DA62-DB1D-4E0D23FB073E}"/>
                  </a:ext>
                </a:extLst>
              </p14:cNvPr>
              <p14:cNvContentPartPr/>
              <p14:nvPr/>
            </p14:nvContentPartPr>
            <p14:xfrm>
              <a:off x="8010525" y="5219470"/>
              <a:ext cx="360" cy="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F64C3AC-369D-DA62-DB1D-4E0D23FB07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47525" y="51568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5722378-4DE7-DF42-689D-E2B2F84AEAF5}"/>
                  </a:ext>
                </a:extLst>
              </p14:cNvPr>
              <p14:cNvContentPartPr/>
              <p14:nvPr/>
            </p14:nvContentPartPr>
            <p14:xfrm>
              <a:off x="8008725" y="5130550"/>
              <a:ext cx="360" cy="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5722378-4DE7-DF42-689D-E2B2F84AEA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46085" y="506791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45AF7D6-E015-50A1-4D53-798C107A35BF}"/>
                  </a:ext>
                </a:extLst>
              </p14:cNvPr>
              <p14:cNvContentPartPr/>
              <p14:nvPr/>
            </p14:nvContentPartPr>
            <p14:xfrm>
              <a:off x="7994325" y="5003470"/>
              <a:ext cx="36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45AF7D6-E015-50A1-4D53-798C107A35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31685" y="49408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3C3EC53-94B4-DCC2-448E-812F5039AC9C}"/>
                  </a:ext>
                </a:extLst>
              </p14:cNvPr>
              <p14:cNvContentPartPr/>
              <p14:nvPr/>
            </p14:nvContentPartPr>
            <p14:xfrm>
              <a:off x="8000805" y="4322620"/>
              <a:ext cx="360" cy="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3C3EC53-94B4-DCC2-448E-812F5039AC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38165" y="425962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08D9CB50-0521-04EF-9FC0-F462675A2BAD}"/>
              </a:ext>
            </a:extLst>
          </p:cNvPr>
          <p:cNvGrpSpPr/>
          <p:nvPr/>
        </p:nvGrpSpPr>
        <p:grpSpPr>
          <a:xfrm>
            <a:off x="8004045" y="4451140"/>
            <a:ext cx="1800" cy="438480"/>
            <a:chOff x="8004045" y="4451140"/>
            <a:chExt cx="180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8BB944-01FA-E68A-5433-B2502EAFF1B9}"/>
                    </a:ext>
                  </a:extLst>
                </p14:cNvPr>
                <p14:cNvContentPartPr/>
                <p14:nvPr/>
              </p14:nvContentPartPr>
              <p14:xfrm>
                <a:off x="8005485" y="4451140"/>
                <a:ext cx="3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8BB944-01FA-E68A-5433-B2502EAFF1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42845" y="43885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332FF2-4D68-E194-EC35-9868010FE928}"/>
                    </a:ext>
                  </a:extLst>
                </p14:cNvPr>
                <p14:cNvContentPartPr/>
                <p14:nvPr/>
              </p14:nvContentPartPr>
              <p14:xfrm>
                <a:off x="8004045" y="4552660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332FF2-4D68-E194-EC35-9868010FE9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41045" y="44900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46721ED-B7B9-4F4F-E116-7BF26A07AC31}"/>
                    </a:ext>
                  </a:extLst>
                </p14:cNvPr>
                <p14:cNvContentPartPr/>
                <p14:nvPr/>
              </p14:nvContentPartPr>
              <p14:xfrm>
                <a:off x="8004045" y="4670380"/>
                <a:ext cx="36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46721ED-B7B9-4F4F-E116-7BF26A07AC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41045" y="46073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ECF1100-026F-D9D3-B799-BF70B1BF81AF}"/>
                    </a:ext>
                  </a:extLst>
                </p14:cNvPr>
                <p14:cNvContentPartPr/>
                <p14:nvPr/>
              </p14:nvContentPartPr>
              <p14:xfrm>
                <a:off x="8005485" y="4760740"/>
                <a:ext cx="36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ECF1100-026F-D9D3-B799-BF70B1BF81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42845" y="46977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4811FA0-80CE-A003-152D-62DB20B62E64}"/>
                    </a:ext>
                  </a:extLst>
                </p14:cNvPr>
                <p14:cNvContentPartPr/>
                <p14:nvPr/>
              </p14:nvContentPartPr>
              <p14:xfrm>
                <a:off x="8005485" y="4871980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4811FA0-80CE-A003-152D-62DB20B62E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42845" y="48089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6E25E69-3A51-7DB0-79B0-2DF0898DB5FD}"/>
                    </a:ext>
                  </a:extLst>
                </p14:cNvPr>
                <p14:cNvContentPartPr/>
                <p14:nvPr/>
              </p14:nvContentPartPr>
              <p14:xfrm>
                <a:off x="8005485" y="4889260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6E25E69-3A51-7DB0-79B0-2DF0898DB5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42845" y="48266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120" name="Ink 5119">
                <a:extLst>
                  <a:ext uri="{FF2B5EF4-FFF2-40B4-BE49-F238E27FC236}">
                    <a16:creationId xmlns:a16="http://schemas.microsoft.com/office/drawing/2014/main" id="{247E9670-3FB3-76E8-54DF-A7F42FE64889}"/>
                  </a:ext>
                </a:extLst>
              </p14:cNvPr>
              <p14:cNvContentPartPr/>
              <p14:nvPr/>
            </p14:nvContentPartPr>
            <p14:xfrm>
              <a:off x="7275405" y="4322620"/>
              <a:ext cx="360" cy="360"/>
            </p14:xfrm>
          </p:contentPart>
        </mc:Choice>
        <mc:Fallback>
          <p:pic>
            <p:nvPicPr>
              <p:cNvPr id="5120" name="Ink 5119">
                <a:extLst>
                  <a:ext uri="{FF2B5EF4-FFF2-40B4-BE49-F238E27FC236}">
                    <a16:creationId xmlns:a16="http://schemas.microsoft.com/office/drawing/2014/main" id="{247E9670-3FB3-76E8-54DF-A7F42FE6488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12405" y="425962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32" name="Group 5131">
            <a:extLst>
              <a:ext uri="{FF2B5EF4-FFF2-40B4-BE49-F238E27FC236}">
                <a16:creationId xmlns:a16="http://schemas.microsoft.com/office/drawing/2014/main" id="{0FFA0727-4D86-DB30-BCDF-64C20CEF92FF}"/>
              </a:ext>
            </a:extLst>
          </p:cNvPr>
          <p:cNvGrpSpPr/>
          <p:nvPr/>
        </p:nvGrpSpPr>
        <p:grpSpPr>
          <a:xfrm>
            <a:off x="7265685" y="4449700"/>
            <a:ext cx="16200" cy="379800"/>
            <a:chOff x="7265685" y="4449700"/>
            <a:chExt cx="1620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121" name="Ink 5120">
                  <a:extLst>
                    <a:ext uri="{FF2B5EF4-FFF2-40B4-BE49-F238E27FC236}">
                      <a16:creationId xmlns:a16="http://schemas.microsoft.com/office/drawing/2014/main" id="{3A28C5D3-D318-32FB-88F6-86EB39FAC833}"/>
                    </a:ext>
                  </a:extLst>
                </p14:cNvPr>
                <p14:cNvContentPartPr/>
                <p14:nvPr/>
              </p14:nvContentPartPr>
              <p14:xfrm>
                <a:off x="7276845" y="4449700"/>
                <a:ext cx="360" cy="360"/>
              </p14:xfrm>
            </p:contentPart>
          </mc:Choice>
          <mc:Fallback>
            <p:pic>
              <p:nvPicPr>
                <p:cNvPr id="5121" name="Ink 5120">
                  <a:extLst>
                    <a:ext uri="{FF2B5EF4-FFF2-40B4-BE49-F238E27FC236}">
                      <a16:creationId xmlns:a16="http://schemas.microsoft.com/office/drawing/2014/main" id="{3A28C5D3-D318-32FB-88F6-86EB39FAC8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4205" y="43867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123" name="Ink 5122">
                  <a:extLst>
                    <a:ext uri="{FF2B5EF4-FFF2-40B4-BE49-F238E27FC236}">
                      <a16:creationId xmlns:a16="http://schemas.microsoft.com/office/drawing/2014/main" id="{0AE5E1F3-C907-0360-5563-6857B081AC17}"/>
                    </a:ext>
                  </a:extLst>
                </p14:cNvPr>
                <p14:cNvContentPartPr/>
                <p14:nvPr/>
              </p14:nvContentPartPr>
              <p14:xfrm>
                <a:off x="7275405" y="4536820"/>
                <a:ext cx="360" cy="360"/>
              </p14:xfrm>
            </p:contentPart>
          </mc:Choice>
          <mc:Fallback>
            <p:pic>
              <p:nvPicPr>
                <p:cNvPr id="5123" name="Ink 5122">
                  <a:extLst>
                    <a:ext uri="{FF2B5EF4-FFF2-40B4-BE49-F238E27FC236}">
                      <a16:creationId xmlns:a16="http://schemas.microsoft.com/office/drawing/2014/main" id="{0AE5E1F3-C907-0360-5563-6857B081AC1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2405" y="44741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124" name="Ink 5123">
                  <a:extLst>
                    <a:ext uri="{FF2B5EF4-FFF2-40B4-BE49-F238E27FC236}">
                      <a16:creationId xmlns:a16="http://schemas.microsoft.com/office/drawing/2014/main" id="{DFE6A9EC-1103-1DD0-C9A7-DF438A640EEF}"/>
                    </a:ext>
                  </a:extLst>
                </p14:cNvPr>
                <p14:cNvContentPartPr/>
                <p14:nvPr/>
              </p14:nvContentPartPr>
              <p14:xfrm>
                <a:off x="7272165" y="4559140"/>
                <a:ext cx="360" cy="360"/>
              </p14:xfrm>
            </p:contentPart>
          </mc:Choice>
          <mc:Fallback>
            <p:pic>
              <p:nvPicPr>
                <p:cNvPr id="5124" name="Ink 5123">
                  <a:extLst>
                    <a:ext uri="{FF2B5EF4-FFF2-40B4-BE49-F238E27FC236}">
                      <a16:creationId xmlns:a16="http://schemas.microsoft.com/office/drawing/2014/main" id="{DFE6A9EC-1103-1DD0-C9A7-DF438A640E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9525" y="44961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125" name="Ink 5124">
                  <a:extLst>
                    <a:ext uri="{FF2B5EF4-FFF2-40B4-BE49-F238E27FC236}">
                      <a16:creationId xmlns:a16="http://schemas.microsoft.com/office/drawing/2014/main" id="{3175B621-204A-C12F-FBA3-43CB55F0B81E}"/>
                    </a:ext>
                  </a:extLst>
                </p14:cNvPr>
                <p14:cNvContentPartPr/>
                <p14:nvPr/>
              </p14:nvContentPartPr>
              <p14:xfrm>
                <a:off x="7270725" y="4659220"/>
                <a:ext cx="360" cy="360"/>
              </p14:xfrm>
            </p:contentPart>
          </mc:Choice>
          <mc:Fallback>
            <p:pic>
              <p:nvPicPr>
                <p:cNvPr id="5125" name="Ink 5124">
                  <a:extLst>
                    <a:ext uri="{FF2B5EF4-FFF2-40B4-BE49-F238E27FC236}">
                      <a16:creationId xmlns:a16="http://schemas.microsoft.com/office/drawing/2014/main" id="{3175B621-204A-C12F-FBA3-43CB55F0B8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7725" y="45962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127" name="Ink 5126">
                  <a:extLst>
                    <a:ext uri="{FF2B5EF4-FFF2-40B4-BE49-F238E27FC236}">
                      <a16:creationId xmlns:a16="http://schemas.microsoft.com/office/drawing/2014/main" id="{38A721E7-821B-B98C-45CF-3C93018F659D}"/>
                    </a:ext>
                  </a:extLst>
                </p14:cNvPr>
                <p14:cNvContentPartPr/>
                <p14:nvPr/>
              </p14:nvContentPartPr>
              <p14:xfrm>
                <a:off x="7265685" y="4756060"/>
                <a:ext cx="360" cy="360"/>
              </p14:xfrm>
            </p:contentPart>
          </mc:Choice>
          <mc:Fallback>
            <p:pic>
              <p:nvPicPr>
                <p:cNvPr id="5127" name="Ink 5126">
                  <a:extLst>
                    <a:ext uri="{FF2B5EF4-FFF2-40B4-BE49-F238E27FC236}">
                      <a16:creationId xmlns:a16="http://schemas.microsoft.com/office/drawing/2014/main" id="{38A721E7-821B-B98C-45CF-3C93018F65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3045" y="46930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128" name="Ink 5127">
                  <a:extLst>
                    <a:ext uri="{FF2B5EF4-FFF2-40B4-BE49-F238E27FC236}">
                      <a16:creationId xmlns:a16="http://schemas.microsoft.com/office/drawing/2014/main" id="{2E1BD6BC-0752-7069-891F-78C06B3BE2E4}"/>
                    </a:ext>
                  </a:extLst>
                </p14:cNvPr>
                <p14:cNvContentPartPr/>
                <p14:nvPr/>
              </p14:nvContentPartPr>
              <p14:xfrm>
                <a:off x="7281525" y="4738420"/>
                <a:ext cx="360" cy="360"/>
              </p14:xfrm>
            </p:contentPart>
          </mc:Choice>
          <mc:Fallback>
            <p:pic>
              <p:nvPicPr>
                <p:cNvPr id="5128" name="Ink 5127">
                  <a:extLst>
                    <a:ext uri="{FF2B5EF4-FFF2-40B4-BE49-F238E27FC236}">
                      <a16:creationId xmlns:a16="http://schemas.microsoft.com/office/drawing/2014/main" id="{2E1BD6BC-0752-7069-891F-78C06B3BE2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8885" y="46757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130" name="Ink 5129">
                  <a:extLst>
                    <a:ext uri="{FF2B5EF4-FFF2-40B4-BE49-F238E27FC236}">
                      <a16:creationId xmlns:a16="http://schemas.microsoft.com/office/drawing/2014/main" id="{AA6FD676-98CA-F998-36DF-7E274B3AE759}"/>
                    </a:ext>
                  </a:extLst>
                </p14:cNvPr>
                <p14:cNvContentPartPr/>
                <p14:nvPr/>
              </p14:nvContentPartPr>
              <p14:xfrm>
                <a:off x="7281525" y="4805020"/>
                <a:ext cx="360" cy="360"/>
              </p14:xfrm>
            </p:contentPart>
          </mc:Choice>
          <mc:Fallback>
            <p:pic>
              <p:nvPicPr>
                <p:cNvPr id="5130" name="Ink 5129">
                  <a:extLst>
                    <a:ext uri="{FF2B5EF4-FFF2-40B4-BE49-F238E27FC236}">
                      <a16:creationId xmlns:a16="http://schemas.microsoft.com/office/drawing/2014/main" id="{AA6FD676-98CA-F998-36DF-7E274B3AE7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8885" y="47423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131" name="Ink 5130">
                  <a:extLst>
                    <a:ext uri="{FF2B5EF4-FFF2-40B4-BE49-F238E27FC236}">
                      <a16:creationId xmlns:a16="http://schemas.microsoft.com/office/drawing/2014/main" id="{EA106AEC-41B5-0589-F064-CD0E4A9487B2}"/>
                    </a:ext>
                  </a:extLst>
                </p14:cNvPr>
                <p14:cNvContentPartPr/>
                <p14:nvPr/>
              </p14:nvContentPartPr>
              <p14:xfrm>
                <a:off x="7281525" y="4829140"/>
                <a:ext cx="360" cy="360"/>
              </p14:xfrm>
            </p:contentPart>
          </mc:Choice>
          <mc:Fallback>
            <p:pic>
              <p:nvPicPr>
                <p:cNvPr id="5131" name="Ink 5130">
                  <a:extLst>
                    <a:ext uri="{FF2B5EF4-FFF2-40B4-BE49-F238E27FC236}">
                      <a16:creationId xmlns:a16="http://schemas.microsoft.com/office/drawing/2014/main" id="{EA106AEC-41B5-0589-F064-CD0E4A9487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8885" y="47661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133" name="Ink 5132">
                <a:extLst>
                  <a:ext uri="{FF2B5EF4-FFF2-40B4-BE49-F238E27FC236}">
                    <a16:creationId xmlns:a16="http://schemas.microsoft.com/office/drawing/2014/main" id="{3BBAC3DD-B729-B711-3D85-9A96A86B5A62}"/>
                  </a:ext>
                </a:extLst>
              </p14:cNvPr>
              <p14:cNvContentPartPr/>
              <p14:nvPr/>
            </p14:nvContentPartPr>
            <p14:xfrm>
              <a:off x="7283325" y="4943260"/>
              <a:ext cx="360" cy="360"/>
            </p14:xfrm>
          </p:contentPart>
        </mc:Choice>
        <mc:Fallback>
          <p:pic>
            <p:nvPicPr>
              <p:cNvPr id="5133" name="Ink 5132">
                <a:extLst>
                  <a:ext uri="{FF2B5EF4-FFF2-40B4-BE49-F238E27FC236}">
                    <a16:creationId xmlns:a16="http://schemas.microsoft.com/office/drawing/2014/main" id="{3BBAC3DD-B729-B711-3D85-9A96A86B5A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20325" y="488062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42" name="Group 5141">
            <a:extLst>
              <a:ext uri="{FF2B5EF4-FFF2-40B4-BE49-F238E27FC236}">
                <a16:creationId xmlns:a16="http://schemas.microsoft.com/office/drawing/2014/main" id="{33F5FD15-B48D-9B30-345E-788D89E9DD90}"/>
              </a:ext>
            </a:extLst>
          </p:cNvPr>
          <p:cNvGrpSpPr/>
          <p:nvPr/>
        </p:nvGrpSpPr>
        <p:grpSpPr>
          <a:xfrm>
            <a:off x="7275405" y="6130810"/>
            <a:ext cx="14760" cy="373320"/>
            <a:chOff x="7275405" y="6130810"/>
            <a:chExt cx="1476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136" name="Ink 5135">
                  <a:extLst>
                    <a:ext uri="{FF2B5EF4-FFF2-40B4-BE49-F238E27FC236}">
                      <a16:creationId xmlns:a16="http://schemas.microsoft.com/office/drawing/2014/main" id="{FDB4B503-4E07-3DFD-FFAE-41B1587AE4FA}"/>
                    </a:ext>
                  </a:extLst>
                </p14:cNvPr>
                <p14:cNvContentPartPr/>
                <p14:nvPr/>
              </p14:nvContentPartPr>
              <p14:xfrm>
                <a:off x="7276845" y="6130810"/>
                <a:ext cx="360" cy="360"/>
              </p14:xfrm>
            </p:contentPart>
          </mc:Choice>
          <mc:Fallback>
            <p:pic>
              <p:nvPicPr>
                <p:cNvPr id="5136" name="Ink 5135">
                  <a:extLst>
                    <a:ext uri="{FF2B5EF4-FFF2-40B4-BE49-F238E27FC236}">
                      <a16:creationId xmlns:a16="http://schemas.microsoft.com/office/drawing/2014/main" id="{FDB4B503-4E07-3DFD-FFAE-41B1587AE4F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4205" y="60678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137" name="Ink 5136">
                  <a:extLst>
                    <a:ext uri="{FF2B5EF4-FFF2-40B4-BE49-F238E27FC236}">
                      <a16:creationId xmlns:a16="http://schemas.microsoft.com/office/drawing/2014/main" id="{81FA37B1-B614-C226-C76C-77420D40552D}"/>
                    </a:ext>
                  </a:extLst>
                </p14:cNvPr>
                <p14:cNvContentPartPr/>
                <p14:nvPr/>
              </p14:nvContentPartPr>
              <p14:xfrm>
                <a:off x="7281525" y="6224410"/>
                <a:ext cx="360" cy="360"/>
              </p14:xfrm>
            </p:contentPart>
          </mc:Choice>
          <mc:Fallback>
            <p:pic>
              <p:nvPicPr>
                <p:cNvPr id="5137" name="Ink 5136">
                  <a:extLst>
                    <a:ext uri="{FF2B5EF4-FFF2-40B4-BE49-F238E27FC236}">
                      <a16:creationId xmlns:a16="http://schemas.microsoft.com/office/drawing/2014/main" id="{81FA37B1-B614-C226-C76C-77420D4055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8885" y="616141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38" name="Ink 5137">
                  <a:extLst>
                    <a:ext uri="{FF2B5EF4-FFF2-40B4-BE49-F238E27FC236}">
                      <a16:creationId xmlns:a16="http://schemas.microsoft.com/office/drawing/2014/main" id="{D06683C3-CCD3-9624-9462-DD0550842AF8}"/>
                    </a:ext>
                  </a:extLst>
                </p14:cNvPr>
                <p14:cNvContentPartPr/>
                <p14:nvPr/>
              </p14:nvContentPartPr>
              <p14:xfrm>
                <a:off x="7278645" y="6297490"/>
                <a:ext cx="360" cy="360"/>
              </p14:xfrm>
            </p:contentPart>
          </mc:Choice>
          <mc:Fallback>
            <p:pic>
              <p:nvPicPr>
                <p:cNvPr id="5138" name="Ink 5137">
                  <a:extLst>
                    <a:ext uri="{FF2B5EF4-FFF2-40B4-BE49-F238E27FC236}">
                      <a16:creationId xmlns:a16="http://schemas.microsoft.com/office/drawing/2014/main" id="{D06683C3-CCD3-9624-9462-DD0550842A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5645" y="623449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39" name="Ink 5138">
                  <a:extLst>
                    <a:ext uri="{FF2B5EF4-FFF2-40B4-BE49-F238E27FC236}">
                      <a16:creationId xmlns:a16="http://schemas.microsoft.com/office/drawing/2014/main" id="{D44BFB73-1252-F6B0-4F78-8639F0C02F23}"/>
                    </a:ext>
                  </a:extLst>
                </p14:cNvPr>
                <p14:cNvContentPartPr/>
                <p14:nvPr/>
              </p14:nvContentPartPr>
              <p14:xfrm>
                <a:off x="7278645" y="6356170"/>
                <a:ext cx="360" cy="360"/>
              </p14:xfrm>
            </p:contentPart>
          </mc:Choice>
          <mc:Fallback>
            <p:pic>
              <p:nvPicPr>
                <p:cNvPr id="5139" name="Ink 5138">
                  <a:extLst>
                    <a:ext uri="{FF2B5EF4-FFF2-40B4-BE49-F238E27FC236}">
                      <a16:creationId xmlns:a16="http://schemas.microsoft.com/office/drawing/2014/main" id="{D44BFB73-1252-F6B0-4F78-8639F0C02F2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5645" y="62935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40" name="Ink 5139">
                  <a:extLst>
                    <a:ext uri="{FF2B5EF4-FFF2-40B4-BE49-F238E27FC236}">
                      <a16:creationId xmlns:a16="http://schemas.microsoft.com/office/drawing/2014/main" id="{81F4C39E-8846-F1BE-0A72-FEBCB42A89B4}"/>
                    </a:ext>
                  </a:extLst>
                </p14:cNvPr>
                <p14:cNvContentPartPr/>
                <p14:nvPr/>
              </p14:nvContentPartPr>
              <p14:xfrm>
                <a:off x="7275405" y="6456250"/>
                <a:ext cx="360" cy="360"/>
              </p14:xfrm>
            </p:contentPart>
          </mc:Choice>
          <mc:Fallback>
            <p:pic>
              <p:nvPicPr>
                <p:cNvPr id="5140" name="Ink 5139">
                  <a:extLst>
                    <a:ext uri="{FF2B5EF4-FFF2-40B4-BE49-F238E27FC236}">
                      <a16:creationId xmlns:a16="http://schemas.microsoft.com/office/drawing/2014/main" id="{81F4C39E-8846-F1BE-0A72-FEBCB42A89B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2405" y="63932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141" name="Ink 5140">
                  <a:extLst>
                    <a:ext uri="{FF2B5EF4-FFF2-40B4-BE49-F238E27FC236}">
                      <a16:creationId xmlns:a16="http://schemas.microsoft.com/office/drawing/2014/main" id="{2F4DC3FA-67BD-6019-1D44-E402981673E6}"/>
                    </a:ext>
                  </a:extLst>
                </p14:cNvPr>
                <p14:cNvContentPartPr/>
                <p14:nvPr/>
              </p14:nvContentPartPr>
              <p14:xfrm>
                <a:off x="7289805" y="6503770"/>
                <a:ext cx="360" cy="360"/>
              </p14:xfrm>
            </p:contentPart>
          </mc:Choice>
          <mc:Fallback>
            <p:pic>
              <p:nvPicPr>
                <p:cNvPr id="5141" name="Ink 5140">
                  <a:extLst>
                    <a:ext uri="{FF2B5EF4-FFF2-40B4-BE49-F238E27FC236}">
                      <a16:creationId xmlns:a16="http://schemas.microsoft.com/office/drawing/2014/main" id="{2F4DC3FA-67BD-6019-1D44-E402981673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26805" y="64411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6" name="Group 5145">
            <a:extLst>
              <a:ext uri="{FF2B5EF4-FFF2-40B4-BE49-F238E27FC236}">
                <a16:creationId xmlns:a16="http://schemas.microsoft.com/office/drawing/2014/main" id="{26228E89-5D45-77D0-0038-254F70F4FCBD}"/>
              </a:ext>
            </a:extLst>
          </p:cNvPr>
          <p:cNvGrpSpPr/>
          <p:nvPr/>
        </p:nvGrpSpPr>
        <p:grpSpPr>
          <a:xfrm>
            <a:off x="7270725" y="5838580"/>
            <a:ext cx="6480" cy="163800"/>
            <a:chOff x="7270725" y="5838580"/>
            <a:chExt cx="648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143" name="Ink 5142">
                  <a:extLst>
                    <a:ext uri="{FF2B5EF4-FFF2-40B4-BE49-F238E27FC236}">
                      <a16:creationId xmlns:a16="http://schemas.microsoft.com/office/drawing/2014/main" id="{0C16F27D-BEBF-0A54-F768-2E88AA009C61}"/>
                    </a:ext>
                  </a:extLst>
                </p14:cNvPr>
                <p14:cNvContentPartPr/>
                <p14:nvPr/>
              </p14:nvContentPartPr>
              <p14:xfrm>
                <a:off x="7276845" y="5838580"/>
                <a:ext cx="360" cy="360"/>
              </p14:xfrm>
            </p:contentPart>
          </mc:Choice>
          <mc:Fallback>
            <p:pic>
              <p:nvPicPr>
                <p:cNvPr id="5143" name="Ink 5142">
                  <a:extLst>
                    <a:ext uri="{FF2B5EF4-FFF2-40B4-BE49-F238E27FC236}">
                      <a16:creationId xmlns:a16="http://schemas.microsoft.com/office/drawing/2014/main" id="{0C16F27D-BEBF-0A54-F768-2E88AA009C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4205" y="57759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144" name="Ink 5143">
                  <a:extLst>
                    <a:ext uri="{FF2B5EF4-FFF2-40B4-BE49-F238E27FC236}">
                      <a16:creationId xmlns:a16="http://schemas.microsoft.com/office/drawing/2014/main" id="{4F190DF5-F699-9913-5821-676EAE89D11D}"/>
                    </a:ext>
                  </a:extLst>
                </p14:cNvPr>
                <p14:cNvContentPartPr/>
                <p14:nvPr/>
              </p14:nvContentPartPr>
              <p14:xfrm>
                <a:off x="7273605" y="5897260"/>
                <a:ext cx="360" cy="360"/>
              </p14:xfrm>
            </p:contentPart>
          </mc:Choice>
          <mc:Fallback>
            <p:pic>
              <p:nvPicPr>
                <p:cNvPr id="5144" name="Ink 5143">
                  <a:extLst>
                    <a:ext uri="{FF2B5EF4-FFF2-40B4-BE49-F238E27FC236}">
                      <a16:creationId xmlns:a16="http://schemas.microsoft.com/office/drawing/2014/main" id="{4F190DF5-F699-9913-5821-676EAE89D1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0965" y="58346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45" name="Ink 5144">
                  <a:extLst>
                    <a:ext uri="{FF2B5EF4-FFF2-40B4-BE49-F238E27FC236}">
                      <a16:creationId xmlns:a16="http://schemas.microsoft.com/office/drawing/2014/main" id="{53557F8C-4BB6-F053-16C8-FEA13CA15CDC}"/>
                    </a:ext>
                  </a:extLst>
                </p14:cNvPr>
                <p14:cNvContentPartPr/>
                <p14:nvPr/>
              </p14:nvContentPartPr>
              <p14:xfrm>
                <a:off x="7270725" y="6002020"/>
                <a:ext cx="360" cy="360"/>
              </p14:xfrm>
            </p:contentPart>
          </mc:Choice>
          <mc:Fallback>
            <p:pic>
              <p:nvPicPr>
                <p:cNvPr id="5145" name="Ink 5144">
                  <a:extLst>
                    <a:ext uri="{FF2B5EF4-FFF2-40B4-BE49-F238E27FC236}">
                      <a16:creationId xmlns:a16="http://schemas.microsoft.com/office/drawing/2014/main" id="{53557F8C-4BB6-F053-16C8-FEA13CA15CD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7725" y="59393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0" name="Group 5149">
            <a:extLst>
              <a:ext uri="{FF2B5EF4-FFF2-40B4-BE49-F238E27FC236}">
                <a16:creationId xmlns:a16="http://schemas.microsoft.com/office/drawing/2014/main" id="{7070C33E-5F2E-EBD7-9F83-D24129FE0BC0}"/>
              </a:ext>
            </a:extLst>
          </p:cNvPr>
          <p:cNvGrpSpPr/>
          <p:nvPr/>
        </p:nvGrpSpPr>
        <p:grpSpPr>
          <a:xfrm>
            <a:off x="7264245" y="5519530"/>
            <a:ext cx="14760" cy="217800"/>
            <a:chOff x="7264245" y="5519530"/>
            <a:chExt cx="1476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147" name="Ink 5146">
                  <a:extLst>
                    <a:ext uri="{FF2B5EF4-FFF2-40B4-BE49-F238E27FC236}">
                      <a16:creationId xmlns:a16="http://schemas.microsoft.com/office/drawing/2014/main" id="{20F4266D-BACA-616F-3D68-A2328A43CEF4}"/>
                    </a:ext>
                  </a:extLst>
                </p14:cNvPr>
                <p14:cNvContentPartPr/>
                <p14:nvPr/>
              </p14:nvContentPartPr>
              <p14:xfrm>
                <a:off x="7265685" y="5519530"/>
                <a:ext cx="360" cy="360"/>
              </p14:xfrm>
            </p:contentPart>
          </mc:Choice>
          <mc:Fallback>
            <p:pic>
              <p:nvPicPr>
                <p:cNvPr id="5147" name="Ink 5146">
                  <a:extLst>
                    <a:ext uri="{FF2B5EF4-FFF2-40B4-BE49-F238E27FC236}">
                      <a16:creationId xmlns:a16="http://schemas.microsoft.com/office/drawing/2014/main" id="{20F4266D-BACA-616F-3D68-A2328A43CEF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3045" y="545689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48" name="Ink 5147">
                  <a:extLst>
                    <a:ext uri="{FF2B5EF4-FFF2-40B4-BE49-F238E27FC236}">
                      <a16:creationId xmlns:a16="http://schemas.microsoft.com/office/drawing/2014/main" id="{67A66BCA-369E-BC39-B935-7A6CAB54F592}"/>
                    </a:ext>
                  </a:extLst>
                </p14:cNvPr>
                <p14:cNvContentPartPr/>
                <p14:nvPr/>
              </p14:nvContentPartPr>
              <p14:xfrm>
                <a:off x="7264245" y="5628970"/>
                <a:ext cx="360" cy="360"/>
              </p14:xfrm>
            </p:contentPart>
          </mc:Choice>
          <mc:Fallback>
            <p:pic>
              <p:nvPicPr>
                <p:cNvPr id="5148" name="Ink 5147">
                  <a:extLst>
                    <a:ext uri="{FF2B5EF4-FFF2-40B4-BE49-F238E27FC236}">
                      <a16:creationId xmlns:a16="http://schemas.microsoft.com/office/drawing/2014/main" id="{67A66BCA-369E-BC39-B935-7A6CAB54F59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1245" y="55663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49" name="Ink 5148">
                  <a:extLst>
                    <a:ext uri="{FF2B5EF4-FFF2-40B4-BE49-F238E27FC236}">
                      <a16:creationId xmlns:a16="http://schemas.microsoft.com/office/drawing/2014/main" id="{C3A1E2FA-FE4F-A340-D6D6-C14D25E72DD6}"/>
                    </a:ext>
                  </a:extLst>
                </p14:cNvPr>
                <p14:cNvContentPartPr/>
                <p14:nvPr/>
              </p14:nvContentPartPr>
              <p14:xfrm>
                <a:off x="7278645" y="5736970"/>
                <a:ext cx="360" cy="360"/>
              </p14:xfrm>
            </p:contentPart>
          </mc:Choice>
          <mc:Fallback>
            <p:pic>
              <p:nvPicPr>
                <p:cNvPr id="5149" name="Ink 5148">
                  <a:extLst>
                    <a:ext uri="{FF2B5EF4-FFF2-40B4-BE49-F238E27FC236}">
                      <a16:creationId xmlns:a16="http://schemas.microsoft.com/office/drawing/2014/main" id="{C3A1E2FA-FE4F-A340-D6D6-C14D25E72D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5645" y="56743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3" name="Group 5152">
            <a:extLst>
              <a:ext uri="{FF2B5EF4-FFF2-40B4-BE49-F238E27FC236}">
                <a16:creationId xmlns:a16="http://schemas.microsoft.com/office/drawing/2014/main" id="{C51331FE-6013-18E5-06BC-648211239804}"/>
              </a:ext>
            </a:extLst>
          </p:cNvPr>
          <p:cNvGrpSpPr/>
          <p:nvPr/>
        </p:nvGrpSpPr>
        <p:grpSpPr>
          <a:xfrm>
            <a:off x="7270725" y="5029120"/>
            <a:ext cx="9720" cy="93960"/>
            <a:chOff x="7270725" y="5029120"/>
            <a:chExt cx="972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51" name="Ink 5150">
                  <a:extLst>
                    <a:ext uri="{FF2B5EF4-FFF2-40B4-BE49-F238E27FC236}">
                      <a16:creationId xmlns:a16="http://schemas.microsoft.com/office/drawing/2014/main" id="{0E35A7BB-ADD2-1D03-2837-705FAB7E7AE4}"/>
                    </a:ext>
                  </a:extLst>
                </p14:cNvPr>
                <p14:cNvContentPartPr/>
                <p14:nvPr/>
              </p14:nvContentPartPr>
              <p14:xfrm>
                <a:off x="7280085" y="5029120"/>
                <a:ext cx="360" cy="360"/>
              </p14:xfrm>
            </p:contentPart>
          </mc:Choice>
          <mc:Fallback>
            <p:pic>
              <p:nvPicPr>
                <p:cNvPr id="5151" name="Ink 5150">
                  <a:extLst>
                    <a:ext uri="{FF2B5EF4-FFF2-40B4-BE49-F238E27FC236}">
                      <a16:creationId xmlns:a16="http://schemas.microsoft.com/office/drawing/2014/main" id="{0E35A7BB-ADD2-1D03-2837-705FAB7E7A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7445" y="49661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52" name="Ink 5151">
                  <a:extLst>
                    <a:ext uri="{FF2B5EF4-FFF2-40B4-BE49-F238E27FC236}">
                      <a16:creationId xmlns:a16="http://schemas.microsoft.com/office/drawing/2014/main" id="{9832B61A-2EC9-A26D-5962-4138F3AA957A}"/>
                    </a:ext>
                  </a:extLst>
                </p14:cNvPr>
                <p14:cNvContentPartPr/>
                <p14:nvPr/>
              </p14:nvContentPartPr>
              <p14:xfrm>
                <a:off x="7270725" y="5122720"/>
                <a:ext cx="360" cy="360"/>
              </p14:xfrm>
            </p:contentPart>
          </mc:Choice>
          <mc:Fallback>
            <p:pic>
              <p:nvPicPr>
                <p:cNvPr id="5152" name="Ink 5151">
                  <a:extLst>
                    <a:ext uri="{FF2B5EF4-FFF2-40B4-BE49-F238E27FC236}">
                      <a16:creationId xmlns:a16="http://schemas.microsoft.com/office/drawing/2014/main" id="{9832B61A-2EC9-A26D-5962-4138F3AA95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7725" y="5059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155" name="Ink 5154">
                <a:extLst>
                  <a:ext uri="{FF2B5EF4-FFF2-40B4-BE49-F238E27FC236}">
                    <a16:creationId xmlns:a16="http://schemas.microsoft.com/office/drawing/2014/main" id="{B039C789-1AE6-AEB5-DFA7-AEFB3CCF4E58}"/>
                  </a:ext>
                </a:extLst>
              </p14:cNvPr>
              <p14:cNvContentPartPr/>
              <p14:nvPr/>
            </p14:nvContentPartPr>
            <p14:xfrm>
              <a:off x="7316610" y="5232170"/>
              <a:ext cx="360" cy="360"/>
            </p14:xfrm>
          </p:contentPart>
        </mc:Choice>
        <mc:Fallback>
          <p:pic>
            <p:nvPicPr>
              <p:cNvPr id="5155" name="Ink 5154">
                <a:extLst>
                  <a:ext uri="{FF2B5EF4-FFF2-40B4-BE49-F238E27FC236}">
                    <a16:creationId xmlns:a16="http://schemas.microsoft.com/office/drawing/2014/main" id="{B039C789-1AE6-AEB5-DFA7-AEFB3CCF4E5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298970" y="521453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157" name="Ink 5156">
                <a:extLst>
                  <a:ext uri="{FF2B5EF4-FFF2-40B4-BE49-F238E27FC236}">
                    <a16:creationId xmlns:a16="http://schemas.microsoft.com/office/drawing/2014/main" id="{B034845C-EE24-FAB9-35B2-144251AC58D7}"/>
                  </a:ext>
                </a:extLst>
              </p14:cNvPr>
              <p14:cNvContentPartPr/>
              <p14:nvPr/>
            </p14:nvContentPartPr>
            <p14:xfrm>
              <a:off x="7311930" y="5194010"/>
              <a:ext cx="720" cy="241920"/>
            </p14:xfrm>
          </p:contentPart>
        </mc:Choice>
        <mc:Fallback>
          <p:pic>
            <p:nvPicPr>
              <p:cNvPr id="5157" name="Ink 5156">
                <a:extLst>
                  <a:ext uri="{FF2B5EF4-FFF2-40B4-BE49-F238E27FC236}">
                    <a16:creationId xmlns:a16="http://schemas.microsoft.com/office/drawing/2014/main" id="{B034845C-EE24-FAB9-35B2-144251AC58D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275930" y="5176370"/>
                <a:ext cx="72000" cy="27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60" name="Group 5159">
            <a:extLst>
              <a:ext uri="{FF2B5EF4-FFF2-40B4-BE49-F238E27FC236}">
                <a16:creationId xmlns:a16="http://schemas.microsoft.com/office/drawing/2014/main" id="{9437B278-161F-D3DA-E13A-FC66A0DE533F}"/>
              </a:ext>
            </a:extLst>
          </p:cNvPr>
          <p:cNvGrpSpPr/>
          <p:nvPr/>
        </p:nvGrpSpPr>
        <p:grpSpPr>
          <a:xfrm>
            <a:off x="7321290" y="5468690"/>
            <a:ext cx="360" cy="3600"/>
            <a:chOff x="7321290" y="5468690"/>
            <a:chExt cx="360" cy="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58" name="Ink 5157">
                  <a:extLst>
                    <a:ext uri="{FF2B5EF4-FFF2-40B4-BE49-F238E27FC236}">
                      <a16:creationId xmlns:a16="http://schemas.microsoft.com/office/drawing/2014/main" id="{1A9EDFC1-8864-FCB5-FE21-8ECBA6217626}"/>
                    </a:ext>
                  </a:extLst>
                </p14:cNvPr>
                <p14:cNvContentPartPr/>
                <p14:nvPr/>
              </p14:nvContentPartPr>
              <p14:xfrm>
                <a:off x="7321290" y="5468690"/>
                <a:ext cx="360" cy="360"/>
              </p14:xfrm>
            </p:contentPart>
          </mc:Choice>
          <mc:Fallback>
            <p:pic>
              <p:nvPicPr>
                <p:cNvPr id="5158" name="Ink 5157">
                  <a:extLst>
                    <a:ext uri="{FF2B5EF4-FFF2-40B4-BE49-F238E27FC236}">
                      <a16:creationId xmlns:a16="http://schemas.microsoft.com/office/drawing/2014/main" id="{1A9EDFC1-8864-FCB5-FE21-8ECBA62176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03650" y="54510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59" name="Ink 5158">
                  <a:extLst>
                    <a:ext uri="{FF2B5EF4-FFF2-40B4-BE49-F238E27FC236}">
                      <a16:creationId xmlns:a16="http://schemas.microsoft.com/office/drawing/2014/main" id="{DC0130A5-7B93-9109-8BAE-60E6F20FE32C}"/>
                    </a:ext>
                  </a:extLst>
                </p14:cNvPr>
                <p14:cNvContentPartPr/>
                <p14:nvPr/>
              </p14:nvContentPartPr>
              <p14:xfrm>
                <a:off x="7321290" y="5471930"/>
                <a:ext cx="360" cy="360"/>
              </p14:xfrm>
            </p:contentPart>
          </mc:Choice>
          <mc:Fallback>
            <p:pic>
              <p:nvPicPr>
                <p:cNvPr id="5159" name="Ink 5158">
                  <a:extLst>
                    <a:ext uri="{FF2B5EF4-FFF2-40B4-BE49-F238E27FC236}">
                      <a16:creationId xmlns:a16="http://schemas.microsoft.com/office/drawing/2014/main" id="{DC0130A5-7B93-9109-8BAE-60E6F20FE32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03650" y="5454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162" name="Ink 5161">
                <a:extLst>
                  <a:ext uri="{FF2B5EF4-FFF2-40B4-BE49-F238E27FC236}">
                    <a16:creationId xmlns:a16="http://schemas.microsoft.com/office/drawing/2014/main" id="{6E7FDC38-BDD7-22D5-524F-FBCEB7C37F34}"/>
                  </a:ext>
                </a:extLst>
              </p14:cNvPr>
              <p14:cNvContentPartPr/>
              <p14:nvPr/>
            </p14:nvContentPartPr>
            <p14:xfrm>
              <a:off x="7370610" y="6567128"/>
              <a:ext cx="525960" cy="720"/>
            </p14:xfrm>
          </p:contentPart>
        </mc:Choice>
        <mc:Fallback>
          <p:pic>
            <p:nvPicPr>
              <p:cNvPr id="5162" name="Ink 5161">
                <a:extLst>
                  <a:ext uri="{FF2B5EF4-FFF2-40B4-BE49-F238E27FC236}">
                    <a16:creationId xmlns:a16="http://schemas.microsoft.com/office/drawing/2014/main" id="{6E7FDC38-BDD7-22D5-524F-FBCEB7C37F3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352610" y="6531128"/>
                <a:ext cx="5616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65" name="Group 5164">
            <a:extLst>
              <a:ext uri="{FF2B5EF4-FFF2-40B4-BE49-F238E27FC236}">
                <a16:creationId xmlns:a16="http://schemas.microsoft.com/office/drawing/2014/main" id="{8E9CDDE1-09B5-239C-0138-ACB30DE5F893}"/>
              </a:ext>
            </a:extLst>
          </p:cNvPr>
          <p:cNvGrpSpPr/>
          <p:nvPr/>
        </p:nvGrpSpPr>
        <p:grpSpPr>
          <a:xfrm>
            <a:off x="7896210" y="6554528"/>
            <a:ext cx="28800" cy="3960"/>
            <a:chOff x="7896210" y="6554528"/>
            <a:chExt cx="28800" cy="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63" name="Ink 5162">
                  <a:extLst>
                    <a:ext uri="{FF2B5EF4-FFF2-40B4-BE49-F238E27FC236}">
                      <a16:creationId xmlns:a16="http://schemas.microsoft.com/office/drawing/2014/main" id="{3538427C-4DFA-2D73-DF09-1684FFE5C1D6}"/>
                    </a:ext>
                  </a:extLst>
                </p14:cNvPr>
                <p14:cNvContentPartPr/>
                <p14:nvPr/>
              </p14:nvContentPartPr>
              <p14:xfrm>
                <a:off x="7896210" y="6557048"/>
                <a:ext cx="720" cy="1440"/>
              </p14:xfrm>
            </p:contentPart>
          </mc:Choice>
          <mc:Fallback>
            <p:pic>
              <p:nvPicPr>
                <p:cNvPr id="5163" name="Ink 5162">
                  <a:extLst>
                    <a:ext uri="{FF2B5EF4-FFF2-40B4-BE49-F238E27FC236}">
                      <a16:creationId xmlns:a16="http://schemas.microsoft.com/office/drawing/2014/main" id="{3538427C-4DFA-2D73-DF09-1684FFE5C1D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78210" y="6539048"/>
                  <a:ext cx="36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64" name="Ink 5163">
                  <a:extLst>
                    <a:ext uri="{FF2B5EF4-FFF2-40B4-BE49-F238E27FC236}">
                      <a16:creationId xmlns:a16="http://schemas.microsoft.com/office/drawing/2014/main" id="{D7F3F02B-EDED-D995-F16B-74345DBC4CDF}"/>
                    </a:ext>
                  </a:extLst>
                </p14:cNvPr>
                <p14:cNvContentPartPr/>
                <p14:nvPr/>
              </p14:nvContentPartPr>
              <p14:xfrm>
                <a:off x="7924650" y="6554528"/>
                <a:ext cx="360" cy="360"/>
              </p14:xfrm>
            </p:contentPart>
          </mc:Choice>
          <mc:Fallback>
            <p:pic>
              <p:nvPicPr>
                <p:cNvPr id="5164" name="Ink 5163">
                  <a:extLst>
                    <a:ext uri="{FF2B5EF4-FFF2-40B4-BE49-F238E27FC236}">
                      <a16:creationId xmlns:a16="http://schemas.microsoft.com/office/drawing/2014/main" id="{D7F3F02B-EDED-D995-F16B-74345DBC4CD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06650" y="653688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9919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4CA9-0BF9-B8A9-E0CB-9AA8766C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9439E5-D44C-B118-1A2A-182334560BEC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7A3E78-4B10-D4DC-405E-C65F5A1C16B4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8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F0F046-49A3-AAB2-38CD-9582D8E6A6E6}"/>
              </a:ext>
            </a:extLst>
          </p:cNvPr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AttentionBlock</a:t>
            </a:r>
            <a:endParaRPr lang="en-US" sz="5867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9985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AttentionBlock — One Reusable Class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1048511"/>
            <a:ext cx="11265408" cy="1324819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408" y="1158240"/>
            <a:ext cx="1099718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AttentionBlock(nn.Module):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hidden_size=128, num_heads=4, masking=True):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self.multihead_attn = nn.MultiheadAttention(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hidden_size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67" dirty="0"/>
              <a:t>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num_heads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=num_heads, ...)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...):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267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DC1A72B-00BA-E2EF-8234-CB87CA816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26" y="5263424"/>
            <a:ext cx="4150887" cy="8726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358FB7-8761-3DDD-BA52-A5F4C4BDA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439" y="4918718"/>
            <a:ext cx="4291453" cy="13698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435CD3A-B426-B2D4-357B-B08F12881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2745" y="4967485"/>
            <a:ext cx="1250402" cy="1306152"/>
          </a:xfrm>
          <a:prstGeom prst="rect">
            <a:avLst/>
          </a:prstGeom>
        </p:spPr>
      </p:pic>
      <p:pic>
        <p:nvPicPr>
          <p:cNvPr id="27" name="Picture 2" descr="Why do my glasses need cleaning all the time? | Book An Eye Test">
            <a:extLst>
              <a:ext uri="{FF2B5EF4-FFF2-40B4-BE49-F238E27FC236}">
                <a16:creationId xmlns:a16="http://schemas.microsoft.com/office/drawing/2014/main" id="{3E6EE523-F1DD-77AF-0865-BD1E00862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185" y="2629361"/>
            <a:ext cx="3065980" cy="204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B087-9E00-EF0B-CC81-DE61EE82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C05067-F745-3895-B2AC-E01E7713A639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24BF37-83E4-D5A5-8D3F-FFF79C2A95C0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+ 5</a:t>
            </a:r>
            <a:endParaRPr lang="en-US" sz="18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C8924E-6720-0C7A-6D4B-D2FC083218F6}"/>
              </a:ext>
            </a:extLst>
          </p:cNvPr>
          <p:cNvSpPr/>
          <p:nvPr/>
        </p:nvSpPr>
        <p:spPr>
          <a:xfrm>
            <a:off x="853440" y="2851421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TransformerBlock</a:t>
            </a:r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</a:p>
          <a:p>
            <a:r>
              <a:rPr lang="en-US" sz="5867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VisionEncoderDecoder</a:t>
            </a:r>
            <a:endParaRPr lang="en-US" sz="5867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5867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0942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C947-E864-17D0-8CB3-56843135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A09ACB-0D92-E3A3-D146-C9F9FB9BDADB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0095ED7-3E5D-A888-709D-B050C667D388}"/>
              </a:ext>
            </a:extLst>
          </p:cNvPr>
          <p:cNvSpPr/>
          <p:nvPr/>
        </p:nvSpPr>
        <p:spPr>
          <a:xfrm>
            <a:off x="134208" y="1897416"/>
            <a:ext cx="2934010" cy="577751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D0B10D2-F3A3-B4FF-483C-DCA17B179855}"/>
              </a:ext>
            </a:extLst>
          </p:cNvPr>
          <p:cNvSpPr/>
          <p:nvPr/>
        </p:nvSpPr>
        <p:spPr>
          <a:xfrm>
            <a:off x="268320" y="2007145"/>
            <a:ext cx="2831695" cy="45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VisionEncoder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67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7613A5C7-42CD-D1C9-1C39-AFC83086C3A4}"/>
              </a:ext>
            </a:extLst>
          </p:cNvPr>
          <p:cNvSpPr/>
          <p:nvPr/>
        </p:nvSpPr>
        <p:spPr>
          <a:xfrm>
            <a:off x="9572724" y="2007145"/>
            <a:ext cx="2488675" cy="577751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3BD26E3-1901-399C-5103-41FFCB22F0B5}"/>
              </a:ext>
            </a:extLst>
          </p:cNvPr>
          <p:cNvSpPr/>
          <p:nvPr/>
        </p:nvSpPr>
        <p:spPr>
          <a:xfrm>
            <a:off x="9706836" y="2116874"/>
            <a:ext cx="2354563" cy="45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Decoder(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6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F841AFD-C5C0-5BEA-F725-7C36D2D9BFDA}"/>
              </a:ext>
            </a:extLst>
          </p:cNvPr>
          <p:cNvSpPr/>
          <p:nvPr/>
        </p:nvSpPr>
        <p:spPr>
          <a:xfrm>
            <a:off x="4627149" y="6229449"/>
            <a:ext cx="3593319" cy="577751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19F8012-98B4-E2D6-7B3D-A5F327B8C658}"/>
              </a:ext>
            </a:extLst>
          </p:cNvPr>
          <p:cNvSpPr/>
          <p:nvPr/>
        </p:nvSpPr>
        <p:spPr>
          <a:xfrm>
            <a:off x="4793623" y="6339178"/>
            <a:ext cx="3593319" cy="45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VisionEncoderDecoder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67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EF9EA89-4E30-31EF-672C-B0A6C6B0E835}"/>
                  </a:ext>
                </a:extLst>
              </p14:cNvPr>
              <p14:cNvContentPartPr/>
              <p14:nvPr/>
            </p14:nvContentPartPr>
            <p14:xfrm>
              <a:off x="6921595" y="5768011"/>
              <a:ext cx="1404000" cy="174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EF9EA89-4E30-31EF-672C-B0A6C6B0E8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8595" y="5704881"/>
                <a:ext cx="1529640" cy="3001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E495EF2-5240-BF3D-5336-BD983AEF9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540" y="97536"/>
            <a:ext cx="5759247" cy="59492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A751C19-843D-6504-1796-2720B0B0A5DA}"/>
                  </a:ext>
                </a:extLst>
              </p14:cNvPr>
              <p14:cNvContentPartPr/>
              <p14:nvPr/>
            </p14:nvContentPartPr>
            <p14:xfrm>
              <a:off x="6898702" y="4732545"/>
              <a:ext cx="411120" cy="54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A751C19-843D-6504-1796-2720B0B0A5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35702" y="4669905"/>
                <a:ext cx="5367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CFE2C36-11D6-BADC-D3BD-149CB3045B17}"/>
                  </a:ext>
                </a:extLst>
              </p14:cNvPr>
              <p14:cNvContentPartPr/>
              <p14:nvPr/>
            </p14:nvContentPartPr>
            <p14:xfrm>
              <a:off x="5993302" y="4877265"/>
              <a:ext cx="1033560" cy="33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CFE2C36-11D6-BADC-D3BD-149CB3045B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0662" y="4814625"/>
                <a:ext cx="11592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46D202-B0BB-6997-46C1-2F8403CC879B}"/>
                  </a:ext>
                </a:extLst>
              </p14:cNvPr>
              <p14:cNvContentPartPr/>
              <p14:nvPr/>
            </p14:nvContentPartPr>
            <p14:xfrm>
              <a:off x="6274102" y="4785465"/>
              <a:ext cx="2112840" cy="97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46D202-B0BB-6997-46C1-2F8403CC87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11102" y="4722825"/>
                <a:ext cx="22384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7A92DB0-4D15-F97D-9F46-55C1FC619254}"/>
                  </a:ext>
                </a:extLst>
              </p14:cNvPr>
              <p14:cNvContentPartPr/>
              <p14:nvPr/>
            </p14:nvContentPartPr>
            <p14:xfrm>
              <a:off x="7010662" y="4907145"/>
              <a:ext cx="1550160" cy="94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7A92DB0-4D15-F97D-9F46-55C1FC61925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48022" y="4844505"/>
                <a:ext cx="16758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1C26B35-4E05-C67A-6BCD-3477D8E7F95A}"/>
                  </a:ext>
                </a:extLst>
              </p14:cNvPr>
              <p14:cNvContentPartPr/>
              <p14:nvPr/>
            </p14:nvContentPartPr>
            <p14:xfrm>
              <a:off x="6549142" y="496006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1C26B35-4E05-C67A-6BCD-3477D8E7F9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86502" y="4897425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F48D4FC-7BCD-5A43-999B-DBAE79FEB3A3}"/>
              </a:ext>
            </a:extLst>
          </p:cNvPr>
          <p:cNvSpPr txBox="1"/>
          <p:nvPr/>
        </p:nvSpPr>
        <p:spPr>
          <a:xfrm>
            <a:off x="6922854" y="4632493"/>
            <a:ext cx="130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&lt;start&gt; </a:t>
            </a:r>
            <a:endParaRPr lang="ro-RO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A0F25C9-28CD-133B-493E-A114911E6F6D}"/>
                  </a:ext>
                </a:extLst>
              </p14:cNvPr>
              <p14:cNvContentPartPr/>
              <p14:nvPr/>
            </p14:nvContentPartPr>
            <p14:xfrm>
              <a:off x="6580102" y="408585"/>
              <a:ext cx="1655640" cy="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A0F25C9-28CD-133B-493E-A114911E6F6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17102" y="282585"/>
                <a:ext cx="17812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D023591-2999-59FD-1989-D3C2128758F6}"/>
                  </a:ext>
                </a:extLst>
              </p14:cNvPr>
              <p14:cNvContentPartPr/>
              <p14:nvPr/>
            </p14:nvContentPartPr>
            <p14:xfrm>
              <a:off x="6990862" y="192585"/>
              <a:ext cx="128484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D023591-2999-59FD-1989-D3C2128758F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27862" y="129945"/>
                <a:ext cx="14104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6EA5BA5-5528-53AF-CA3F-953359115F42}"/>
                  </a:ext>
                </a:extLst>
              </p14:cNvPr>
              <p14:cNvContentPartPr/>
              <p14:nvPr/>
            </p14:nvContentPartPr>
            <p14:xfrm>
              <a:off x="6580102" y="304905"/>
              <a:ext cx="1936440" cy="186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6EA5BA5-5528-53AF-CA3F-953359115F4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17102" y="242265"/>
                <a:ext cx="2062080" cy="3121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B724BC7-61EF-BB57-439E-AD70F8C718DA}"/>
              </a:ext>
            </a:extLst>
          </p:cNvPr>
          <p:cNvSpPr txBox="1"/>
          <p:nvPr/>
        </p:nvSpPr>
        <p:spPr>
          <a:xfrm>
            <a:off x="7198099" y="176424"/>
            <a:ext cx="668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two</a:t>
            </a:r>
            <a:endParaRPr lang="ro-RO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D65993C-0164-4F7F-34A5-59D7FBEAD952}"/>
              </a:ext>
            </a:extLst>
          </p:cNvPr>
          <p:cNvSpPr/>
          <p:nvPr/>
        </p:nvSpPr>
        <p:spPr>
          <a:xfrm rot="5400000">
            <a:off x="5572977" y="1657582"/>
            <a:ext cx="3902390" cy="198473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9F64651-FB1D-1C86-2458-7C61EAB4E9A0}"/>
              </a:ext>
            </a:extLst>
          </p:cNvPr>
          <p:cNvSpPr/>
          <p:nvPr/>
        </p:nvSpPr>
        <p:spPr>
          <a:xfrm rot="5400000">
            <a:off x="3049738" y="1653697"/>
            <a:ext cx="3902390" cy="198473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148" name="Shape 0">
            <a:extLst>
              <a:ext uri="{FF2B5EF4-FFF2-40B4-BE49-F238E27FC236}">
                <a16:creationId xmlns:a16="http://schemas.microsoft.com/office/drawing/2014/main" id="{EADE4DFD-A158-0C90-2B4F-AA3C8AEE2383}"/>
              </a:ext>
            </a:extLst>
          </p:cNvPr>
          <p:cNvSpPr/>
          <p:nvPr/>
        </p:nvSpPr>
        <p:spPr>
          <a:xfrm>
            <a:off x="0" y="18185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cxnSp>
        <p:nvCxnSpPr>
          <p:cNvPr id="5150" name="Straight Arrow Connector 5149">
            <a:extLst>
              <a:ext uri="{FF2B5EF4-FFF2-40B4-BE49-F238E27FC236}">
                <a16:creationId xmlns:a16="http://schemas.microsoft.com/office/drawing/2014/main" id="{2103926E-74AD-24CF-75E2-DA888475A583}"/>
              </a:ext>
            </a:extLst>
          </p:cNvPr>
          <p:cNvCxnSpPr>
            <a:endCxn id="3" idx="1"/>
          </p:cNvCxnSpPr>
          <p:nvPr/>
        </p:nvCxnSpPr>
        <p:spPr>
          <a:xfrm>
            <a:off x="9141787" y="2296020"/>
            <a:ext cx="4309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4" name="Straight Arrow Connector 5153">
            <a:extLst>
              <a:ext uri="{FF2B5EF4-FFF2-40B4-BE49-F238E27FC236}">
                <a16:creationId xmlns:a16="http://schemas.microsoft.com/office/drawing/2014/main" id="{C2C81D73-11CA-188F-8C44-F1F8318B909C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3068218" y="2186292"/>
            <a:ext cx="3461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56" name="Right Brace 5155">
            <a:extLst>
              <a:ext uri="{FF2B5EF4-FFF2-40B4-BE49-F238E27FC236}">
                <a16:creationId xmlns:a16="http://schemas.microsoft.com/office/drawing/2014/main" id="{0EEFF6A7-7691-8590-9AD1-1163658ED4A2}"/>
              </a:ext>
            </a:extLst>
          </p:cNvPr>
          <p:cNvSpPr/>
          <p:nvPr/>
        </p:nvSpPr>
        <p:spPr>
          <a:xfrm rot="5400000">
            <a:off x="6302722" y="3751953"/>
            <a:ext cx="140720" cy="47290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157" name="Shape 4">
            <a:extLst>
              <a:ext uri="{FF2B5EF4-FFF2-40B4-BE49-F238E27FC236}">
                <a16:creationId xmlns:a16="http://schemas.microsoft.com/office/drawing/2014/main" id="{125900BD-E333-3C7C-C903-07337E6C1569}"/>
              </a:ext>
            </a:extLst>
          </p:cNvPr>
          <p:cNvSpPr/>
          <p:nvPr/>
        </p:nvSpPr>
        <p:spPr>
          <a:xfrm>
            <a:off x="8895998" y="304905"/>
            <a:ext cx="3165401" cy="567476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5158" name="Text 5">
            <a:extLst>
              <a:ext uri="{FF2B5EF4-FFF2-40B4-BE49-F238E27FC236}">
                <a16:creationId xmlns:a16="http://schemas.microsoft.com/office/drawing/2014/main" id="{EF68D346-A198-CF1E-C32E-318C327CA3CF}"/>
              </a:ext>
            </a:extLst>
          </p:cNvPr>
          <p:cNvSpPr/>
          <p:nvPr/>
        </p:nvSpPr>
        <p:spPr>
          <a:xfrm>
            <a:off x="9030110" y="414633"/>
            <a:ext cx="3037726" cy="457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6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TransformerBlock</a:t>
            </a:r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67" dirty="0"/>
          </a:p>
        </p:txBody>
      </p:sp>
      <p:cxnSp>
        <p:nvCxnSpPr>
          <p:cNvPr id="5160" name="Connector: Curved 5159">
            <a:extLst>
              <a:ext uri="{FF2B5EF4-FFF2-40B4-BE49-F238E27FC236}">
                <a16:creationId xmlns:a16="http://schemas.microsoft.com/office/drawing/2014/main" id="{CE875272-62A0-DBBD-D4AA-EF585341CD77}"/>
              </a:ext>
            </a:extLst>
          </p:cNvPr>
          <p:cNvCxnSpPr>
            <a:cxnSpLocks/>
            <a:endCxn id="5158" idx="2"/>
          </p:cNvCxnSpPr>
          <p:nvPr/>
        </p:nvCxnSpPr>
        <p:spPr>
          <a:xfrm flipV="1">
            <a:off x="8198894" y="872381"/>
            <a:ext cx="2350079" cy="113757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4" name="Connector: Curved 5163">
            <a:extLst>
              <a:ext uri="{FF2B5EF4-FFF2-40B4-BE49-F238E27FC236}">
                <a16:creationId xmlns:a16="http://schemas.microsoft.com/office/drawing/2014/main" id="{661BD2AD-3CFD-4809-753E-AE94BF6A490F}"/>
              </a:ext>
            </a:extLst>
          </p:cNvPr>
          <p:cNvCxnSpPr>
            <a:cxnSpLocks/>
            <a:endCxn id="5158" idx="2"/>
          </p:cNvCxnSpPr>
          <p:nvPr/>
        </p:nvCxnSpPr>
        <p:spPr>
          <a:xfrm flipV="1">
            <a:off x="5862320" y="872381"/>
            <a:ext cx="4686653" cy="76941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Balding Senior Man Scratching His Other Ear Stock Photo - Image of adult,  person: 38700328">
            <a:extLst>
              <a:ext uri="{FF2B5EF4-FFF2-40B4-BE49-F238E27FC236}">
                <a16:creationId xmlns:a16="http://schemas.microsoft.com/office/drawing/2014/main" id="{B0113268-86D1-BBA0-5DAF-5DE9446D2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8" y="4486374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294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D5F6-83F7-A771-A0C0-965E82D3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532079-FABD-424D-1414-CF1312D43ACE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A0E2C5-206B-4CEB-7374-C55EF10F6391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8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562FB7-99FB-AF29-8D64-B367D3B6D43C}"/>
              </a:ext>
            </a:extLst>
          </p:cNvPr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Captioning</a:t>
            </a:r>
          </a:p>
        </p:txBody>
      </p:sp>
    </p:spTree>
    <p:extLst>
      <p:ext uri="{BB962C8B-B14F-4D97-AF65-F5344CB8AC3E}">
        <p14:creationId xmlns:p14="http://schemas.microsoft.com/office/powerpoint/2010/main" val="583646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Model — 50 Epochs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1845513"/>
            <a:ext cx="7468353" cy="3020054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408" y="1955241"/>
            <a:ext cx="10997184" cy="2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torch.optim.Adam(caption_model.parameters(), lr=0.0001)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loss_fn   = nn.CrossEntropyLoss(reduction="none") 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   = torch.amp.GradScaler("cuda")           </a:t>
            </a:r>
            <a:endParaRPr lang="en-US" sz="1240" dirty="0"/>
          </a:p>
          <a:p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range(50):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caption_model.train()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images, inputs, outputs, masks in train_loader: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torch.amp.autocast("cuda"):          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 = caption_model(images, inputs, </a:t>
            </a:r>
            <a:r>
              <a:rPr lang="en-US" sz="124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padding_mask</a:t>
            </a:r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=masks)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loss = (loss_fn(pred.transpose(1,2), outputs) * masks).mean() 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optimizer.zero_grad()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scaler.scale(loss).backward()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scaler.step(optimizer)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scaler.update()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torch.save(caption_model.state_dict(), "files/caption.pth")</a:t>
            </a:r>
            <a:endParaRPr lang="en-US" sz="1240" dirty="0"/>
          </a:p>
        </p:txBody>
      </p:sp>
      <p:pic>
        <p:nvPicPr>
          <p:cNvPr id="26" name="SaveClip.App_AQNoRZpvWqQZoxx9NZcgIvdpah7SomaD3S0WfrCjxJDAM-ZcfnCiB6VNOM7d56h691riwEJTXKO04NfrW4YwjrYFBp5ly2YTGpH_BlE">
            <a:hlinkClick r:id="" action="ppaction://media"/>
            <a:extLst>
              <a:ext uri="{FF2B5EF4-FFF2-40B4-BE49-F238E27FC236}">
                <a16:creationId xmlns:a16="http://schemas.microsoft.com/office/drawing/2014/main" id="{8C0DBAB1-5D4C-8599-4CF1-DA73313C99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52890" y="512338"/>
            <a:ext cx="3375814" cy="60014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9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Caption Generation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1048511"/>
            <a:ext cx="11265408" cy="1907297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408" y="1158240"/>
            <a:ext cx="10997184" cy="221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that generates a caption for an image using the trained Transformer model</a:t>
            </a:r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caption(image, ...):</a:t>
            </a:r>
            <a:endParaRPr lang="en-US" sz="1240" dirty="0"/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</a:rPr>
              <a:t>    return </a:t>
            </a:r>
            <a:r>
              <a:rPr lang="en-US" sz="1240" dirty="0" err="1">
                <a:solidFill>
                  <a:srgbClr val="A8D8EA"/>
                </a:solidFill>
                <a:latin typeface="Consolas" pitchFamily="34" charset="0"/>
              </a:rPr>
              <a:t>pred_text</a:t>
            </a:r>
            <a:endParaRPr lang="en-US" sz="1240" dirty="0">
              <a:solidFill>
                <a:srgbClr val="A8D8EA"/>
              </a:solidFill>
              <a:latin typeface="Consolas" pitchFamily="34" charset="0"/>
            </a:endParaRPr>
          </a:p>
          <a:p>
            <a:endParaRPr lang="en-US" sz="1240" dirty="0">
              <a:solidFill>
                <a:srgbClr val="A8D8EA"/>
              </a:solidFill>
              <a:latin typeface="Consolas" pitchFamily="34" charset="0"/>
            </a:endParaRPr>
          </a:p>
          <a:p>
            <a:endParaRPr lang="en-US" sz="1240" dirty="0">
              <a:solidFill>
                <a:srgbClr val="A8D8EA"/>
              </a:solidFill>
              <a:latin typeface="Consolas" pitchFamily="34" charset="0"/>
            </a:endParaRPr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</a:rPr>
              <a:t># Function that displays an image together with the original caption and the generated caption</a:t>
            </a:r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</a:rPr>
              <a:t>def compare(images, caption, ...)</a:t>
            </a:r>
          </a:p>
          <a:p>
            <a:r>
              <a:rPr lang="en-US" sz="1240" dirty="0">
                <a:solidFill>
                  <a:srgbClr val="A8D8EA"/>
                </a:solidFill>
                <a:latin typeface="Consolas" pitchFamily="34" charset="0"/>
              </a:rPr>
              <a:t>    ...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87663FD-01F7-C232-F60B-36EED40A5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735" y="3065537"/>
            <a:ext cx="3044576" cy="3673415"/>
          </a:xfrm>
          <a:prstGeom prst="rect">
            <a:avLst/>
          </a:prstGeom>
        </p:spPr>
      </p:pic>
      <p:pic>
        <p:nvPicPr>
          <p:cNvPr id="4098" name="Picture 2" descr="Trilifrili">
            <a:extLst>
              <a:ext uri="{FF2B5EF4-FFF2-40B4-BE49-F238E27FC236}">
                <a16:creationId xmlns:a16="http://schemas.microsoft.com/office/drawing/2014/main" id="{E8B8EC61-3674-39F6-49AF-A9F3DD6A9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89" y="3986505"/>
            <a:ext cx="2752447" cy="275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ACC54B-8E7C-53B6-5933-0D3268397660}"/>
              </a:ext>
            </a:extLst>
          </p:cNvPr>
          <p:cNvSpPr txBox="1"/>
          <p:nvPr/>
        </p:nvSpPr>
        <p:spPr>
          <a:xfrm>
            <a:off x="6757655" y="2952692"/>
            <a:ext cx="342060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dirty="0"/>
              <a:t>**Original caption:</a:t>
            </a:r>
          </a:p>
          <a:p>
            <a:r>
              <a:rPr lang="en-US" sz="1550" dirty="0"/>
              <a:t>darling </a:t>
            </a:r>
            <a:r>
              <a:rPr lang="en-US" sz="1550" dirty="0" err="1"/>
              <a:t>trili</a:t>
            </a:r>
            <a:r>
              <a:rPr lang="en-US" sz="1550" dirty="0"/>
              <a:t> </a:t>
            </a:r>
            <a:r>
              <a:rPr lang="en-US" sz="1550" dirty="0" err="1"/>
              <a:t>frili</a:t>
            </a:r>
            <a:r>
              <a:rPr lang="en-US" sz="1550" dirty="0"/>
              <a:t> </a:t>
            </a:r>
            <a:r>
              <a:rPr lang="en-US" sz="1550" dirty="0" err="1"/>
              <a:t>longsong</a:t>
            </a:r>
            <a:r>
              <a:rPr lang="en-US" sz="1550" dirty="0"/>
              <a:t> </a:t>
            </a:r>
          </a:p>
          <a:p>
            <a:r>
              <a:rPr lang="en-US" sz="1550" dirty="0"/>
              <a:t>**Generated caption:</a:t>
            </a:r>
          </a:p>
          <a:p>
            <a:r>
              <a:rPr lang="en-US" sz="1550" dirty="0"/>
              <a:t>a porcupine playing an accordion</a:t>
            </a:r>
            <a:endParaRPr lang="ro-RO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A682-019C-AACE-F2C6-A4842A0C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FCB341-712B-4FC0-C367-2003982D915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6A8F8C62-7258-3281-D1DD-60FD4418C574}"/>
              </a:ext>
            </a:extLst>
          </p:cNvPr>
          <p:cNvSpPr/>
          <p:nvPr/>
        </p:nvSpPr>
        <p:spPr>
          <a:xfrm>
            <a:off x="514195" y="2331720"/>
            <a:ext cx="111636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focus on the big picture and not get lost in details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3140778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70688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999744"/>
            <a:ext cx="11216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999744"/>
            <a:ext cx="829056" cy="1706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999744"/>
            <a:ext cx="8290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121664"/>
            <a:ext cx="10094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the third caption for the second test image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1463040" y="1536192"/>
            <a:ext cx="100949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tokens in the third caption for the second image in the test set into integers. Name the result indices2 and print it.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1463040" y="2048256"/>
            <a:ext cx="10094976" cy="536448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2072640"/>
            <a:ext cx="982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7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 indices2 = [word2idx.get(token, 3) for token in test_image_captions[1][2]]  # [1]=2nd image, [2]=3rd caption</a:t>
            </a:r>
            <a:endParaRPr lang="en-US" sz="1173" dirty="0"/>
          </a:p>
          <a:p>
            <a:r>
              <a:rPr lang="en-US" sz="117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print(indices2)</a:t>
            </a:r>
            <a:endParaRPr lang="en-US" sz="1173" dirty="0"/>
          </a:p>
        </p:txBody>
      </p:sp>
      <p:sp>
        <p:nvSpPr>
          <p:cNvPr id="11" name="Shape 9"/>
          <p:cNvSpPr/>
          <p:nvPr/>
        </p:nvSpPr>
        <p:spPr>
          <a:xfrm>
            <a:off x="487680" y="2852928"/>
            <a:ext cx="11216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680" y="2852928"/>
            <a:ext cx="829056" cy="17068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" y="2852928"/>
            <a:ext cx="8290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2974848"/>
            <a:ext cx="10094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indices2 back to tokens using idx2word</a:t>
            </a:r>
            <a:endParaRPr lang="en-US" sz="1533" dirty="0"/>
          </a:p>
        </p:txBody>
      </p:sp>
      <p:sp>
        <p:nvSpPr>
          <p:cNvPr id="15" name="Text 13"/>
          <p:cNvSpPr/>
          <p:nvPr/>
        </p:nvSpPr>
        <p:spPr>
          <a:xfrm>
            <a:off x="1463040" y="3389376"/>
            <a:ext cx="100949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idx2word dictionary to translate the integer sequence from Exercise 1 back into English tokens.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1463040" y="3901440"/>
            <a:ext cx="10094976" cy="536448"/>
          </a:xfrm>
          <a:prstGeom prst="rect">
            <a:avLst/>
          </a:prstGeom>
          <a:solidFill>
            <a:srgbClr val="E3F2FD"/>
          </a:solidFill>
          <a:ln w="762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9344" y="3925824"/>
            <a:ext cx="982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7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 tokens2 = [idx2word.get(idx, '&lt;unk&gt;') for idx in indices2]</a:t>
            </a:r>
            <a:endParaRPr lang="en-US" sz="1173" dirty="0"/>
          </a:p>
          <a:p>
            <a:r>
              <a:rPr lang="en-US" sz="117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print(tokens2)    # should recover the original English words</a:t>
            </a:r>
            <a:endParaRPr lang="en-US" sz="1173" dirty="0"/>
          </a:p>
        </p:txBody>
      </p:sp>
      <p:sp>
        <p:nvSpPr>
          <p:cNvPr id="18" name="Shape 16"/>
          <p:cNvSpPr/>
          <p:nvPr/>
        </p:nvSpPr>
        <p:spPr>
          <a:xfrm>
            <a:off x="487680" y="4706112"/>
            <a:ext cx="11216640" cy="1706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7680" y="4706112"/>
            <a:ext cx="829056" cy="17068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80" y="4706112"/>
            <a:ext cx="829056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4828032"/>
            <a:ext cx="10094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caption for the 10th test image at temp = 0.95</a:t>
            </a:r>
            <a:endParaRPr lang="en-US" sz="1533" dirty="0"/>
          </a:p>
        </p:txBody>
      </p:sp>
      <p:sp>
        <p:nvSpPr>
          <p:cNvPr id="22" name="Text 20"/>
          <p:cNvSpPr/>
          <p:nvPr/>
        </p:nvSpPr>
        <p:spPr>
          <a:xfrm>
            <a:off x="1463040" y="5242560"/>
            <a:ext cx="100949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compare() on the 10th image in the test set with temp=0.95. Compare the result with the default temp=0.75 used in the notebook demo.</a:t>
            </a:r>
            <a:endParaRPr lang="en-US" sz="1267" dirty="0"/>
          </a:p>
        </p:txBody>
      </p:sp>
      <p:sp>
        <p:nvSpPr>
          <p:cNvPr id="23" name="Shape 21"/>
          <p:cNvSpPr/>
          <p:nvPr/>
        </p:nvSpPr>
        <p:spPr>
          <a:xfrm>
            <a:off x="1463040" y="5754624"/>
            <a:ext cx="10094976" cy="536448"/>
          </a:xfrm>
          <a:prstGeom prst="rect">
            <a:avLst/>
          </a:prstGeom>
          <a:solidFill>
            <a:srgbClr val="E3F2FD"/>
          </a:solidFill>
          <a:ln w="762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5779008"/>
            <a:ext cx="982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73" i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 compare(test_images, test_tokens, index=9, temp=0.95)   # index=9 → 10th image (0-indexed)</a:t>
            </a:r>
            <a:endParaRPr lang="en-US" sz="117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A9652-93F3-7080-446D-5FAA2200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9DFE17-8D6D-826D-B758-D295A8655F6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Picture 2" descr="What I cannot create, I do not understand&quot; - Richard Feynman At the end of  March, I stepped down from the position of PrecisionLoop's CEO. The last  4.5 years at AI startups">
            <a:extLst>
              <a:ext uri="{FF2B5EF4-FFF2-40B4-BE49-F238E27FC236}">
                <a16:creationId xmlns:a16="http://schemas.microsoft.com/office/drawing/2014/main" id="{9D02F9B2-1C03-5E0E-3150-DA618318D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234" y="918833"/>
            <a:ext cx="9003532" cy="502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651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the Third Caption for the Second Test Image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926592"/>
            <a:ext cx="11216640" cy="536448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Convert the tokens in the third caption for the second image in the test set into integers. Name the sequence indices2 and print it.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7"/>
            <a:ext cx="11216640" cy="2438400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82496"/>
            <a:ext cx="10875264" cy="2755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test_image_captions[image_index][caption_index]</a:t>
            </a:r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= second image  (0-indexed: 0 = 1st, 1 = 2nd, ...)</a:t>
            </a:r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[2] = third caption (0-indexed: 0 = 1st, 1 = 2nd, 2 = 3rd)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indices2 = [word2idx.get(token, 3)</a:t>
            </a:r>
            <a:r>
              <a:rPr lang="en-US" sz="1333" dirty="0"/>
              <a:t> </a:t>
            </a:r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token in test_image_captions[1][2]]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word2idx.get(token, 3):</a:t>
            </a:r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• returns word2idx[token] if the token is in the vocabulary</a:t>
            </a:r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• returns 3 (&lt;unk&gt;) if the token is NOT in the vocabulary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print(indices2)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487680" y="4120896"/>
            <a:ext cx="11216640" cy="731520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21843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4535424"/>
            <a:ext cx="1087526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indices2  →  [4, 6, 1761, 11, 4, 713, 75, 4, 94]   (one integer per token)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08948" y="4962144"/>
            <a:ext cx="353568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8948" y="4962144"/>
            <a:ext cx="73152" cy="1219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9636" y="5071872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test_image_captions[1][2]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2579636" y="5425440"/>
            <a:ext cx="32918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test_image_captions is structured as: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[img0_captions, img1_captions, ...]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list of up to 5 captions.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= 2nd image,  [2] = 3rd caption.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5316" y="4962144"/>
            <a:ext cx="353568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5316" y="4962144"/>
            <a:ext cx="73152" cy="1219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6004" y="5071872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word2idx.get(token, 3)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6286004" y="5425440"/>
            <a:ext cx="329184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dict.get(key, default) returns the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if key exists, else default.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3 maps unknown words to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&lt;unk&gt; instead of raising KeyError.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680" y="6291072"/>
            <a:ext cx="11216640" cy="463296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6400800"/>
            <a:ext cx="109484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test_image_captions[0][0] = first caption of the first image. Change the first index to select the image, and the second to select the caption (both 0-indexed).</a:t>
            </a:r>
            <a:endParaRPr lang="en-US" sz="1267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indices2 Back to Tokens Using idx2word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926592"/>
            <a:ext cx="11216640" cy="536448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Use the idx2word dictionary to convert the integer sequence from Exercise 1 back into English tokens.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6"/>
            <a:ext cx="11216640" cy="2121408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82496"/>
            <a:ext cx="646176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idx2word is the reverse of word2idx:</a:t>
            </a:r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idx2word = {v: k for k, v in word2idx.items()}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tokens2 = [idx2word.get(idx, "&lt;</a:t>
            </a:r>
            <a:r>
              <a:rPr lang="en-US" sz="1333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</a:t>
            </a:r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&gt;")</a:t>
            </a:r>
            <a:r>
              <a:rPr lang="en-US" sz="1333" dirty="0"/>
              <a:t> </a:t>
            </a:r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 in indices2]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print(tokens2)            # list of string tokens</a:t>
            </a:r>
            <a:endParaRPr lang="en-US" sz="1333" dirty="0"/>
          </a:p>
          <a:p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Bonus: join into a readable sentence</a:t>
            </a:r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 ".join(tokens2))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487680" y="3785616"/>
            <a:ext cx="11216640" cy="975360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8831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" y="4200144"/>
            <a:ext cx="1087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tokens2  →  ['a', 'dog', 'swims', 'in', 'a', 'pool', 'near', 'a', 'person']</a:t>
            </a:r>
            <a:endParaRPr lang="en-US" sz="1333" dirty="0"/>
          </a:p>
          <a:p>
            <a:r>
              <a:rPr lang="en-US" sz="1333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".join(tokens2)  →  "a dog swims in a pool near a person"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487680" y="4882896"/>
            <a:ext cx="5437632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7680" y="4882896"/>
            <a:ext cx="73152" cy="1219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992624"/>
            <a:ext cx="51937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word2idx  (str → int)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658368" y="5346192"/>
            <a:ext cx="519379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every English word to a unique integer.</a:t>
            </a:r>
            <a:endParaRPr lang="en-US" sz="1227" dirty="0"/>
          </a:p>
          <a:p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</a:t>
            </a:r>
            <a:r>
              <a:rPr lang="en-US" sz="1227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word_freq</a:t>
            </a:r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27" dirty="0"/>
          </a:p>
          <a:p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tokens hardcoded at indices 0–3.</a:t>
            </a:r>
            <a:endParaRPr lang="en-US" sz="1227" dirty="0"/>
          </a:p>
          <a:p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tokenise captions before training.</a:t>
            </a:r>
            <a:endParaRPr lang="en-US" sz="1227" dirty="0"/>
          </a:p>
        </p:txBody>
      </p:sp>
      <p:sp>
        <p:nvSpPr>
          <p:cNvPr id="34" name="Shape 32"/>
          <p:cNvSpPr/>
          <p:nvPr/>
        </p:nvSpPr>
        <p:spPr>
          <a:xfrm>
            <a:off x="6047232" y="4882896"/>
            <a:ext cx="541324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47232" y="4882896"/>
            <a:ext cx="73152" cy="1219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992624"/>
            <a:ext cx="516940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idx2word  (int → str)</a:t>
            </a:r>
            <a:endParaRPr lang="en-US" sz="1333" dirty="0"/>
          </a:p>
        </p:txBody>
      </p:sp>
      <p:sp>
        <p:nvSpPr>
          <p:cNvPr id="37" name="Text 35"/>
          <p:cNvSpPr/>
          <p:nvPr/>
        </p:nvSpPr>
        <p:spPr>
          <a:xfrm>
            <a:off x="6217920" y="5346192"/>
            <a:ext cx="5169408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reverse: {v: k for k, v in word2idx.items()}.</a:t>
            </a:r>
            <a:endParaRPr lang="en-US" sz="1227" dirty="0"/>
          </a:p>
          <a:p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inference time to convert predicted</a:t>
            </a:r>
            <a:r>
              <a:rPr lang="en-US" sz="1227" dirty="0"/>
              <a:t> </a:t>
            </a:r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indices back to readable English words.</a:t>
            </a:r>
            <a:endParaRPr lang="en-US" sz="1227" dirty="0"/>
          </a:p>
          <a:p>
            <a:r>
              <a:rPr lang="en-US" sz="122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in compare() to show the original caption.</a:t>
            </a:r>
            <a:endParaRPr lang="en-US" sz="1227" dirty="0"/>
          </a:p>
        </p:txBody>
      </p:sp>
      <p:sp>
        <p:nvSpPr>
          <p:cNvPr id="38" name="Shape 36"/>
          <p:cNvSpPr/>
          <p:nvPr/>
        </p:nvSpPr>
        <p:spPr>
          <a:xfrm>
            <a:off x="487680" y="6224016"/>
            <a:ext cx="11216640" cy="463296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6333744"/>
            <a:ext cx="109484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reverse comprehension works because word2idx values are unique integers — every index maps to exactly one word, so swapping keys and values is always safe.</a:t>
            </a:r>
            <a:endParaRPr lang="en-US" sz="1267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Caption for the 10th Test Image at temp = 0.95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926592"/>
            <a:ext cx="11216640" cy="536448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50976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Apply the compare() function on the 10th image in the test set, and set the temp argument to 0.95.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6"/>
            <a:ext cx="11216640" cy="975360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82496"/>
            <a:ext cx="1087526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compare(test_images, test_tokens, index=9, temp=0.95)</a:t>
            </a:r>
          </a:p>
          <a:p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index=9 → 10th image  (0-indexed: 0,1,2,...,9)</a:t>
            </a:r>
            <a:endParaRPr lang="en-US" sz="1333" dirty="0"/>
          </a:p>
          <a:p>
            <a:r>
              <a:rPr lang="en-US" sz="1333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temp=0.95 → slightly more creative than demo's 0.75</a:t>
            </a:r>
            <a:endParaRPr lang="en-US" sz="1333" dirty="0"/>
          </a:p>
        </p:txBody>
      </p:sp>
      <p:sp>
        <p:nvSpPr>
          <p:cNvPr id="52" name="Shape 50"/>
          <p:cNvSpPr/>
          <p:nvPr/>
        </p:nvSpPr>
        <p:spPr>
          <a:xfrm>
            <a:off x="512064" y="6224016"/>
            <a:ext cx="11216640" cy="463296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752" y="6333744"/>
            <a:ext cx="109484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index=9 is the 10th image because Python is 0-indexed. temp=0.95 is close to 1.0, so captions will be similar to default but with slightly more word variety than temp=0.75.</a:t>
            </a:r>
            <a:endParaRPr lang="en-US" sz="1267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1C4B015-672C-7F58-82BD-1681B0B03D49}"/>
              </a:ext>
            </a:extLst>
          </p:cNvPr>
          <p:cNvGrpSpPr/>
          <p:nvPr/>
        </p:nvGrpSpPr>
        <p:grpSpPr>
          <a:xfrm>
            <a:off x="7148210" y="5632467"/>
            <a:ext cx="4373280" cy="213120"/>
            <a:chOff x="6415320" y="5646747"/>
            <a:chExt cx="437328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E1738C0-F654-B7F9-8DA9-E6DEC1B7A898}"/>
                    </a:ext>
                  </a:extLst>
                </p14:cNvPr>
                <p14:cNvContentPartPr/>
                <p14:nvPr/>
              </p14:nvContentPartPr>
              <p14:xfrm>
                <a:off x="6415320" y="5646747"/>
                <a:ext cx="1221480" cy="205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E1738C0-F654-B7F9-8DA9-E6DEC1B7A89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52320" y="5584107"/>
                  <a:ext cx="13471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69E332A-159A-F6A1-B4BA-986EFE0363DA}"/>
                    </a:ext>
                  </a:extLst>
                </p14:cNvPr>
                <p14:cNvContentPartPr/>
                <p14:nvPr/>
              </p14:nvContentPartPr>
              <p14:xfrm>
                <a:off x="9406200" y="5747907"/>
                <a:ext cx="1382400" cy="11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69E332A-159A-F6A1-B4BA-986EFE0363D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43560" y="5685267"/>
                  <a:ext cx="1508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D4ACC2-E118-DE15-C554-332D06A80C01}"/>
                    </a:ext>
                  </a:extLst>
                </p14:cNvPr>
                <p14:cNvContentPartPr/>
                <p14:nvPr/>
              </p14:nvContentPartPr>
              <p14:xfrm>
                <a:off x="7552200" y="5696787"/>
                <a:ext cx="1879920" cy="137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D4ACC2-E118-DE15-C554-332D06A80C0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89200" y="5633787"/>
                  <a:ext cx="2005560" cy="263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5FCB023-AD5E-A9EE-5C34-3EC70F43756D}"/>
              </a:ext>
            </a:extLst>
          </p:cNvPr>
          <p:cNvSpPr txBox="1"/>
          <p:nvPr/>
        </p:nvSpPr>
        <p:spPr>
          <a:xfrm>
            <a:off x="161094" y="2982194"/>
            <a:ext cx="631817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dirty="0"/>
              <a:t>Temperature adjusts the distribution of probabilities assigned to each potential token before selecting the next one. 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dirty="0"/>
              <a:t>It effectively scales the logits, which are the inputs to the softmax function calculating these probabilities, by the value of the temperature. 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dirty="0"/>
              <a:t>When the temperature is greater than  1, </a:t>
            </a:r>
            <a:r>
              <a:rPr lang="en-US" sz="1400" dirty="0"/>
              <a:t>t</a:t>
            </a:r>
            <a:r>
              <a:rPr lang="ro-RO" sz="1400" dirty="0"/>
              <a:t>his makes the softmax probabilities more uniform, meaning the model is more likely to sample less likely tokens. 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400" dirty="0"/>
              <a:t>When the temperature is less than  1, </a:t>
            </a:r>
            <a:r>
              <a:rPr lang="en-US" sz="1400" dirty="0"/>
              <a:t>t</a:t>
            </a:r>
            <a:r>
              <a:rPr lang="ro-RO" sz="1400" dirty="0"/>
              <a:t>his sharpens the softmax probabilities, making the model more confident in its predictions and more likely to choose the most likely tokens</a:t>
            </a:r>
          </a:p>
        </p:txBody>
      </p:sp>
      <p:pic>
        <p:nvPicPr>
          <p:cNvPr id="11269" name="Picture 5" descr="DINO - A Foundation Model for Computer Vision | Towards Data Science">
            <a:extLst>
              <a:ext uri="{FF2B5EF4-FFF2-40B4-BE49-F238E27FC236}">
                <a16:creationId xmlns:a16="http://schemas.microsoft.com/office/drawing/2014/main" id="{B5155B2D-4C97-7091-9F8D-4E3997240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344" y="2582299"/>
            <a:ext cx="5266819" cy="353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D8AE0E49-E8B3-08E7-1AA5-BE39FA4C112B}"/>
              </a:ext>
            </a:extLst>
          </p:cNvPr>
          <p:cNvGrpSpPr/>
          <p:nvPr/>
        </p:nvGrpSpPr>
        <p:grpSpPr>
          <a:xfrm>
            <a:off x="7232390" y="3587120"/>
            <a:ext cx="360720" cy="83520"/>
            <a:chOff x="7232390" y="3587120"/>
            <a:chExt cx="360720" cy="8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F04A8B1-E82F-643F-E14E-223ED4DD52A4}"/>
                    </a:ext>
                  </a:extLst>
                </p14:cNvPr>
                <p14:cNvContentPartPr/>
                <p14:nvPr/>
              </p14:nvContentPartPr>
              <p14:xfrm>
                <a:off x="7232390" y="3587120"/>
                <a:ext cx="360720" cy="32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F04A8B1-E82F-643F-E14E-223ED4DD52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69390" y="3524120"/>
                  <a:ext cx="486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91957D0-1012-C3DE-FF86-1E25FB55C290}"/>
                    </a:ext>
                  </a:extLst>
                </p14:cNvPr>
                <p14:cNvContentPartPr/>
                <p14:nvPr/>
              </p14:nvContentPartPr>
              <p14:xfrm>
                <a:off x="7359470" y="3670280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91957D0-1012-C3DE-FF86-1E25FB55C2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96470" y="36076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268" name="Ink 11267">
                <a:extLst>
                  <a:ext uri="{FF2B5EF4-FFF2-40B4-BE49-F238E27FC236}">
                    <a16:creationId xmlns:a16="http://schemas.microsoft.com/office/drawing/2014/main" id="{0F71C307-1B31-C9DF-2050-FB3F09DDB515}"/>
                  </a:ext>
                </a:extLst>
              </p14:cNvPr>
              <p14:cNvContentPartPr/>
              <p14:nvPr/>
            </p14:nvContentPartPr>
            <p14:xfrm>
              <a:off x="9842390" y="2628800"/>
              <a:ext cx="273960" cy="45000"/>
            </p14:xfrm>
          </p:contentPart>
        </mc:Choice>
        <mc:Fallback>
          <p:pic>
            <p:nvPicPr>
              <p:cNvPr id="11268" name="Ink 11267">
                <a:extLst>
                  <a:ext uri="{FF2B5EF4-FFF2-40B4-BE49-F238E27FC236}">
                    <a16:creationId xmlns:a16="http://schemas.microsoft.com/office/drawing/2014/main" id="{0F71C307-1B31-C9DF-2050-FB3F09DDB51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79390" y="2566160"/>
                <a:ext cx="39960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81" name="Group 11280">
            <a:extLst>
              <a:ext uri="{FF2B5EF4-FFF2-40B4-BE49-F238E27FC236}">
                <a16:creationId xmlns:a16="http://schemas.microsoft.com/office/drawing/2014/main" id="{0FB0DAB2-1D01-17EB-C84C-22DEF4E59E97}"/>
              </a:ext>
            </a:extLst>
          </p:cNvPr>
          <p:cNvGrpSpPr/>
          <p:nvPr/>
        </p:nvGrpSpPr>
        <p:grpSpPr>
          <a:xfrm>
            <a:off x="6612240" y="4868227"/>
            <a:ext cx="1709280" cy="348840"/>
            <a:chOff x="6612240" y="4868227"/>
            <a:chExt cx="170928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272" name="Ink 11271">
                  <a:extLst>
                    <a:ext uri="{FF2B5EF4-FFF2-40B4-BE49-F238E27FC236}">
                      <a16:creationId xmlns:a16="http://schemas.microsoft.com/office/drawing/2014/main" id="{E0E7702B-87FD-ADA5-EE12-6B6377C33988}"/>
                    </a:ext>
                  </a:extLst>
                </p14:cNvPr>
                <p14:cNvContentPartPr/>
                <p14:nvPr/>
              </p14:nvContentPartPr>
              <p14:xfrm>
                <a:off x="7975560" y="4868227"/>
                <a:ext cx="360" cy="360"/>
              </p14:xfrm>
            </p:contentPart>
          </mc:Choice>
          <mc:Fallback>
            <p:pic>
              <p:nvPicPr>
                <p:cNvPr id="11272" name="Ink 11271">
                  <a:extLst>
                    <a:ext uri="{FF2B5EF4-FFF2-40B4-BE49-F238E27FC236}">
                      <a16:creationId xmlns:a16="http://schemas.microsoft.com/office/drawing/2014/main" id="{E0E7702B-87FD-ADA5-EE12-6B6377C339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12560" y="480522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273" name="Ink 11272">
                  <a:extLst>
                    <a:ext uri="{FF2B5EF4-FFF2-40B4-BE49-F238E27FC236}">
                      <a16:creationId xmlns:a16="http://schemas.microsoft.com/office/drawing/2014/main" id="{CE960E36-4AC5-328D-3330-7E7DC33A6EFC}"/>
                    </a:ext>
                  </a:extLst>
                </p14:cNvPr>
                <p14:cNvContentPartPr/>
                <p14:nvPr/>
              </p14:nvContentPartPr>
              <p14:xfrm>
                <a:off x="7650480" y="4986667"/>
                <a:ext cx="671040" cy="230400"/>
              </p14:xfrm>
            </p:contentPart>
          </mc:Choice>
          <mc:Fallback>
            <p:pic>
              <p:nvPicPr>
                <p:cNvPr id="11273" name="Ink 11272">
                  <a:extLst>
                    <a:ext uri="{FF2B5EF4-FFF2-40B4-BE49-F238E27FC236}">
                      <a16:creationId xmlns:a16="http://schemas.microsoft.com/office/drawing/2014/main" id="{CE960E36-4AC5-328D-3330-7E7DC33A6E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87480" y="4923667"/>
                  <a:ext cx="796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274" name="Ink 11273">
                  <a:extLst>
                    <a:ext uri="{FF2B5EF4-FFF2-40B4-BE49-F238E27FC236}">
                      <a16:creationId xmlns:a16="http://schemas.microsoft.com/office/drawing/2014/main" id="{F64D4A74-019F-192D-E3D0-E1C225B24517}"/>
                    </a:ext>
                  </a:extLst>
                </p14:cNvPr>
                <p14:cNvContentPartPr/>
                <p14:nvPr/>
              </p14:nvContentPartPr>
              <p14:xfrm>
                <a:off x="8064120" y="5054347"/>
                <a:ext cx="55440" cy="44280"/>
              </p14:xfrm>
            </p:contentPart>
          </mc:Choice>
          <mc:Fallback>
            <p:pic>
              <p:nvPicPr>
                <p:cNvPr id="11274" name="Ink 11273">
                  <a:extLst>
                    <a:ext uri="{FF2B5EF4-FFF2-40B4-BE49-F238E27FC236}">
                      <a16:creationId xmlns:a16="http://schemas.microsoft.com/office/drawing/2014/main" id="{F64D4A74-019F-192D-E3D0-E1C225B2451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01480" y="4991347"/>
                  <a:ext cx="181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275" name="Ink 11274">
                  <a:extLst>
                    <a:ext uri="{FF2B5EF4-FFF2-40B4-BE49-F238E27FC236}">
                      <a16:creationId xmlns:a16="http://schemas.microsoft.com/office/drawing/2014/main" id="{2B0C8B43-97E0-3F1E-439C-226183787EDE}"/>
                    </a:ext>
                  </a:extLst>
                </p14:cNvPr>
                <p14:cNvContentPartPr/>
                <p14:nvPr/>
              </p14:nvContentPartPr>
              <p14:xfrm>
                <a:off x="8024880" y="5113747"/>
                <a:ext cx="1800" cy="8640"/>
              </p14:xfrm>
            </p:contentPart>
          </mc:Choice>
          <mc:Fallback>
            <p:pic>
              <p:nvPicPr>
                <p:cNvPr id="11275" name="Ink 11274">
                  <a:extLst>
                    <a:ext uri="{FF2B5EF4-FFF2-40B4-BE49-F238E27FC236}">
                      <a16:creationId xmlns:a16="http://schemas.microsoft.com/office/drawing/2014/main" id="{2B0C8B43-97E0-3F1E-439C-226183787E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61880" y="5051107"/>
                  <a:ext cx="127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276" name="Ink 11275">
                  <a:extLst>
                    <a:ext uri="{FF2B5EF4-FFF2-40B4-BE49-F238E27FC236}">
                      <a16:creationId xmlns:a16="http://schemas.microsoft.com/office/drawing/2014/main" id="{014B2CC5-C1B4-CE14-99A6-40911B9B48E8}"/>
                    </a:ext>
                  </a:extLst>
                </p14:cNvPr>
                <p14:cNvContentPartPr/>
                <p14:nvPr/>
              </p14:nvContentPartPr>
              <p14:xfrm>
                <a:off x="8017680" y="5139307"/>
                <a:ext cx="360" cy="360"/>
              </p14:xfrm>
            </p:contentPart>
          </mc:Choice>
          <mc:Fallback>
            <p:pic>
              <p:nvPicPr>
                <p:cNvPr id="11276" name="Ink 11275">
                  <a:extLst>
                    <a:ext uri="{FF2B5EF4-FFF2-40B4-BE49-F238E27FC236}">
                      <a16:creationId xmlns:a16="http://schemas.microsoft.com/office/drawing/2014/main" id="{014B2CC5-C1B4-CE14-99A6-40911B9B48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55040" y="507630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278" name="Ink 11277">
                  <a:extLst>
                    <a:ext uri="{FF2B5EF4-FFF2-40B4-BE49-F238E27FC236}">
                      <a16:creationId xmlns:a16="http://schemas.microsoft.com/office/drawing/2014/main" id="{3C4E8DB8-3432-BF57-DCAA-093F0B9438E1}"/>
                    </a:ext>
                  </a:extLst>
                </p14:cNvPr>
                <p14:cNvContentPartPr/>
                <p14:nvPr/>
              </p14:nvContentPartPr>
              <p14:xfrm>
                <a:off x="6823920" y="4927627"/>
                <a:ext cx="1800" cy="360"/>
              </p14:xfrm>
            </p:contentPart>
          </mc:Choice>
          <mc:Fallback>
            <p:pic>
              <p:nvPicPr>
                <p:cNvPr id="11278" name="Ink 11277">
                  <a:extLst>
                    <a:ext uri="{FF2B5EF4-FFF2-40B4-BE49-F238E27FC236}">
                      <a16:creationId xmlns:a16="http://schemas.microsoft.com/office/drawing/2014/main" id="{3C4E8DB8-3432-BF57-DCAA-093F0B9438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60920" y="4864627"/>
                  <a:ext cx="12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279" name="Ink 11278">
                  <a:extLst>
                    <a:ext uri="{FF2B5EF4-FFF2-40B4-BE49-F238E27FC236}">
                      <a16:creationId xmlns:a16="http://schemas.microsoft.com/office/drawing/2014/main" id="{2258A34D-5C49-FD7C-AF3B-85FE450CF636}"/>
                    </a:ext>
                  </a:extLst>
                </p14:cNvPr>
                <p14:cNvContentPartPr/>
                <p14:nvPr/>
              </p14:nvContentPartPr>
              <p14:xfrm>
                <a:off x="6866040" y="4893427"/>
                <a:ext cx="360" cy="360"/>
              </p14:xfrm>
            </p:contentPart>
          </mc:Choice>
          <mc:Fallback>
            <p:pic>
              <p:nvPicPr>
                <p:cNvPr id="11279" name="Ink 11278">
                  <a:extLst>
                    <a:ext uri="{FF2B5EF4-FFF2-40B4-BE49-F238E27FC236}">
                      <a16:creationId xmlns:a16="http://schemas.microsoft.com/office/drawing/2014/main" id="{2258A34D-5C49-FD7C-AF3B-85FE450CF6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03400" y="483078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1280" name="Ink 11279">
                  <a:extLst>
                    <a:ext uri="{FF2B5EF4-FFF2-40B4-BE49-F238E27FC236}">
                      <a16:creationId xmlns:a16="http://schemas.microsoft.com/office/drawing/2014/main" id="{F8AED0D3-4033-7044-A9EF-3093988EABEF}"/>
                    </a:ext>
                  </a:extLst>
                </p14:cNvPr>
                <p14:cNvContentPartPr/>
                <p14:nvPr/>
              </p14:nvContentPartPr>
              <p14:xfrm>
                <a:off x="6612240" y="5061547"/>
                <a:ext cx="658080" cy="69840"/>
              </p14:xfrm>
            </p:contentPart>
          </mc:Choice>
          <mc:Fallback>
            <p:pic>
              <p:nvPicPr>
                <p:cNvPr id="11280" name="Ink 11279">
                  <a:extLst>
                    <a:ext uri="{FF2B5EF4-FFF2-40B4-BE49-F238E27FC236}">
                      <a16:creationId xmlns:a16="http://schemas.microsoft.com/office/drawing/2014/main" id="{F8AED0D3-4033-7044-A9EF-3093988EABE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49240" y="4998547"/>
                  <a:ext cx="78372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6" name="Group 11285">
            <a:extLst>
              <a:ext uri="{FF2B5EF4-FFF2-40B4-BE49-F238E27FC236}">
                <a16:creationId xmlns:a16="http://schemas.microsoft.com/office/drawing/2014/main" id="{284F3953-0DB5-9A5C-0528-AC939B5915DB}"/>
              </a:ext>
            </a:extLst>
          </p:cNvPr>
          <p:cNvGrpSpPr/>
          <p:nvPr/>
        </p:nvGrpSpPr>
        <p:grpSpPr>
          <a:xfrm>
            <a:off x="9372360" y="5833387"/>
            <a:ext cx="1613880" cy="227520"/>
            <a:chOff x="9372360" y="5833387"/>
            <a:chExt cx="161388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1282" name="Ink 11281">
                  <a:extLst>
                    <a:ext uri="{FF2B5EF4-FFF2-40B4-BE49-F238E27FC236}">
                      <a16:creationId xmlns:a16="http://schemas.microsoft.com/office/drawing/2014/main" id="{8B9ECC13-00B4-2737-7E5A-1E48D77E96B7}"/>
                    </a:ext>
                  </a:extLst>
                </p14:cNvPr>
                <p14:cNvContentPartPr/>
                <p14:nvPr/>
              </p14:nvContentPartPr>
              <p14:xfrm>
                <a:off x="9592680" y="5833387"/>
                <a:ext cx="360" cy="360"/>
              </p14:xfrm>
            </p:contentPart>
          </mc:Choice>
          <mc:Fallback>
            <p:pic>
              <p:nvPicPr>
                <p:cNvPr id="11282" name="Ink 11281">
                  <a:extLst>
                    <a:ext uri="{FF2B5EF4-FFF2-40B4-BE49-F238E27FC236}">
                      <a16:creationId xmlns:a16="http://schemas.microsoft.com/office/drawing/2014/main" id="{8B9ECC13-00B4-2737-7E5A-1E48D77E96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29680" y="577038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283" name="Ink 11282">
                  <a:extLst>
                    <a:ext uri="{FF2B5EF4-FFF2-40B4-BE49-F238E27FC236}">
                      <a16:creationId xmlns:a16="http://schemas.microsoft.com/office/drawing/2014/main" id="{6DFBFCB5-72D1-FC09-E6FD-E4AE37B23F65}"/>
                    </a:ext>
                  </a:extLst>
                </p14:cNvPr>
                <p14:cNvContentPartPr/>
                <p14:nvPr/>
              </p14:nvContentPartPr>
              <p14:xfrm>
                <a:off x="9372360" y="5916187"/>
                <a:ext cx="1613880" cy="144720"/>
              </p14:xfrm>
            </p:contentPart>
          </mc:Choice>
          <mc:Fallback>
            <p:pic>
              <p:nvPicPr>
                <p:cNvPr id="11283" name="Ink 11282">
                  <a:extLst>
                    <a:ext uri="{FF2B5EF4-FFF2-40B4-BE49-F238E27FC236}">
                      <a16:creationId xmlns:a16="http://schemas.microsoft.com/office/drawing/2014/main" id="{6DFBFCB5-72D1-FC09-E6FD-E4AE37B23F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09360" y="5853547"/>
                  <a:ext cx="1739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285" name="Ink 11284">
                  <a:extLst>
                    <a:ext uri="{FF2B5EF4-FFF2-40B4-BE49-F238E27FC236}">
                      <a16:creationId xmlns:a16="http://schemas.microsoft.com/office/drawing/2014/main" id="{0176AEDE-30BA-6B58-FC53-FFD3A7D99608}"/>
                    </a:ext>
                  </a:extLst>
                </p14:cNvPr>
                <p14:cNvContentPartPr/>
                <p14:nvPr/>
              </p14:nvContentPartPr>
              <p14:xfrm>
                <a:off x="10472880" y="5833387"/>
                <a:ext cx="360" cy="360"/>
              </p14:xfrm>
            </p:contentPart>
          </mc:Choice>
          <mc:Fallback>
            <p:pic>
              <p:nvPicPr>
                <p:cNvPr id="11285" name="Ink 11284">
                  <a:extLst>
                    <a:ext uri="{FF2B5EF4-FFF2-40B4-BE49-F238E27FC236}">
                      <a16:creationId xmlns:a16="http://schemas.microsoft.com/office/drawing/2014/main" id="{0176AEDE-30BA-6B58-FC53-FFD3A7D996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10240" y="577038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1287" name="Ink 11286">
                <a:extLst>
                  <a:ext uri="{FF2B5EF4-FFF2-40B4-BE49-F238E27FC236}">
                    <a16:creationId xmlns:a16="http://schemas.microsoft.com/office/drawing/2014/main" id="{E5C2344E-7BCB-D08B-2E49-4A355B8626F3}"/>
                  </a:ext>
                </a:extLst>
              </p14:cNvPr>
              <p14:cNvContentPartPr/>
              <p14:nvPr/>
            </p14:nvContentPartPr>
            <p14:xfrm>
              <a:off x="6803760" y="3013867"/>
              <a:ext cx="807480" cy="162360"/>
            </p14:xfrm>
          </p:contentPart>
        </mc:Choice>
        <mc:Fallback>
          <p:pic>
            <p:nvPicPr>
              <p:cNvPr id="11287" name="Ink 11286">
                <a:extLst>
                  <a:ext uri="{FF2B5EF4-FFF2-40B4-BE49-F238E27FC236}">
                    <a16:creationId xmlns:a16="http://schemas.microsoft.com/office/drawing/2014/main" id="{E5C2344E-7BCB-D08B-2E49-4A355B8626F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741120" y="2951227"/>
                <a:ext cx="93312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90" name="Group 11289">
            <a:extLst>
              <a:ext uri="{FF2B5EF4-FFF2-40B4-BE49-F238E27FC236}">
                <a16:creationId xmlns:a16="http://schemas.microsoft.com/office/drawing/2014/main" id="{BBD90AEC-FE8D-67AE-1CEB-79D225E1E83B}"/>
              </a:ext>
            </a:extLst>
          </p:cNvPr>
          <p:cNvGrpSpPr/>
          <p:nvPr/>
        </p:nvGrpSpPr>
        <p:grpSpPr>
          <a:xfrm>
            <a:off x="6370910" y="2710520"/>
            <a:ext cx="2452810" cy="531360"/>
            <a:chOff x="6370910" y="2710520"/>
            <a:chExt cx="245281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264" name="Ink 11263">
                  <a:extLst>
                    <a:ext uri="{FF2B5EF4-FFF2-40B4-BE49-F238E27FC236}">
                      <a16:creationId xmlns:a16="http://schemas.microsoft.com/office/drawing/2014/main" id="{BB0C8DDE-8D52-D317-7C2F-3FD7A01E7D81}"/>
                    </a:ext>
                  </a:extLst>
                </p14:cNvPr>
                <p14:cNvContentPartPr/>
                <p14:nvPr/>
              </p14:nvContentPartPr>
              <p14:xfrm>
                <a:off x="6370910" y="2710520"/>
                <a:ext cx="1707120" cy="373320"/>
              </p14:xfrm>
            </p:contentPart>
          </mc:Choice>
          <mc:Fallback>
            <p:pic>
              <p:nvPicPr>
                <p:cNvPr id="11264" name="Ink 11263">
                  <a:extLst>
                    <a:ext uri="{FF2B5EF4-FFF2-40B4-BE49-F238E27FC236}">
                      <a16:creationId xmlns:a16="http://schemas.microsoft.com/office/drawing/2014/main" id="{BB0C8DDE-8D52-D317-7C2F-3FD7A01E7D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07910" y="2647880"/>
                  <a:ext cx="18327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1265" name="Ink 11264">
                  <a:extLst>
                    <a:ext uri="{FF2B5EF4-FFF2-40B4-BE49-F238E27FC236}">
                      <a16:creationId xmlns:a16="http://schemas.microsoft.com/office/drawing/2014/main" id="{6AB5E048-DA34-2A05-A9E6-7496CC2B08A8}"/>
                    </a:ext>
                  </a:extLst>
                </p14:cNvPr>
                <p14:cNvContentPartPr/>
                <p14:nvPr/>
              </p14:nvContentPartPr>
              <p14:xfrm>
                <a:off x="6578990" y="2810240"/>
                <a:ext cx="780840" cy="431640"/>
              </p14:xfrm>
            </p:contentPart>
          </mc:Choice>
          <mc:Fallback>
            <p:pic>
              <p:nvPicPr>
                <p:cNvPr id="11265" name="Ink 11264">
                  <a:extLst>
                    <a:ext uri="{FF2B5EF4-FFF2-40B4-BE49-F238E27FC236}">
                      <a16:creationId xmlns:a16="http://schemas.microsoft.com/office/drawing/2014/main" id="{6AB5E048-DA34-2A05-A9E6-7496CC2B08A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16350" y="2747600"/>
                  <a:ext cx="906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1289" name="Ink 11288">
                  <a:extLst>
                    <a:ext uri="{FF2B5EF4-FFF2-40B4-BE49-F238E27FC236}">
                      <a16:creationId xmlns:a16="http://schemas.microsoft.com/office/drawing/2014/main" id="{B94C9889-C33B-FBC7-0BFA-AF993EEBD249}"/>
                    </a:ext>
                  </a:extLst>
                </p14:cNvPr>
                <p14:cNvContentPartPr/>
                <p14:nvPr/>
              </p14:nvContentPartPr>
              <p14:xfrm>
                <a:off x="7121640" y="2937907"/>
                <a:ext cx="1702080" cy="297000"/>
              </p14:xfrm>
            </p:contentPart>
          </mc:Choice>
          <mc:Fallback>
            <p:pic>
              <p:nvPicPr>
                <p:cNvPr id="11289" name="Ink 11288">
                  <a:extLst>
                    <a:ext uri="{FF2B5EF4-FFF2-40B4-BE49-F238E27FC236}">
                      <a16:creationId xmlns:a16="http://schemas.microsoft.com/office/drawing/2014/main" id="{B94C9889-C33B-FBC7-0BFA-AF993EEBD24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59000" y="2875267"/>
                  <a:ext cx="182772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94" name="Group 11293">
            <a:extLst>
              <a:ext uri="{FF2B5EF4-FFF2-40B4-BE49-F238E27FC236}">
                <a16:creationId xmlns:a16="http://schemas.microsoft.com/office/drawing/2014/main" id="{B31C6EFB-73FA-6F04-28DB-D4282EE5E869}"/>
              </a:ext>
            </a:extLst>
          </p:cNvPr>
          <p:cNvGrpSpPr/>
          <p:nvPr/>
        </p:nvGrpSpPr>
        <p:grpSpPr>
          <a:xfrm>
            <a:off x="8508720" y="3545440"/>
            <a:ext cx="183240" cy="26280"/>
            <a:chOff x="8508720" y="3545440"/>
            <a:chExt cx="183240" cy="2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1291" name="Ink 11290">
                  <a:extLst>
                    <a:ext uri="{FF2B5EF4-FFF2-40B4-BE49-F238E27FC236}">
                      <a16:creationId xmlns:a16="http://schemas.microsoft.com/office/drawing/2014/main" id="{42A13655-2066-8240-893F-3B7F5D4B49E9}"/>
                    </a:ext>
                  </a:extLst>
                </p14:cNvPr>
                <p14:cNvContentPartPr/>
                <p14:nvPr/>
              </p14:nvContentPartPr>
              <p14:xfrm>
                <a:off x="8691600" y="3545440"/>
                <a:ext cx="360" cy="360"/>
              </p14:xfrm>
            </p:contentPart>
          </mc:Choice>
          <mc:Fallback>
            <p:pic>
              <p:nvPicPr>
                <p:cNvPr id="11291" name="Ink 11290">
                  <a:extLst>
                    <a:ext uri="{FF2B5EF4-FFF2-40B4-BE49-F238E27FC236}">
                      <a16:creationId xmlns:a16="http://schemas.microsoft.com/office/drawing/2014/main" id="{42A13655-2066-8240-893F-3B7F5D4B49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28600" y="3482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292" name="Ink 11291">
                  <a:extLst>
                    <a:ext uri="{FF2B5EF4-FFF2-40B4-BE49-F238E27FC236}">
                      <a16:creationId xmlns:a16="http://schemas.microsoft.com/office/drawing/2014/main" id="{AB968C06-2075-EE21-E0CF-F014A5D0014E}"/>
                    </a:ext>
                  </a:extLst>
                </p14:cNvPr>
                <p14:cNvContentPartPr/>
                <p14:nvPr/>
              </p14:nvContentPartPr>
              <p14:xfrm>
                <a:off x="8508720" y="3565960"/>
                <a:ext cx="360" cy="360"/>
              </p14:xfrm>
            </p:contentPart>
          </mc:Choice>
          <mc:Fallback>
            <p:pic>
              <p:nvPicPr>
                <p:cNvPr id="11292" name="Ink 11291">
                  <a:extLst>
                    <a:ext uri="{FF2B5EF4-FFF2-40B4-BE49-F238E27FC236}">
                      <a16:creationId xmlns:a16="http://schemas.microsoft.com/office/drawing/2014/main" id="{AB968C06-2075-EE21-E0CF-F014A5D001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45720" y="35033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1293" name="Ink 11292">
                  <a:extLst>
                    <a:ext uri="{FF2B5EF4-FFF2-40B4-BE49-F238E27FC236}">
                      <a16:creationId xmlns:a16="http://schemas.microsoft.com/office/drawing/2014/main" id="{9F1A52D6-F284-D977-A862-F8EB4F0AACE3}"/>
                    </a:ext>
                  </a:extLst>
                </p14:cNvPr>
                <p14:cNvContentPartPr/>
                <p14:nvPr/>
              </p14:nvContentPartPr>
              <p14:xfrm>
                <a:off x="8600160" y="3571360"/>
                <a:ext cx="360" cy="360"/>
              </p14:xfrm>
            </p:contentPart>
          </mc:Choice>
          <mc:Fallback>
            <p:pic>
              <p:nvPicPr>
                <p:cNvPr id="11293" name="Ink 11292">
                  <a:extLst>
                    <a:ext uri="{FF2B5EF4-FFF2-40B4-BE49-F238E27FC236}">
                      <a16:creationId xmlns:a16="http://schemas.microsoft.com/office/drawing/2014/main" id="{9F1A52D6-F284-D977-A862-F8EB4F0AAC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37520" y="35083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98" name="Group 11297">
            <a:extLst>
              <a:ext uri="{FF2B5EF4-FFF2-40B4-BE49-F238E27FC236}">
                <a16:creationId xmlns:a16="http://schemas.microsoft.com/office/drawing/2014/main" id="{194A3AA2-1735-0654-31D3-B059255E2E05}"/>
              </a:ext>
            </a:extLst>
          </p:cNvPr>
          <p:cNvGrpSpPr/>
          <p:nvPr/>
        </p:nvGrpSpPr>
        <p:grpSpPr>
          <a:xfrm>
            <a:off x="8630760" y="4145200"/>
            <a:ext cx="122400" cy="20520"/>
            <a:chOff x="8630760" y="4145200"/>
            <a:chExt cx="122400" cy="2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295" name="Ink 11294">
                  <a:extLst>
                    <a:ext uri="{FF2B5EF4-FFF2-40B4-BE49-F238E27FC236}">
                      <a16:creationId xmlns:a16="http://schemas.microsoft.com/office/drawing/2014/main" id="{464EAC3E-FF50-1FA9-2931-2BF15FC2161D}"/>
                    </a:ext>
                  </a:extLst>
                </p14:cNvPr>
                <p14:cNvContentPartPr/>
                <p14:nvPr/>
              </p14:nvContentPartPr>
              <p14:xfrm>
                <a:off x="8630760" y="4145200"/>
                <a:ext cx="360" cy="360"/>
              </p14:xfrm>
            </p:contentPart>
          </mc:Choice>
          <mc:Fallback>
            <p:pic>
              <p:nvPicPr>
                <p:cNvPr id="11295" name="Ink 11294">
                  <a:extLst>
                    <a:ext uri="{FF2B5EF4-FFF2-40B4-BE49-F238E27FC236}">
                      <a16:creationId xmlns:a16="http://schemas.microsoft.com/office/drawing/2014/main" id="{464EAC3E-FF50-1FA9-2931-2BF15FC2161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68120" y="4082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1296" name="Ink 11295">
                  <a:extLst>
                    <a:ext uri="{FF2B5EF4-FFF2-40B4-BE49-F238E27FC236}">
                      <a16:creationId xmlns:a16="http://schemas.microsoft.com/office/drawing/2014/main" id="{4E426C79-2BD8-B32C-7E1A-0E0F1F3914A3}"/>
                    </a:ext>
                  </a:extLst>
                </p14:cNvPr>
                <p14:cNvContentPartPr/>
                <p14:nvPr/>
              </p14:nvContentPartPr>
              <p14:xfrm>
                <a:off x="8696640" y="4149880"/>
                <a:ext cx="360" cy="360"/>
              </p14:xfrm>
            </p:contentPart>
          </mc:Choice>
          <mc:Fallback>
            <p:pic>
              <p:nvPicPr>
                <p:cNvPr id="11296" name="Ink 11295">
                  <a:extLst>
                    <a:ext uri="{FF2B5EF4-FFF2-40B4-BE49-F238E27FC236}">
                      <a16:creationId xmlns:a16="http://schemas.microsoft.com/office/drawing/2014/main" id="{4E426C79-2BD8-B32C-7E1A-0E0F1F3914A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34000" y="40872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1297" name="Ink 11296">
                  <a:extLst>
                    <a:ext uri="{FF2B5EF4-FFF2-40B4-BE49-F238E27FC236}">
                      <a16:creationId xmlns:a16="http://schemas.microsoft.com/office/drawing/2014/main" id="{F59BEF52-77C2-C131-93BA-0AB02F212E33}"/>
                    </a:ext>
                  </a:extLst>
                </p14:cNvPr>
                <p14:cNvContentPartPr/>
                <p14:nvPr/>
              </p14:nvContentPartPr>
              <p14:xfrm>
                <a:off x="8752800" y="4165360"/>
                <a:ext cx="360" cy="360"/>
              </p14:xfrm>
            </p:contentPart>
          </mc:Choice>
          <mc:Fallback>
            <p:pic>
              <p:nvPicPr>
                <p:cNvPr id="11297" name="Ink 11296">
                  <a:extLst>
                    <a:ext uri="{FF2B5EF4-FFF2-40B4-BE49-F238E27FC236}">
                      <a16:creationId xmlns:a16="http://schemas.microsoft.com/office/drawing/2014/main" id="{F59BEF52-77C2-C131-93BA-0AB02F212E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9800" y="41023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03" name="Group 11302">
            <a:extLst>
              <a:ext uri="{FF2B5EF4-FFF2-40B4-BE49-F238E27FC236}">
                <a16:creationId xmlns:a16="http://schemas.microsoft.com/office/drawing/2014/main" id="{437AFB64-9206-5A12-D9A0-41106D2ACD99}"/>
              </a:ext>
            </a:extLst>
          </p:cNvPr>
          <p:cNvGrpSpPr/>
          <p:nvPr/>
        </p:nvGrpSpPr>
        <p:grpSpPr>
          <a:xfrm>
            <a:off x="8610240" y="4714000"/>
            <a:ext cx="132480" cy="61560"/>
            <a:chOff x="8610240" y="4714000"/>
            <a:chExt cx="132480" cy="6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299" name="Ink 11298">
                  <a:extLst>
                    <a:ext uri="{FF2B5EF4-FFF2-40B4-BE49-F238E27FC236}">
                      <a16:creationId xmlns:a16="http://schemas.microsoft.com/office/drawing/2014/main" id="{244361F4-62D1-1013-EA8F-358F20D5F516}"/>
                    </a:ext>
                  </a:extLst>
                </p14:cNvPr>
                <p14:cNvContentPartPr/>
                <p14:nvPr/>
              </p14:nvContentPartPr>
              <p14:xfrm>
                <a:off x="8610240" y="4714000"/>
                <a:ext cx="360" cy="360"/>
              </p14:xfrm>
            </p:contentPart>
          </mc:Choice>
          <mc:Fallback>
            <p:pic>
              <p:nvPicPr>
                <p:cNvPr id="11299" name="Ink 11298">
                  <a:extLst>
                    <a:ext uri="{FF2B5EF4-FFF2-40B4-BE49-F238E27FC236}">
                      <a16:creationId xmlns:a16="http://schemas.microsoft.com/office/drawing/2014/main" id="{244361F4-62D1-1013-EA8F-358F20D5F5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47600" y="46510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1300" name="Ink 11299">
                  <a:extLst>
                    <a:ext uri="{FF2B5EF4-FFF2-40B4-BE49-F238E27FC236}">
                      <a16:creationId xmlns:a16="http://schemas.microsoft.com/office/drawing/2014/main" id="{76DA63ED-95AA-3F7B-3795-D8BF39B97E5E}"/>
                    </a:ext>
                  </a:extLst>
                </p14:cNvPr>
                <p14:cNvContentPartPr/>
                <p14:nvPr/>
              </p14:nvContentPartPr>
              <p14:xfrm>
                <a:off x="8630760" y="4749640"/>
                <a:ext cx="360" cy="360"/>
              </p14:xfrm>
            </p:contentPart>
          </mc:Choice>
          <mc:Fallback>
            <p:pic>
              <p:nvPicPr>
                <p:cNvPr id="11300" name="Ink 11299">
                  <a:extLst>
                    <a:ext uri="{FF2B5EF4-FFF2-40B4-BE49-F238E27FC236}">
                      <a16:creationId xmlns:a16="http://schemas.microsoft.com/office/drawing/2014/main" id="{76DA63ED-95AA-3F7B-3795-D8BF39B97E5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68120" y="46870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301" name="Ink 11300">
                  <a:extLst>
                    <a:ext uri="{FF2B5EF4-FFF2-40B4-BE49-F238E27FC236}">
                      <a16:creationId xmlns:a16="http://schemas.microsoft.com/office/drawing/2014/main" id="{0072CC1A-D2B8-A09B-712F-3F83102856AF}"/>
                    </a:ext>
                  </a:extLst>
                </p14:cNvPr>
                <p14:cNvContentPartPr/>
                <p14:nvPr/>
              </p14:nvContentPartPr>
              <p14:xfrm>
                <a:off x="8666040" y="4754680"/>
                <a:ext cx="360" cy="360"/>
              </p14:xfrm>
            </p:contentPart>
          </mc:Choice>
          <mc:Fallback>
            <p:pic>
              <p:nvPicPr>
                <p:cNvPr id="11301" name="Ink 11300">
                  <a:extLst>
                    <a:ext uri="{FF2B5EF4-FFF2-40B4-BE49-F238E27FC236}">
                      <a16:creationId xmlns:a16="http://schemas.microsoft.com/office/drawing/2014/main" id="{0072CC1A-D2B8-A09B-712F-3F83102856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03400" y="46916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1302" name="Ink 11301">
                  <a:extLst>
                    <a:ext uri="{FF2B5EF4-FFF2-40B4-BE49-F238E27FC236}">
                      <a16:creationId xmlns:a16="http://schemas.microsoft.com/office/drawing/2014/main" id="{64BCA364-DC97-4972-420A-20A0FED3D5B2}"/>
                    </a:ext>
                  </a:extLst>
                </p14:cNvPr>
                <p14:cNvContentPartPr/>
                <p14:nvPr/>
              </p14:nvContentPartPr>
              <p14:xfrm>
                <a:off x="8742360" y="4775200"/>
                <a:ext cx="360" cy="360"/>
              </p14:xfrm>
            </p:contentPart>
          </mc:Choice>
          <mc:Fallback>
            <p:pic>
              <p:nvPicPr>
                <p:cNvPr id="11302" name="Ink 11301">
                  <a:extLst>
                    <a:ext uri="{FF2B5EF4-FFF2-40B4-BE49-F238E27FC236}">
                      <a16:creationId xmlns:a16="http://schemas.microsoft.com/office/drawing/2014/main" id="{64BCA364-DC97-4972-420A-20A0FED3D5B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79720" y="4712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4932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10093</TotalTime>
  <Words>3032</Words>
  <Application>Microsoft Office PowerPoint</Application>
  <PresentationFormat>Widescreen</PresentationFormat>
  <Paragraphs>414</Paragraphs>
  <Slides>38</Slides>
  <Notes>34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Grafică asistată de calculator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ionut grigore</cp:lastModifiedBy>
  <cp:revision>180</cp:revision>
  <dcterms:created xsi:type="dcterms:W3CDTF">2024-09-13T06:53:36Z</dcterms:created>
  <dcterms:modified xsi:type="dcterms:W3CDTF">2026-03-15T21:59:00Z</dcterms:modified>
</cp:coreProperties>
</file>