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96" r:id="rId3"/>
    <p:sldId id="259" r:id="rId4"/>
    <p:sldId id="258" r:id="rId5"/>
    <p:sldId id="320" r:id="rId6"/>
    <p:sldId id="261" r:id="rId7"/>
    <p:sldId id="404" r:id="rId8"/>
    <p:sldId id="402" r:id="rId9"/>
    <p:sldId id="321" r:id="rId10"/>
    <p:sldId id="264" r:id="rId11"/>
    <p:sldId id="410" r:id="rId12"/>
    <p:sldId id="409" r:id="rId13"/>
    <p:sldId id="322" r:id="rId14"/>
    <p:sldId id="266" r:id="rId15"/>
    <p:sldId id="323" r:id="rId16"/>
    <p:sldId id="407" r:id="rId17"/>
    <p:sldId id="269" r:id="rId18"/>
    <p:sldId id="408" r:id="rId19"/>
    <p:sldId id="318" r:id="rId20"/>
    <p:sldId id="272" r:id="rId21"/>
    <p:sldId id="406" r:id="rId22"/>
    <p:sldId id="396" r:id="rId23"/>
    <p:sldId id="397" r:id="rId24"/>
    <p:sldId id="398" r:id="rId25"/>
    <p:sldId id="411" r:id="rId26"/>
    <p:sldId id="399" r:id="rId27"/>
    <p:sldId id="412" r:id="rId28"/>
    <p:sldId id="400" r:id="rId29"/>
    <p:sldId id="413" r:id="rId30"/>
    <p:sldId id="401" r:id="rId31"/>
    <p:sldId id="414" r:id="rId32"/>
    <p:sldId id="29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F3D4CF-906D-4A2B-A884-17E1ADF724F4}" v="30" dt="2024-09-14T18:53:25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3741" autoAdjust="0"/>
  </p:normalViewPr>
  <p:slideViewPr>
    <p:cSldViewPr snapToGrid="0">
      <p:cViewPr varScale="1">
        <p:scale>
          <a:sx n="66" d="100"/>
          <a:sy n="66" d="100"/>
        </p:scale>
        <p:origin x="6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8:36:51.2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439 264 24575,'28'-1'0,"0"-1"0,32-8 0,6 0 0,318-46 0,-157 25 0,440-2 0,-629 34 0,-29 1 0,-12 1 0,-15 1 0,-58 5 0,-136-3 0,131-5 0,-681-37-716,8-60 0,717 89 716,34 4 0,8 1 0,60-1 0,863 13-20,-5 79 14,-894-84 6,-1-1 2,-1 1 0,0 1 0,37 14-1,-62-19 1,0-1-1,0 1 1,-1 0-1,1 0 0,0 0 1,-1 0-1,1 0 1,0 0-1,-1 0 0,0 0 1,1 1-1,-1-1 1,0 0-1,1 1 1,-1 0-1,0-1 0,0 1 1,0-1-1,-1 1 1,1 0-1,0 0 0,-1-1 1,1 4-1,-1-3 0,0 1-1,0 0 0,0-1 1,-1 1-1,1 0 1,-1-1-1,0 1 1,0 0-1,0-1 0,0 1 1,0-1-1,-1 0 1,1 1-1,-3 2 0,-3 4 0,-1 0 0,-1 0-1,0-1 1,0 0 0,0-1-1,-16 10 1,-25 9 444,-1-2 0,-64 20 0,77-30-363,-5 1-81,0-3 0,0-1 0,-62 6 0,-132-4 0,218-13 0,-30 0 0,46 0 0,-1 0 0,1-1 0,-1 1 0,1-1 0,-1 0 0,1 0 0,0 0 0,0-1 0,-6-2 0,8 3 0,0 1 0,1-1 0,-1 1 0,1-1 0,-1 1 0,1-1 0,-1 0 0,1 1 0,0-1 0,-1 0 0,1 1 0,0-1 0,-1 0 0,1 0 0,0 1 0,0-1 0,0 0 0,0 0 0,0 1 0,0-1 0,0 0 0,0 0 0,0 0 0,0 1 0,0-1 0,0 0 0,0 0 0,1 1 0,-1-1 0,0 0 0,1 1 0,-1-1 0,0 0 0,1 1 0,-1-1 0,1 0 0,-1 1 0,1-1 0,0 0 0,3-3 0,-1 0 0,1 0 0,0 0 0,8-5 0,5-1 0,0 1 0,0 1 0,1 1 0,0 0 0,0 1 0,0 1 0,32-5 0,118-15 0,362-11-912,3 27-174,-466 8 1061,209 1 14,-63 4 11,-73 6 0,-131-9 0,-1 0 0,0 0 0,0 1 0,0 0 0,14 6 0,-22-8 0,0 0 0,1 0 0,-1 0 0,0 0 0,0 0 0,1 1 0,-1-1 0,0 0 0,0 0 0,0 0 0,1 0 0,-1 1 0,0-1 0,0 0 0,0 0 0,0 0 0,0 1 0,1-1 0,-1 0 0,0 0 0,0 0 0,0 1 0,0-1 0,0 0 0,0 0 0,0 1 0,0-1 0,0 0 0,0 0 0,0 1 0,0-1 0,0 0 0,0 1 0,0-1 0,0 0 0,0 1 0,-13 7 0,-14 0 0,-1-2 0,-1 0 0,-44 2 0,48-5 0,-704 42 502,-3-42 120,604-3-600,75 0-22,-139-7 0,186 6 0,-1 0 0,1 0 0,-1-1 0,-7-3 0,13 5 0,0 0 0,1 0 0,-1 0 0,1-1 0,-1 1 0,1 0 0,-1-1 0,1 1 0,-1 0 0,1-1 0,0 1 0,-1-1 0,1 1 0,0-1 0,-1 1 0,1-1 0,0 1 0,-1-1 0,1 1 0,0-1 0,-1 0 0,2 0 0,-1 0 0,0 0 0,0 1 0,0-1 0,1 0 0,-1 1 0,0-1 0,1 0 0,-1 0 0,1 1 0,-1-1 0,1 1 0,-1-1 0,1 0 0,-1 1 0,1-1 0,0 1 0,-1-1 0,1 1 0,1-1 0,5-4 0,1 1 0,0 0 0,0 1 0,0-1 0,0 1 0,9-1 0,61-11 0,-69 13 0,455-46 0,2 34 0,166 15 613,-263 0-338,-337-1-275,0-2 0,0-2 0,0 0 0,57-17 0,-68 16 0,0 0 0,0 2 0,0 1 0,1 0 0,35 3 0,-8-1 0,63-1 0,488 7 0,-574-5 0,0 1 0,41 9 0,-50-3 0,-17-8 0,0 0 0,0 0 0,0 0 0,0 0 0,1 0 0,-1 0 0,0 1 0,0-1 0,0 0 0,0 0 0,0 0 0,0 0 0,0 0 0,0 1 0,0-1 0,0 0 0,0 0 0,0 0 0,0 0 0,0 1 0,0-1 0,0 0 0,0 0 0,0 0 0,0 0 0,0 1 0,0-1 0,0 0 0,0 0 0,0 0 0,0 0 0,0 1 0,0-1 0,0 0 0,0 0 0,0 0 0,0 0 0,-1 0 0,1 0 0,0 1 0,0-1 0,0 0 0,0 0 0,-3 2 0,0-1 0,0 0 0,0 1 0,0-1 0,0 0 0,-7 1 0,-715 142 0,338-74 0,381-69 0,-51 12 0,53-11 0,0 0 0,-1-1 0,1 1 0,0 0 0,0 1 0,0-1 0,0 1 0,1 0 0,-1 0 0,-4 5 0,-11 13 0,0 0 0,-2-1 0,0-2 0,-1 0 0,-1-1 0,0-2 0,-1 0 0,-1-1 0,-31 12 0,24-14 0,-1-1 0,0-1 0,0-2 0,-1-2 0,-1 0 0,1-3 0,-41 0 0,-112-6 0,-309-45 0,21-3 0,243 28 0,52 4 0,-102 16 0,151 5 0,69-3 0,-94 4 0,149-3 0,1 1 0,-1 0 0,1 1 0,0-1 0,-11 5 0,16-6 0,1 0 0,-1 0 0,1 1 0,-1-1 0,0 0 0,1 0 0,-1 1 0,1-1 0,-1 0 0,0 1 0,1-1 0,-1 0 0,1 1 0,-1-1 0,1 1 0,0-1 0,-1 1 0,1-1 0,-1 1 0,1-1 0,0 1 0,-1-1 0,1 1 0,0 0 0,0-1 0,0 1 0,-1-1 0,1 1 0,0 0 0,0-1 0,0 1 0,0 0 0,0-1 0,0 1 0,0 0 0,0-1 0,0 1 0,0-1 0,1 1 0,-1 0 0,0-1 0,0 1 0,1-1 0,0 2 0,1 1 0,0-1 0,1 1 0,-1-1 0,1 0 0,0 0 0,0 0 0,4 2 0,13 6 0,0 0 0,0-2 0,1-1 0,33 8 0,92 10 0,-144-25 0,419 34-290,5-30-65,-356-4 344,1536-5 667,-1510 9-656,146 26 0,-144-15 0,-72-12 0,40 8 0,-61-10 0,0 0 0,-1 1 0,0-1 0,1 1 0,-1 0 0,0 0 0,0 1 0,0-1 0,0 1 0,0 0 0,4 4 0,-8-6 0,1-1 0,-1 1 0,1-1 0,-1 1 0,1-1 0,-1 1 0,1 0 0,-1-1 0,0 1 0,1-1 0,-1 1 0,0 0 0,1-1 0,-1 1 0,0 0 0,0 0 0,0-1 0,0 1 0,0 0 0,0 0 0,0-1 0,0 1 0,0 0 0,0-1 0,0 1 0,0 0 0,0 0 0,-1-1 0,1 1 0,0 0 0,0-1 0,-1 1 0,1 0 0,-1-1 0,1 1 0,0-1 0,-1 1 0,1-1 0,-1 1 0,1-1 0,-1 1 0,0-1 0,1 1 0,-1-1 0,-1 1 0,-3 2 0,1-1 0,-2 0 0,1 0 0,-9 2 0,13-4 0,-47 11 0,-1-3 0,-81 5 0,-105-11 0,149-3 0,-68 1 0,-371-12 0,-296-3 0,639 16 0,-37-13 0,20-1 0,-398-28 0,462 35 0,130 6-124,0 0 0,1 0 0,-1 0 0,0-1 0,1 0 0,-1 0-1,1 0 1,-1-1 0,1 1 0,-6-4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8:37:00.2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3465 58 24575,'-25'7'0,"5"-1"0,-42 3 0,-1-3 0,-122-5 0,102-2 0,46-1 0,-61-11 0,-1-1 0,57 11 0,-149-8 0,-1323 12 0,766-2 0,716 0 0,-53-11 0,63 8 0,-29-5 246,19 2-1052,-43-2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8:36:43.9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59 24575,'806'0'0,"-777"-2"0,0 0 0,29-8 0,33-2 0,0 8 0,-39 2 0,54-7 0,-12-2-205,171 4 0,-204 8-750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8:36:44.9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1161 148 24575,'1'1'0,"-1"-1"0,1 1 0,0-1 0,-1 1 0,1 0 0,0-1 0,-1 1 0,1-1 0,0 0 0,0 1 0,0-1 0,0 0 0,-1 1 0,1-1 0,0 0 0,0 0 0,0 0 0,0 0 0,0 0 0,0 0 0,0 0 0,-1 0 0,1 0 0,2-1 0,26-1 0,94-23 0,-79 14 0,62-7 0,-104 18 0,1-1 0,0 1 0,0 0 0,0 0 0,0 0 0,0 0 0,0 0 0,-1 1 0,1-1 0,0 1 0,0 0 0,0 0 0,-1 0 0,6 3 0,-8-4 0,1 1 0,0 0 0,-1-1 0,1 1 0,-1 0 0,0-1 0,1 1 0,-1 0 0,1 0 0,-1-1 0,0 1 0,0 0 0,1 0 0,-1 0 0,0 0 0,0-1 0,0 1 0,0 0 0,0 1 0,0 1 0,-1 0 0,0 0 0,1 0 0,-1-1 0,0 1 0,0 0 0,-1-1 0,-1 4 0,-5 8 0,-1-1 0,-1 0 0,0-1 0,-1 0 0,0 0 0,-14 9 0,-8 5 0,-44 27 0,26-24 0,0-1 0,-2-4 0,-75 26 0,-171 30 0,297-80 0,-61 15 0,0-3 0,-1-3 0,-72 1 0,94-14 0,40 4 0,1 0 0,-1 0 0,1-1 0,0 1 0,0-1 0,-1 1 0,1-1 0,0 1 0,0-1 0,0 0 0,-1 1 0,1-1 0,0 0 0,0 0 0,0 0 0,0 0 0,0 0 0,1 0 0,-1 0 0,0 0 0,0 0 0,1 0 0,-1-1 0,0 1 0,0-2 0,1 1 0,0 1 0,0-1 0,0 0 0,1 0 0,-1 0 0,0 0 0,1 0 0,-1 1 0,1-1 0,0 0 0,-1 0 0,1 1 0,0-1 0,0 1 0,0-1 0,2-2 0,22-23 0,3 6 0,1 0 0,0 2 0,1 1 0,62-26 0,13-9 0,-91 45 0,2 0 0,-2 0 0,1-1 0,16-14 0,-31 23 0,1-1 0,-1 1 0,1 0 0,-1-1 0,1 1 0,-1 0 0,0-1 0,1 1 0,-1 0 0,1-1 0,-1 1 0,0-1 0,1 1 0,-1-1 0,0 1 0,1-1 0,-1 1 0,0-1 0,0 1 0,0-1 0,0 1 0,1-1 0,-1 0 0,0 1 0,0-1 0,0 1 0,0-1 0,0 1 0,0-1 0,0 0 0,0 1 0,-1-1 0,1 1 0,0-1 0,0 1 0,0-1 0,-1 1 0,1-1 0,0 1 0,-1-2 0,-1 1 0,0 0 0,0 0 0,0 0 0,-1 0 0,1 0 0,0 0 0,-1 1 0,-4-2 0,-40-4 0,-1 2 0,0 2 0,-55 4 0,30 0 0,-283 3 0,340-5 0,10 1 0,1 0 0,-1-1 0,1 0 0,-1 0 0,1-1 0,-1 1 0,1-1 0,-1-1 0,1 1 0,0-1 0,-9-3 0,13 4 0,0 1 0,1-1 0,-1 1 0,1-1 0,-1 0 0,1 1 0,-1-1 0,1 0 0,0 1 0,-1-1 0,1 0 0,0 1 0,0-1 0,-1 0 0,1 0 0,0 1 0,0-1 0,0 0 0,0 0 0,0 1 0,0-1 0,0 0 0,0 0 0,0 1 0,0-1 0,0 0 0,1 0 0,-1 1 0,0-1 0,1 0 0,-1 0 0,16-23 0,-5 12 0,1 0 0,0 1 0,1 1 0,1 0 0,-1 1 0,1 0 0,1 1 0,-1 0 0,1 2 0,29-10 0,5 2 0,-1 2 0,65-7 0,-37 9 0,1 4 0,81 2 0,-157 4 0,6 1 0,1-1 0,0 1 0,12 3 0,-19-4 0,0 1 0,0-1 0,0 0 0,0 0 0,-1 1 0,1-1 0,0 0 0,0 1 0,0-1 0,0 1 0,-1-1 0,1 1 0,0 0 0,-1-1 0,1 1 0,0 0 0,-1-1 0,1 1 0,-1 0 0,1 0 0,-1-1 0,1 1 0,-1 0 0,1 0 0,-1 0 0,0 0 0,0 0 0,1-1 0,-1 1 0,0 0 0,0 0 0,0 0 0,0 0 0,0 0 0,0 0 0,0 0 0,-1 1 0,0 1 0,0 0 0,-1 0 0,1 0 0,-1 0 0,0-1 0,0 1 0,0-1 0,0 1 0,0-1 0,-1 0 0,1 1 0,-1-1 0,-2 1 0,-41 24 0,-41 11 0,56-25 0,-43 22 0,72-34 20,0 0 0,0 0 0,0 1 1,0-1-1,0 0 0,0 1 0,0 0 0,1-1 0,-1 1 0,1 0 0,-1 0 0,1 0 0,-1 0 0,1 0 0,0 0 0,-1 3 1,2-4-80,0 0 0,0 0 0,0 1 0,1-1 0,-1 0 0,0 0 1,1 1-1,-1-1 0,1 0 0,-1 0 0,1 0 0,-1 0 1,1 0-1,0 0 0,0 0 0,-1 0 0,1 0 0,0 0 0,0 0 1,0 0-1,0-1 0,0 1 0,0 0 0,0-1 0,1 1 0,-1-1 1,0 1-1,2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8:37:04.5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3151 143 24575,'-316'0'0,"311"1"0,1-1 0,0 1 0,0 0 0,-1 0 0,1 0 0,0 1 0,0 0 0,0-1 0,0 2 0,0-1 0,1 0 0,-1 1 0,0-1 0,1 1 0,-4 4 0,-5 6 0,-1 1 0,-12 19 0,-6 13 0,3 2 0,-29 63 0,51-98 0,1-1 0,0 1 0,1 0 0,0 1 0,1-1 0,1 1 0,0-1 0,1 1 0,0 0 0,1 0 0,1 0 0,2 18 0,-3-31 0,1 1 0,-1 0 0,1-1 0,-1 1 0,1-1 0,0 1 0,-1-1 0,1 1 0,0-1 0,0 1 0,0-1 0,0 0 0,0 1 0,1-1 0,-1 0 0,0 0 0,0 0 0,1 0 0,-1 0 0,1 0 0,-1 0 0,1-1 0,-1 1 0,1 0 0,-1-1 0,1 1 0,0-1 0,-1 0 0,1 1 0,0-1 0,-1 0 0,1 0 0,0 0 0,0 0 0,-1-1 0,1 1 0,0 0 0,-1-1 0,1 1 0,-1-1 0,3 0 0,4-2 0,0-1 0,0 1 0,-1-1 0,1-1 0,-1 0 0,12-9 0,-5 0 0,-2 0 0,1 0 0,-2-1 0,0-1 0,-1 0 0,14-30 0,-2 6 0,-12 30 0,-2 14 0,4 21 0,19 57 0,-11-29 0,21 83 0,-38-114 0,-3-22 0,0 0 0,0 0 0,0 0 0,0 0 0,-1 0 0,1 0 0,0 0 0,0-1 0,0 1 0,0 0 0,0 0 0,0 0 0,0 0 0,0 0 0,0 0 0,0 0 0,0 0 0,0 0 0,0 0 0,-1 0 0,1 0 0,0 0 0,0 0 0,0 0 0,0 0 0,0 0 0,0 0 0,0 0 0,0 0 0,0 0 0,0 0 0,0 0 0,0 0 0,0 0 0,-1 0 0,1 0 0,0 0 0,0 1 0,0-1 0,0 0 0,0 0 0,0 0 0,0 0 0,0 0 0,0 0 0,0 0 0,0 0 0,0 0 0,0 0 0,0 0 0,0 0 0,0 0 0,0 0 0,0 1 0,0-1 0,0 0 0,0 0 0,0 0 0,0 0 0,0 0 0,0 0 0,0 0 0,0 0 0,0 0 0,0 0 0,0 0 0,0 0 0,0 1 0,-7-9 0,-5-12 0,0-6 0,-3-1 0,2-1 0,0 0 0,2-2 0,2 1 0,-9-44 0,18 71 0,0 1 0,0 0 0,-1-1 0,1 1 0,0 0 0,0-1 0,-1 1 0,1 0 0,-1 0 0,1 0 0,-1-1 0,0 1 0,1 0 0,-1 0 0,0 0 0,0 0 0,0 0 0,0 0 0,1 0 0,-1 0 0,-1 1 0,1-1 0,0 0 0,0 0 0,-2 0 0,1 1 0,0-1 0,0 1 0,0 0 0,-1 0 0,1 0 0,0 0 0,0 1 0,0-1 0,0 1 0,-1-1 0,1 1 0,0 0 0,-3 1 0,-7 4 0,1 1 0,0 0 0,-18 17 0,-34 32 0,-60 48 0,112-97 0,0 0 0,-1 0 0,0-1 0,0-1 0,-1 0 0,1 0 0,-1-1 0,0-1 0,-18 2 0,12-3 0,0-1 0,0-1 0,0 0 0,0-2 0,-38-7 0,23-1 0,1 0 0,0-2 0,0-2 0,1-1 0,1-1 0,-50-35 0,77 48 0,1 1 0,-1-1 0,1 0 0,-1-1 0,1 1 0,0 0 0,0-1 0,0 0 0,1 0 0,-1 0 0,1 0 0,0 0 0,0 0 0,-2-7 0,3 5 0,0 1 0,1-1 0,-1 1 0,1-1 0,0 0 0,1 1 0,-1-1 0,1 0 0,0 1 0,1-1 0,3-8 0,0-1 0,2 1 0,0 0 0,0 0 0,1 1 0,1 0 0,14-16 0,-14 21 0,-11 17 0,-11 15 0,-27 33 0,51-71 0,23-33 0,2 1 0,64-63 0,-64 78 0,1 1 0,1 2 0,2 1 0,0 3 0,66-30 0,-100 51 0,1 0 0,0 1 0,0-1 0,0 2 0,10-3 0,-15 4 0,0 0 0,-1 0 0,1 0 0,-1 0 0,1 0 0,-1 0 0,1 1 0,-1-1 0,1 0 0,-1 1 0,0-1 0,1 1 0,-1 0 0,1-1 0,-1 1 0,0 0 0,0 0 0,1 0 0,-1 0 0,0 0 0,0 0 0,0 0 0,0 0 0,0 0 0,0 1 0,0-1 0,-1 0 0,1 1 0,0-1 0,-1 0 0,2 3 0,-1 3 0,0 0 0,0 0 0,0 0 0,0 0 0,-1 1 0,-1-1 0,1 0 0,-1 0 0,-3 12 0,-22 65 0,21-68 0,-5 12 0,-52 132 0,54-142 0,-1-1 0,-1 0 0,-1-1 0,0 0 0,-1 0 0,-24 23 0,33-37 0,1 1 0,-1-1 0,0 0 0,0 0 0,0 0 0,0 0 0,0-1 0,-5 3 0,8-4 0,-1 0 0,0 0 0,0 0 0,1 0 0,-1 0 0,0 0 0,0 0 0,0 0 0,1 0 0,-1 0 0,0-1 0,0 1 0,1 0 0,-1 0 0,0-1 0,0 1 0,1 0 0,-1-1 0,0 1 0,1-1 0,-1 1 0,1-1 0,-1 1 0,0-1 0,1 0 0,-1 1 0,1-1 0,0 0 0,-1 1 0,1-1 0,-1 0 0,1 1 0,0-1 0,0 0 0,-1 0 0,1 1 0,0-1 0,0 0 0,0 0 0,0 0 0,0 0 0,-1-9 0,0 1 0,1-1 0,0 1 0,0-1 0,1 1 0,1-1 0,-1 1 0,1 0 0,1 0 0,0 0 0,6-13 0,1 0 0,1 0 0,2 0 0,17-23 0,-19 29 0,1 1 0,1 0 0,0 1 0,16-13 0,-28 26 0,0 0 0,-1 1 0,1-1 0,0 1 0,0-1 0,-1 1 0,1-1 0,0 1 0,0-1 0,0 1 0,-1 0 0,1 0 0,0-1 0,0 1 0,0 0 0,0 0 0,0 0 0,0 0 0,1 0 0,-2 0 0,0 0 0,1 1 0,-1-1 0,1 0 0,-1 1 0,0-1 0,0 0 0,1 1 0,-1-1 0,0 1 0,1-1 0,-1 1 0,0-1 0,0 0 0,0 1 0,0-1 0,1 1 0,-1-1 0,0 1 0,0-1 0,0 1 0,0-1 0,0 1 0,0 0 0,-1 4 0,1 0 0,-1-1 0,0 1 0,0 0 0,-3 8 0,-10 17 0,-1 0 0,-1-1 0,-2-1 0,0-1 0,-2 0 0,-1-2 0,-1 0 0,-2-2 0,-50 41 0,55-50 0,0-2 0,-1 0 0,-1-2 0,1 0 0,-2-1 0,1-1 0,-1-1 0,-30 6 0,12-7 0,-1-2 0,0-1 0,-76-4 0,113 0 0,-150-13 0,133 11 0,0-1 0,1-1 0,-1-1 0,1-1 0,-25-12 0,42 17 0,-1 0 0,1 0 0,0 0 0,0 0 0,0-1 0,0 1 0,1-1 0,-1 0 0,1 0 0,0 0 0,-1 0 0,1-1 0,0 1 0,1 0 0,-1-1 0,1 1 0,0-1 0,-1 0 0,2 1 0,-1-1 0,0 0 0,1 0 0,-1 1 0,1-1 0,0 0 0,1 0 0,-1 0 0,2-7 0,0 1 0,1-1 0,0 0 0,1 1 0,0 0 0,1 0 0,0 0 0,0 1 0,14-18 0,-7 11 0,2 0 0,0 0 0,1 2 0,1 0 0,0 0 0,1 2 0,0 0 0,23-11 0,-15 14 0,-25 9 0,0 0 0,1 0 0,-1 0 0,0 0 0,1 0 0,-1 0 0,0 0 0,0 0 0,1 0 0,-1 0 0,0 0 0,0 1 0,1-1 0,-1 0 0,0 0 0,0 0 0,1 0 0,-1 0 0,0 1 0,0-1 0,0 0 0,1 0 0,-1 1 0,0-1 0,0 0 0,0 0 0,0 1 0,0-1 0,1 0 0,-1 0 0,0 1 0,0-1 0,0 0 0,0 0 0,0 1 0,0-1 0,0 0 0,0 1 0,0-1 0,0 0 0,0 0 0,0 1 0,0-1 0,0 0 0,0 0 0,-1 1 0,1-1 0,0 0 0,0 1 0,0-1 0,0 0 0,0 0 0,-1 0 0,1 1 0,0-1 0,-11 18 0,-6 4 0,-1-1 0,-1-1 0,-1-1 0,0-1 0,-24 17 0,11-13 0,0 0 0,-70 31 0,49-32 0,0-2 0,0-3 0,-2-2 0,0-3 0,0-2 0,-1-3 0,0-2 0,0-3 0,-64-6 0,119 5 0,0 0 0,0 0 0,0 0 0,0 0 0,0-1 0,0 1 0,0-1 0,1 1 0,-1-1 0,0 0 0,0 1 0,1-1 0,-1 0 0,0 0 0,1 0 0,-1-1 0,1 1 0,-1 0 0,1-1 0,0 1 0,-1 0 0,1-1 0,-2-2 0,3 1 0,-1 1 0,1-1 0,0 1 0,-1-1 0,1 1 0,0-1 0,1 1 0,-1-1 0,0 1 0,1 0 0,-1-1 0,1 1 0,0 0 0,0-1 0,0 1 0,0 0 0,3-5 0,11-16 0,2 1 0,1 0 0,23-22 0,-33 36 0,-33 31 0,0 0 0,-2-2 0,-1 0 0,-1-2 0,0-2 0,-1 0 0,-1-2 0,-39 13 0,-3-3 0,-2-3 0,-116 18 0,174-37 0,5 0 0,0-1 0,0-1 0,0 0 0,-23-1 0,34 0 0,1 0 0,0 0 0,-1 0 0,1 0 0,-1 0 0,1 0 0,0 0 0,-1 0 0,1 0 0,-1 0 0,1 0 0,0 0 0,-1 0 0,1 0 0,-1 0 0,1-1 0,0 1 0,-1 0 0,1 0 0,0 0 0,-1-1 0,1 1 0,0 0 0,-1-1 0,1 1 0,0 0 0,0 0 0,-1-1 0,1 1 0,0 0 0,0-1 0,0 1 0,0-1 0,-1 1 0,1 0 0,0-1 0,0 1 0,0-1 0,0 1 0,0 0 0,0-1 0,0 1 0,0-1 0,0 1 0,0 0 0,0-1 0,0 1 0,0-1 0,1 1 0,-1-1 0,16-16 0,8 2 0,0 1 0,1 2 0,0 0 0,1 2 0,37-11 0,-20 7 0,658-197 0,-674 204 0,-12 2 0,0 1 0,1 1 0,0 0 0,-1 1 0,23 0 0,-37 2 0,0 0 0,0-1 0,-1 1 0,1 0 0,0 0 0,0 1 0,0-1 0,-1 0 0,1 0 0,0 0 0,0 0 0,-1 1 0,1-1 0,0 0 0,0 1 0,-1-1 0,1 0 0,-1 1 0,1-1 0,0 1 0,-1-1 0,1 1 0,-1 0 0,1-1 0,-1 1 0,1-1 0,-1 1 0,1 0 0,-1-1 0,0 1 0,1 0 0,-1 0 0,0-1 0,1 2 0,-2 1 0,1-1 0,-1 0 0,1 0 0,-1 1 0,1-1 0,-1 0 0,0 0 0,0 0 0,0 0 0,-3 3 0,-8 14 0,-2-1 0,0-1 0,-2-1 0,-21 20 0,-78 58 0,76-64 0,22-18 0,7-4 0,-1 0 0,1 1 0,-16 17 0,26-25 0,-1-1 0,1 0 0,0 1 0,-1-1 0,1 1 0,0-1 0,0 0 0,-1 1 0,1-1 0,0 1 0,0-1 0,0 0 0,0 1 0,-1-1 0,1 1 0,0-1 0,0 1 0,0-1 0,0 1 0,0-1 0,0 1 0,0-1 0,0 0 0,1 1 0,-1-1 0,0 1 0,0-1 0,0 1 0,13 5 0,23-5 0,-33-1 0,63-5 0,-28 2 0,43 2 0,-79 0 0,1 1 0,-1 1 0,0-1 0,0 0 0,1 0 0,-1 1 0,0-1 0,0 1 0,0 0 0,0 0 0,0 0 0,0 0 0,0 0 0,0 0 0,0 0 0,0 1 0,0-1 0,-1 1 0,4 2 0,-5-2 0,1 0 0,0 0 0,-1 0 0,1-1 0,-1 1 0,0 0 0,0 0 0,1 0 0,-1 0 0,0 0 0,-1 0 0,1 0 0,0 0 0,0-1 0,-1 1 0,1 0 0,-1 0 0,0 0 0,1 0 0,-1-1 0,0 1 0,0 0 0,-2 1 0,-14 23 0,-2-1 0,-1-1 0,-1 0 0,-29 24 0,36-34 0,12-12 0,-1 1 0,-1 1 0,1-1 0,-1 0 0,0 0 0,-5 3 0,35-38 0,-16 24 0,0 0 0,0 0 0,20-10 0,-27 17 0,0-1 0,0 1 0,0 0 0,1 0 0,-1 0 0,0 0 0,1 1 0,5-1 0,-7 1 0,-1 0 0,0 0 0,1 0 0,-1 0 0,0 1 0,1-1 0,-1 1 0,0-1 0,0 1 0,1-1 0,-1 1 0,0 0 0,0-1 0,0 1 0,0 0 0,0 0 0,0 0 0,0 0 0,0 0 0,0 0 0,-1 0 0,1 0 0,0 1 0,0-1 0,-1-1 0,0 1 0,1-1 0,-1 1 0,0-1 0,0 1 0,1-1 0,-1 1 0,0-1 0,0 1 0,0-1 0,0 1 0,0-1 0,0 1 0,0-1 0,0 1 0,0-1 0,0 1 0,0-1 0,0 1 0,0 0 0,0-1 0,0 1 0,0-1 0,-1 1 0,1-1 0,0 1 0,0-1 0,-1 0 0,1 1 0,0-1 0,0 1 0,-1-1 0,0 1 0,0-1 0,1 1 0,-1-1 0,0 0 0,1 0 0,-1 0 0,1 0 0,-1 0 0,0 0 0,1 0 0,-1 0 0,0 0 0,1 0 0,-1-1 0,0 1 0,1 0 0,-1 0 0,1-1 0,-1 1 0,0 0 0,1-1 0,-1 1 0,1 0 0,-1-1 0,1 1 0,-1-1 0,1 1 0,-1-1 0,1 1 0,0-1 0,-1 0 0,-2-4-105,1 0 0,-1 0 0,1 0 0,1-1 0,-1 1 0,1-1 0,0 1 0,0-1 0,0 0 0,1 1 0,0-1 0,0-8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8:40:00.1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318 456 24575,'-14'15'0,"0"0"0,1 0 0,-15 26 0,22-30 0,0 0 0,1 0 0,1 1 0,-1-1 0,2 1 0,-5 24 0,1 76 0,0-14 0,-67 280 0,68-355 0,0 0 0,-2 0 0,-1-1 0,-1 0 0,-1 0 0,-21 31 0,31-52 0,1 0 0,-1 0 0,0 1 0,0-1 0,1 0 0,-1-1 0,0 1 0,0 0 0,0 0 0,0 0 0,0 0 0,0-1 0,0 1 0,-1-1 0,1 1 0,0-1 0,0 1 0,0-1 0,-1 1 0,1-1 0,-2 0 0,2 0 0,0-1 0,0 1 0,0-1 0,0 0 0,0 1 0,0-1 0,1 0 0,-1 0 0,0 1 0,0-1 0,1 0 0,-1 0 0,1 0 0,-1 0 0,1 0 0,-1 0 0,1 0 0,-1 0 0,1 0 0,0 0 0,-1 0 0,1 0 0,0-1 0,0 1 0,0-1 0,-1-8 0,0 0 0,1 0 0,0 0 0,0 0 0,1 0 0,0 1 0,1-1 0,0 0 0,1 1 0,0-1 0,0 1 0,1 0 0,0 0 0,1 0 0,9-13 0,7-7 0,2 0 0,52-49 0,-15 16 0,58-90 0,-31 35 0,4 12 0,-49 60 0,-3-1 0,-2-3 0,33-54 0,-65 93 0,-1 1 0,1 1 0,0-1 0,1 1 0,0 0 0,0 0 0,10-10 0,-15 18 0,-1-1 0,1 1 0,0-1 0,-1 0 0,1 1 0,-1-1 0,1 1 0,0 0 0,-1-1 0,1 1 0,0 0 0,0-1 0,-1 1 0,1 0 0,0 0 0,0-1 0,-1 1 0,1 0 0,0 0 0,0 0 0,-1 0 0,1 0 0,0 0 0,0 0 0,0 1 0,-1-1 0,1 0 0,0 0 0,0 1 0,-1-1 0,1 0 0,0 1 0,-1-1 0,1 0 0,0 1 0,-1-1 0,1 1 0,-1-1 0,1 1 0,-1 0 0,1-1 0,-1 1 0,1-1 0,-1 1 0,1 1 0,1 2 0,0 0 0,-1-1 0,0 1 0,0 0 0,0 0 0,0 0 0,-1 0 0,1 4 0,-2 10 0,-1 1 0,-1-1 0,-1 0 0,0-1 0,-1 1 0,-14 31 0,6-13 0,-121 310 0,-1 5 0,120-311 0,2 1 0,2 1 0,-12 83 0,23-125 0,1 38 0,-1-37 0,0 0 0,0 0 0,0 0 0,1 0 0,-1 0 0,0 0 0,1 0 0,-1 0 0,0 0 0,1 0 0,0-1 0,-1 1 0,1 0 0,0 1 0,0-2 0,0 0 0,-1 1 0,1-1 0,-1 0 0,1 0 0,-1 0 0,1 0 0,-1 0 0,1 0 0,0 0 0,-1 0 0,1 0 0,-1 0 0,1 0 0,-1 0 0,1 0 0,-1 0 0,1-1 0,0 1 0,-1 0 0,1 0 0,-1-1 0,1 1 0,-1 0 0,0-1 0,1 1 0,0-1 0,8-8 0,0 1 0,-1-1 0,0-1 0,0 0 0,11-20 0,-3 5 0,181-280-308,60-88-144,-107 186 452,146-214 0,-222 295 0,-53 95 0,-14 29 16,-2 12 95,-2 8 5,0 0-1,-2 1 1,0 0-1,-2 23 1,1-4-61,-1 50-55,-3 0 0,-4 0 0,-4 0 0,-40 150 0,23-153-71,-4-2-1,-3-2 0,-4-1 0,-3-2 1,-66 89-1,21-50-72,-5-5 1,-154 145-1,231-241 153,11-9 4,-1-1 0,-1 0-1,1 0 1,-1-1 0,0 0-1,0 0 1,-1-1 0,-9 5 0,16-8-2,1-1 0,-1 0 0,1 0 0,-1 0 0,1 1 0,-1-1 0,1 0 0,-1 0 0,0 0 0,1 0 1,-1 0-1,1 0 0,-1 0 0,1 0 0,-1 0 0,1 0 0,-1-1 0,1 1 0,-1 0 0,1 0 0,-1 0 1,1-1-1,-1 1 0,1 0 0,-1-1 0,1 1 0,-1 0 0,1-1 0,0 1 0,-1 0 0,1-1 0,0 1 1,-1-1-1,1 1 0,0-1 0,-1 1 0,1-1 0,0 1 0,0-1 0,0 1 0,-1-1 0,1 1 0,0-1 1,0 1-1,0-1 0,0 1 0,0-1 0,0 0 0,0 1 0,0-1 0,0 0 0,7-35 42,-7 34-47,12-35 20,2 0-1,1 0 1,32-53-1,217-322-775,39 20-223,8 20 788,-218 272 204,158-136-1,-236 224-18,0 1 0,0 0 0,23-12 0,-35 22 0,-1 0 0,1 0 0,-1 0 0,1 0 0,0 0 0,-1 1 0,1-1 0,0 1 0,0 0 0,2 0 0,-4 0 0,1 0 0,-1 0 0,0 0 0,0 1 0,0-1 0,0 0 0,0 1 0,0-1 0,0 1 0,-1-1 0,1 1 0,0 0 0,0-1 0,0 1 0,0 0 0,-1 0 0,1-1 0,1 3 0,0 1 0,-1 0 0,1 0 0,-1 0 0,0 0 0,0 1 0,0-1 0,-1 0 0,1 1 0,-1-1 0,0 1 0,-1 4 0,-1 20 6,-1 0 0,-2-1 0,-1 1 1,-1-1-1,-15 39 0,-69 134-189,-20 7-201,-146 203 0,-172 163 670,211-321-338,187-222 44,-1-1-1,-1-1 1,-2-2-1,0-2 1,-55 30-1,83-51 3,0-1 0,-1 0 0,1 0-1,-1 0 1,-12 1 0,18-3 12,1-1 0,-1 0 0,0 0 0,1 0 0,-1 0 0,0 0 0,1 0 0,-1 0 0,0-1 0,1 1 0,-1-1 0,1 1-1,-1-1 1,1 1 0,-1-1 0,1 0 0,-1 0 0,1 0 0,0 0 0,-1 0 0,1 0 0,0 0 0,0 0 0,0 0 0,0-1 0,0 1 0,0-1 0,0 1 0,0 0 0,-1-4 0,1 1 40,-1-1 0,1 0 0,0 0 0,1 0 1,-1 0-1,1 0 0,0 0 0,0 0 0,1 0 1,-1 0-1,1 0 0,0 0 0,3-6 0,4-12 1,17-34 0,-24 53-49,38-71-3,50-75 1,63-67 137,-59 92-206,6 4 0,6 4 1,232-200-1,77 15-555,-257 212 628,-148 85 0,1 0 0,0 1 0,0 1 0,0 0 0,1 0 0,-1 0 0,17 0 0,-26 2 0,1 1 0,-1 0 0,1 0 0,-1 0 0,0 1 0,1-1 0,-1 0 0,0 0 0,1 1 0,-1-1 0,0 1 0,1-1 0,-1 1 0,0 0 0,0-1 0,0 1 0,1 0 0,-1 0 0,0 0 0,0 0 0,0 0 0,0 0 0,-1 0 0,1 0 0,0 0 0,0 0 0,-1 0 0,1 1 0,0-1 0,-1 0 0,1 0 0,-1 1 0,0-1 0,1 1 0,-1-1 0,0 2 0,0 5 0,-1 1 0,0 0 0,-1-1 0,0 0 0,0 1 0,0-1 0,-1 0 0,-6 11 0,-18 37 0,-55 88 0,-53 55 0,104-155 0,-110 152-343,-234 249-1,283-350 544,-4-5 1,-4-3-1,-3-5 1,-138 82-1,222-152 86,-33 13 1,49-24-279,1 0 0,-1 0 0,0 0 0,1 0 0,-1 0 0,0-1 0,0 1 0,0-1 0,0 0 0,0 0 0,1 0 1,-5 0-1,7 0-9,-1-1 1,0 1 0,1 0 0,-1 0 0,1-1-1,-1 1 1,1-1 0,-1 1 0,1 0 0,-1-1-1,1 1 1,0-1 0,-1 1 0,1-1-1,0 1 1,-1-1 0,1 1 0,0-1 0,-1 1-1,1-1 1,0 0 0,0 0 0,-1-1 0,1 0 0,0-1 0,0 1 1,0 0-1,0 0 0,1-1 0,-1 1 1,2-4-1,7-22 0,2 1 0,1 1 0,28-45 0,-18 32 0,93-159 133,8 5 0,9 6 0,308-337 0,-292 384-133,-111 110 0,0 1 0,51-28 0,-80 52 0,0 1 0,0 0 0,0 0 0,0 1 0,0 0 0,1 0 0,16-2 0,-23 5 0,-1 0 0,1 0 0,-1 0 0,1 0 0,-1 0 0,1 0 0,-1 1 0,1-1 0,-1 1 0,0-1 0,1 1 0,-1-1 0,1 1 0,-1 0 0,0 0 0,0-1 0,1 1 0,-1 0 0,0 0 0,1 2 0,0-1 0,-1 1 0,1 0 0,-1-1 0,0 1 0,0 0 0,0 0 0,-1 0 0,1 0 0,-1-1 0,0 1 0,1 0 0,-1 0 0,0 0 0,-1 5 0,-1 9 0,-1 0 0,0 0 0,-2 0 0,-9 26 0,-36 71 0,47-107 0,-70 138 12,-6-4-1,-6-3 1,-6-4 0,-137 155 0,79-119-12,-232 205 0,427-433 0,358-497-683,-217 289-4,72-87 591,15 17 259,-198 257 411,-75 79-565,4-6 25,1 1 0,1 0 0,-1 0 0,11-6 0,-16 11-34,0-1-1,0 1 0,0 0 0,0-1 0,0 1 1,-1-1-1,1 1 0,0 0 0,0 0 0,0 0 0,0 0 1,0-1-1,0 1 0,0 0 0,0 1 0,0-1 1,0 0-1,0 0 0,0 0 0,0 1 0,0-1 1,0 0-1,0 1 0,0-1 0,0 1 0,0-1 0,-1 1 1,1-1-1,0 1 0,0 0 0,-1-1 0,1 1 1,0 0-1,-1 0 0,1-1 0,-1 1 0,1 0 0,-1 0 1,1 0-1,-1 0 0,1 0 0,-1 0 0,0 1 1,2 5 0,0 1 0,-1 0 0,0 0 0,0 0 0,-1-1 0,0 1 0,0 0 0,-2 11 0,-17 73 0,-7 3 24,-4-1 1,-4-2 0,-62 119 0,27-83 67,-140 193 0,89-165-214,-8-7-1,-275 250 1,386-383 122,8-7 0,0-1 0,0 0 0,-1 0 0,0 0 0,0-2 0,-1 1 0,0-1 0,-13 5 0,23-11 0,0 1 0,0-1 0,0 0 0,0 1 0,-1-1 0,1 0 0,0 0 0,0 0 0,0 0 0,0 0 0,0 0 0,0 0 0,0 0 0,0-1 0,0 1 0,0 0 0,0-1 0,0 1 0,0 0 0,0-1 0,0 0 0,0 1 0,0-1 0,0 1 0,0-1 0,0 0 0,1 0 0,-1 1 0,0-1 0,1 0 0,-1 0 0,-1-2 0,1 0 0,0-1 0,0 1 0,0-1 0,0 0 0,1 0 0,-1 1 0,1-1 0,1-7 0,1-19 177,2 0 1,1 0-1,1 1 0,18-50 1,53-113 441,-69 173-601,46-97 20,101-158-1,-141 248-37,0-1 0,18-54 0,1-3 0,-14 42 0,18-38 0,49-80 0,-72 137 0,1 1 0,1 0 0,1 2 0,1 0 0,1 1 0,0 0 0,1 2 0,23-15 0,-36 27 0,1 1 0,-1 0 0,1 1 0,0 0 0,0 0 0,0 1 0,8-2 0,7 1 0,30-1 0,-38 3 0,-4 0 0,1-1 0,-1 0 0,0-1 0,0 0 0,0-1 0,0 0 0,-1 0 0,0-1 0,0-1 0,15-10 0,9-9 0,47-47 0,-33 28 0,-28 27 0,1 0 0,0 1 0,1 2 0,1 0 0,1 1 0,0 1 0,0 2 0,1 0 0,0 2 0,35-8 0,-56 15 0,87-13 0,-80 13 0,-1 1 0,0 0 0,0 0 0,0 1 0,1 0 0,16 5 0,-24-5 0,1 1 0,-1-1 0,0 1 0,0-1 0,0 1 0,0 0 0,0 0 0,0 1 0,-1-1 0,1 0 0,-1 1 0,0 0 0,1 0 0,-1-1 0,-1 1 0,1 0 0,0 0 0,-1 1 0,1-1 0,1 5 0,0 6 0,0 0 0,0 0 0,1 25 0,-4-35 0,4 81 0,-7 86 0,-18 89 0,7-112 0,10 44-1365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8:40:03.1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625 310 24575,'2'-6'0,"-1"0"0,1 0 0,0 1 0,1-1 0,-1 0 0,1 1 0,0-1 0,1 1 0,-1 0 0,1 0 0,6-7 0,3-5 0,26-35 0,86-87 0,-123 136 0,1 0 0,0 0 0,0 1 0,0-1 0,0 1 0,0 0 0,0 0 0,1 0 0,-1 0 0,1 1 0,6-3 0,-8 4 0,0 0 0,1 0 0,-1 0 0,0 0 0,1 1 0,-1-1 0,0 1 0,1-1 0,-1 1 0,0 0 0,0 0 0,1 0 0,-1 0 0,0 0 0,0 0 0,0 0 0,0 1 0,-1-1 0,4 4 0,5 4 0,-2 1 0,1 0 0,-2 0 0,1 1 0,-1 0 0,-1 0 0,0 0 0,0 1 0,-1 0 0,5 20 0,0 9 0,8 77 0,-16-109 0,18 167 0,-2 185 0,-17-213 0,-4 105 0,2-237 0,0-7 0,1-1 0,-1 0 0,3 13 0,-3-20 0,1-1 0,0 1 0,0 0 0,-1-1 0,1 1 0,0-1 0,0 1 0,-1-1 0,1 1 0,-1-1 0,1 1 0,0-1 0,-1 0 0,1 1 0,-1-1 0,1 0 0,-1 1 0,1-1 0,-1 0 0,0 1 0,1-1 0,-1 0 0,1 0 0,-1 0 0,0 0 0,1 1 0,-1-1 0,1 0 0,-1 0 0,0 0 0,1 0 0,-1 0 0,1-1 0,-2 1 0,-27-1 0,26 1 0,-27-3 0,0-2 0,1-1 0,-1-2 0,-37-14 0,14 0 0,-69-38 0,96 45 0,-26-19 0,45 29 0,-1-1 0,1 0 0,0-1 0,0 0 0,1 0 0,0 0 0,-6-11 0,10 15 0,1 0 0,0 0 0,0 0 0,0 0 0,0-1 0,1 1 0,-1 0 0,1 0 0,0-1 0,0 1 0,0 0 0,0 0 0,1-1 0,-1 1 0,1 0 0,0 0 0,0 0 0,2-5 0,3-5 0,0 1 0,15-24 0,-13 24 0,7-9 0,0 1 0,20-20 0,20-25 0,-13 9 0,-19 27 0,26-45 0,-43 63 0,0 0 0,-1 0 0,-1 0 0,0-1 0,0 0 0,-1 0 0,0 0 0,0-16 0,-1-50 0,-2 69 0,0 9 0,-1 0 0,1 0 0,0 0 0,0 0 0,0 0 0,0 0 0,0 0 0,0 0 0,0 0 0,0 0 0,0 0 0,0 0 0,0 0 0,0 0 0,-1 41 0,1 156 0,-7 176 0,7-373 0,-3 45 0,-11 51 0,11-83 0,0-1 0,0 0 0,-1 0 0,-1 0 0,0-1 0,-1 0 0,0 0 0,-1 0 0,-8 11 0,12-19 0,-1 0 0,1 1 0,-1-2 0,0 1 0,0 0 0,0-1 0,-1 1 0,1-1 0,0 0 0,-1-1 0,0 1 0,1-1 0,-1 0 0,0 0 0,-5 0 0,-10 1 0,0-2 0,-26-1 0,20-1 0,-415-4 0,428 6 0,-1-1 0,0 0 0,1-1 0,0-1 0,-15-5 0,25 8 0,1-1 0,-1-1 0,1 1 0,-1 0 0,1-1 0,0 1 0,0-1 0,-1 1 0,1-1 0,0 0 0,0 0 0,1 0 0,-4-5 0,4 5 0,0 0 0,1 0 0,-1 0 0,0 0 0,1 0 0,0 0 0,-1-1 0,1 1 0,0 0 0,0 0 0,0 0 0,1-1 0,-1 1 0,1 0 0,-1 0 0,1 0 0,-1 0 0,1 0 0,0 0 0,1-2 0,13-24 0,35-49 0,-31 50 0,25-49 0,-10-5 0,-26 59 0,0 0 0,2 0 0,1 1 0,19-30 0,-25 48 0,-6 10 0,-6 12 0,-6 15 0,1 1 0,2 1 0,1 0 0,2 0 0,1 1 0,2-1 0,1 46 0,3-54-1365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9:40:27.3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1195 702 24575,'-11'11'0,"-1"-1"0,0-1 0,-1 0 0,0-1 0,0 0 0,-1-1 0,0-1 0,0 0 0,-1-1 0,-17 5 0,-18 0 0,-88 8 0,97-13 0,-470 59 0,347-29 0,142-32 0,21-3 0,1 0 0,0 0 0,0 0 0,0 0 0,0 0 0,-1-1 0,1 1 0,0 0 0,0 0 0,0 0 0,0 0 0,-1 0 0,1 0 0,0 0 0,0 0 0,0-1 0,0 1 0,0 0 0,-1 0 0,1 0 0,0 0 0,0-1 0,0 1 0,0 0 0,0 0 0,0 0 0,0 0 0,0-1 0,0 1 0,0 0 0,0 0 0,0 0 0,0-1 0,0 1 0,0 0 0,0 0 0,0 0 0,0 0 0,0-1 0,0 1 0,0 0 0,0 0 0,0 0 0,0-1 0,0 1 0,1 0 0,1-3 0,0-1 0,1 1 0,0 0 0,-1 0 0,1 1 0,0-1 0,5-2 0,-5 3 0,5-5 0,1 0 0,1 1 0,-1 0 0,1 0 0,0 1 0,18-6 0,-27 11 0,1 0 0,-1-1 0,1 1 0,-1 0 0,0 0 0,1 1 0,-1-1 0,1 0 0,-1 0 0,1 1 0,-1-1 0,1 1 0,-1-1 0,0 1 0,1 0 0,-1-1 0,0 1 0,0 0 0,1 0 0,-1 0 0,0 0 0,0 0 0,0 0 0,0 0 0,0 0 0,-1 1 0,1-1 0,0 0 0,0 0 0,-1 1 0,1-1 0,-1 0 0,1 1 0,-1-1 0,1 1 0,-1 1 0,3 8 0,-1 0 0,-1 0 0,1 19 0,-1-24 0,1 31 0,-2 0 0,-1-1 0,-1 1 0,-2-1 0,-2 0 0,-13 46 0,-9-3 0,-3-2 0,-4-2 0,-71 115 0,104-187 0,-4 7 0,0 0 0,0 0 0,-7 20 0,13-30 0,0 1 0,-1-1 0,1 1 0,0-1 0,0 1 0,0-1 0,-1 1 0,1-1 0,0 1 0,0-1 0,0 1 0,0-1 0,0 1 0,0 0 0,0-1 0,0 1 0,0-1 0,1 1 0,-1-1 0,0 1 0,0-1 0,0 1 0,1-1 0,-1 1 0,0-1 0,0 1 0,1-1 0,-1 0 0,0 1 0,1-1 0,-1 1 0,1-1 0,-1 0 0,0 1 0,2-1 0,0 1 0,0-1 0,0 0 0,0 0 0,0 1 0,-1-2 0,1 1 0,0 0 0,0 0 0,3-1 0,11-4 0,-1-1 0,-1 0 0,1 0 0,-1-2 0,0 0 0,0 0 0,-1-2 0,13-11 0,-1 3 0,47-37 0,70-68 0,-106 88 0,-1-3 0,-3 0 0,44-67 0,94-170 0,-154 250 0,-7 19 0,-5 10 0,-6 20 0,-5-2 0,-1 0 0,-1 0 0,-17 30 0,-45 65 0,-170 212 0,1 0 0,202-269 0,-40 81 0,71-124 0,7-17 0,0-1 0,0 1 0,1 0 0,-1 0 0,0 0 0,0 0 0,0 0 0,0 0 0,0 0 0,0 0 0,0 0 0,0 0 0,0 1 0,0-1 0,0 0 0,0 0 0,0 0 0,0 0 0,0 0 0,1 0 0,-1 0 0,0 0 0,0 0 0,0 0 0,0 0 0,0 0 0,0 0 0,0 0 0,0 0 0,0 0 0,0 0 0,0 0 0,0 0 0,0 0 0,0 0 0,0 0 0,0 1 0,0-1 0,0 0 0,0 0 0,0 0 0,0 0 0,0 0 0,0 0 0,0 0 0,0 0 0,0 0 0,0 0 0,0 0 0,0 0 0,0 0 0,0 0 0,0 0 0,0 1 0,19-24 0,268-361 0,94-93-534,-255 341 266,184-156 1,-292 277 267,-9 7 0,-1 0 0,2 1 0,-1 0 0,1 0 0,0 1 0,0 0 0,21-8 0,-30 14-1,-1-1 0,1 1 0,0 0-1,0 0 1,0-1 0,0 1 0,0 0 0,0 0 0,1 0-1,-1 0 1,0 0 0,0 1 0,0-1 0,0 0 0,0 0-1,-1 1 1,1-1 0,0 0 0,0 1 0,0-1-1,0 1 1,0-1 0,0 1 0,0 0 0,-1-1 0,1 1-1,0 0 1,-1-1 0,1 1 0,0 0 0,-1 0-1,1 0 1,0 1 0,0 2 21,0-1 0,0 1 0,0-1 0,-1 1 0,1 0 0,-1-1 0,0 1 0,0-1 0,-1 5 0,-4 16 117,0 0-1,-2 0 1,-1-1-1,0 0 0,-22 39 1,-15 22-123,-3-1 1,-4-3 0,-94 111 0,-221 192 16,290-313-31,-70 73 0,166-158 0,461-440-992,-275 252 635,184-167 265,8 25 110,-226 218-18,-156 117 0,2 0 0,-1 1 0,1 0 0,1 1 0,23-6 0,-39 13 0,1 0 0,0 0 0,0 0 0,0 1 0,0-1 0,-1 1 0,1 0 0,0 0 0,0 0 0,0 0 0,0 1 0,0-1 0,0 1 0,0 0 0,-1-1 0,1 1 0,0 0 0,-1 1 0,1-1 0,-1 0 0,1 1 0,-1 0 0,1-1 0,1 3 0,-1 0 0,-1 0 0,0 0 0,0 0 0,0 0 0,-1 0 0,1 0 0,-1 0 0,0 0 0,0 1 0,-1-1 0,1 0 0,-1 1 0,0-1 0,0 0 0,-1 5 0,-1 13 0,-1 0 0,-1-1 0,-1 1 0,-14 34 0,-42 86 0,-17 16 44,-7-3 0,-7-3 0,-7-5 0,-5-5 0,-137 143 0,184-227 12,-3-2-1,-2-3 1,-86 56-1,134-100 170,1 0-1,-22 8 0,34-16-216,0 0 1,-1-1 0,1 1-1,0-1 1,-1 1-1,1-1 1,0 1-1,-1-1 1,1 0-1,-1 0 1,1 1 0,-1-1-1,1 0 1,-1 0-1,1-1 1,0 1-1,-1 0 1,1 0-1,-1-1 1,1 1 0,0-1-1,-1 1 1,1-1-1,0 1 1,-1-1-1,1 0 1,0 0-1,-2-1 1,2 0-8,0-1 0,0 0 0,0 1 0,0-1 0,0 0 0,0 0-1,1 0 1,-1 0 0,1 1 0,0-1 0,0 0 0,0 0 0,0 0 0,2-5 0,1-14-1,2 1 1,0 0 0,1 0-1,10-22 1,46-91-2,11-7-199,6 4 0,150-197 0,-154 239 80,5 5 0,3 3 0,3 3 0,102-74-1,-104 100 121,-43 38 0,-41 19 0,1 1 0,-1 0 0,0 0 0,1 0 0,-1 0 0,1-1 0,-1 1 0,1 0 0,-1 0 0,0 0 0,1 0 0,-1 0 0,1 0 0,-1 0 0,1 0 0,-1 0 0,1 0 0,-1 1 0,0-1 0,1 0 0,-1 0 0,1 0 0,-1 0 0,0 1 0,1-1 0,0 1 0,-1 0 0,0 0 0,0 0 0,0 0 0,0 0 0,-1 0 0,1 0 0,0 0 0,0 0 0,-1 0 0,1 0 0,0 0 0,-1-1 0,1 1 0,-1 0 0,0 0 0,1 0 0,-2 1 0,-24 31 0,-57 57 0,64-72 0,-375 338-40,-25-32 244,299-234 797,101-76-956,40-32-54,1402-1012-3206,-1159 865 2729,-40 35 405,-55 49 81,-157 75 0,0 2 0,1 0 0,0 0 0,0 1 0,0 1 0,21-2 0,-31 4 0,0 0 0,0 0 0,-1 0 0,1 1-1,0-1 1,-1 1 0,1-1 0,0 1-1,-1 0 1,1 0 0,-1 0 0,1 0 0,-1 1-1,1-1 1,-1 0 0,0 1 0,0 0-1,0 0 1,0-1 0,0 1 0,0 1 0,0-1-1,-1 0 1,2 2 0,-1 2 14,0-1 0,-1 0 0,1 0 0,-1 0 0,0 1 1,-1-1-1,0 0 0,1 1 0,-1-1 0,-1 1 0,-1 9 0,-3 10 166,-1 1 0,-1-1-1,-14 34 1,-45 79 69,-3-17 204,-92 123 0,-105 95 133,99-146-618,-254 227-1,410-410 28,-78 66 174,75-68 294,14-8-457,0 0 0,-1 0 0,1 0 0,0 0 0,0 0 0,0 0 0,0 0 1,0 0-1,-1 0 0,1 0 0,0 0 0,0 0 0,0 0 0,0 0 0,0 0 0,0 0 0,0 0 0,-1 0 0,1 0 0,0-1 1,0 1-1,0 0 0,0 0 0,0 0 0,0 0 0,0 0 0,0 0 0,0 0 0,-1 0 0,1 0 0,0-1 0,0 1 0,0 0 1,0 0-1,0 0 0,0 0 0,0 0 0,0 0 0,0-1 0,0 1 0,0 0 0,0 0 0,0 0 0,0 0 0,0 0 0,0 0 1,0-1-1,0 1 0,11-27 206,191-321-109,23 15-691,-167 249 199,19-28 66,300-428-734,-356 510 1057,-12 16 0,1 0 0,0 0 0,1 1 0,16-15 0,-19 26 0,-6 12 0,-6 11 135,0 0 0,-2 0 0,0-1 1,-2 0-1,-18 37 0,19-42 6,-46 93 288,-115 173 1,-111 82-615,189-265 185,-4-4 0,-197 151 0,159-152 0,-283 151 0,319-198 0,94-45 0,-6 3 0,0-1 0,-1 0 0,0 0 0,-14 3 0,22-6 0,-1 0 0,1 0 0,-1 0 0,0 0 0,1 0 0,-1 0 0,1 0 0,-1 0 0,1-1 0,-1 1 0,0 0 0,1-1 0,-1 0 0,1 1 0,0-1 0,-1 0 0,1 0 0,-1 1 0,1-1 0,0 0 0,0-1 0,0 1 0,-1 0 0,1 0 0,0 0 0,0-1 0,1 1 0,-1 0 0,0-1 0,0 1 0,0-3 0,-1-1 0,1-1 0,0 1 0,0-1 0,1 1 0,-1-1 0,1 0 0,0 1 0,1-1 0,-1 0 0,1 1 0,2-9 0,3-8 0,17-40 0,7 2-36,2 0 1,3 2-1,63-79 0,-2 16-486,221-213 0,156-52-1021,-249 240 1098,-186 124 421,0 2 1,59-21-1,-88 37 24,0 1 0,1 1 0,0-1 0,-1 1 0,1 1 0,0 0 0,19 1 0,-26 0 0,-1 0 0,0 1 0,1 0 0,-1-1 0,1 1 0,-1 0 0,0 0 0,0 0 0,0 1 0,1-1 0,-1 0 0,0 1 0,-1 0 0,1-1 0,0 1 0,0 0 0,-1 0 0,1 0 0,-1 0 0,0 0 0,1 0 0,-1 0 0,0 0 0,0 1 0,0-1 0,-1 0 0,1 1 0,0-1 0,-1 1 0,0-1 0,1 1 0,-1-1 0,-1 4 0,1 8 0,-1 0 0,0 0 0,-1 0 0,-1 0 0,0 0 0,-9 23 0,-41 88 0,45-107 0,-86 177 135,-8-4-1,-8-5 0,-9-5 0,-229 271 0,322-422 60,17-18-3,0-1 0,-1 1 0,-1-2 0,1 0 0,-2 0-1,1-1 1,-20 12 0,31-21-181,0 0 0,-1 1-1,1-1 1,-1 0 0,1 1-1,0-1 1,-1 0 0,1 0 0,-1 0-1,1 1 1,-1-1 0,1 0-1,-1 0 1,1 0 0,-1 0-1,1 0 1,-1 0 0,1 0-1,-1 0 1,1 0 0,-1 0 0,1 0-1,-1 0 1,1 0 0,-1 0-1,1-1 1,-1 1 0,1 0-1,-1 0 1,1-1 0,-1 1 0,1 0-1,0 0 1,-1-1 0,1 1-1,0-1 1,-1 1 0,1 0-1,0-1 1,-1 1 0,1-1-1,0 1 1,0 0 0,-1-1 0,1 1-1,0-1 1,0 1 0,0-1-1,0 1 1,-1-2 0,2-4 0,-1 0 0,1 0 1,0 0-1,0 0 0,0 0 1,1 0-1,4-10 0,46-104-10,39-60 0,425-661-891,65 39-169,-499 699 948,-81 102 112,5-6 0,0 0 0,1 1 0,0-1 0,9-6 0,-15 13 0,0-1 0,0 1 0,0-1 0,0 0 0,0 1 0,-1-1 0,1 1 0,0 0 0,0-1 0,0 1 0,0 0 0,1 0 0,-1 0 0,0 0 0,0-1 0,0 1 0,0 1 0,0-1 0,0 0 0,0 0 0,0 0 0,0 0 0,0 1 0,0-1 0,0 1 0,0-1 0,0 0 0,0 1 0,0 0 0,-1-1 0,1 1 0,0-1 0,0 1 0,0 0 0,-1 0 0,1 0 0,0-1 0,-1 1 0,1 0 0,-1 0 0,1 0 0,0 2 0,2 3-1,-1 0 1,0 1-1,0-1 1,-1 1-1,1-1 1,0 14-1,-2 48 99,0-52-29,-4 98 326,-6 0 0,-4-1 0,-5 0 0,-5-2 0,-4 0 0,-52 127-1,46-163-351,-3-1-1,-83 124 0,117-193-42,0-1 0,-1 1 0,1 0 0,-1-1 0,0 0 0,-7 6 0,11-10 0,-1 0 0,1 0 0,0 1 0,-1-1 0,1 0 0,-1 0 0,1 0 0,-1 1 0,1-1 0,0 0 0,-1 0 0,1 0 0,-1 0 0,1 0 0,-1 0 0,1 0 0,-1 0 0,1 0 0,-1 0 0,1 0 0,-1 0 0,1-1 0,0 1 0,-1 0 0,1 0 0,-1 0 0,1-1 0,-1 1 0,1 0 0,0 0 0,-1-1 0,1 1 0,0 0 0,-1-1 0,1 1 0,0 0 0,0-1 0,-1 1 0,1-1 0,0 1 0,0-1 0,-1 1 0,1 0 0,0-1 0,0 1 0,0-1 0,0 1 0,0-1 0,0 1 0,0-1 0,0 1 0,0-1 0,-1-6 0,1 1 0,0-1 0,0 1 0,1-1 0,-1 0 0,1 1 0,4-12 0,20-54 0,-17 48 0,44-105 0,71-128 0,89-119 0,-155 276 0,-19 29 0,-24 42 0,22-33 0,-35 61 0,-1 0 0,0 0 0,1 0 0,0 1 0,-1-1 0,1 0 0,0 0 0,-1 0 0,1 0 0,0 1 0,0-1 0,0 0 0,-1 1 0,1-1 0,0 1 0,0-1 0,0 1 0,0-1 0,1 0 0,-1 2 0,0 0 0,0 0 0,-1 0 0,1 0 0,0 0 0,-1 0 0,1 0 0,-1 0 0,0 0 0,1 1 0,-1-1 0,0 0 0,1 0 0,-1 0 0,0 0 0,0 1 0,0-1 0,0 0 0,0 0 0,-1 2 0,0 44 0,-2-1 0,-2 0 0,-12 52 0,-46 140 0,24-118 0,-6-2 0,-5-1 0,-4-3 0,-6-3 0,-144 203 0,167-261 0,18-25 0,-32 37 0,48-62 0,0 0 0,0 0 0,0-1 0,-1 1 0,1-1 0,-1 0 0,1 0 0,-1 0 0,0-1 0,0 1 0,0-1 0,0 0 0,0 0 0,0 0 0,0 0 0,0-1 0,0 0 0,0 0 0,-1 0 0,1 0 0,0-1 0,0 1 0,-8-3 0,-5-3 0,-1 0 0,1-1 0,0-1 0,-17-11 0,8 5 0,6 4 0,-40-23 0,57 31 0,-1 0 0,1 0 0,0-1 0,0 0 0,0 0 0,0 0 0,0 0 0,1 0 0,-1 0 0,1-1 0,0 1 0,-3-8 0,4 11 0,1-1 0,0 0 0,0 0 0,0 0 0,0 0 0,0 0 0,0 0 0,0 1 0,0-1 0,0 0 0,0 0 0,0 0 0,1 0 0,-1 1 0,0-1 0,1 0 0,-1 0 0,0 0 0,1 1 0,-1-1 0,1 0 0,-1 1 0,1-1 0,0 0 0,-1 1 0,1-1 0,0 1 0,-1-1 0,1 1 0,0-1 0,0 1 0,-1-1 0,1 1 0,0 0 0,0-1 0,0 1 0,-1 0 0,1 0 0,0 0 0,0 0 0,1 0 0,3-1 0,-1 0 0,1 1 0,-1 0 0,1 0 0,-1 0 0,9 2 0,6 4 0,1 0 0,-2 2 0,1 1 0,-1 0 0,21 15 0,-24-15 0,0 1 0,1-2 0,0 0 0,0-1 0,0 0 0,1-2 0,25 6 0,-33-10 0,-1-1 0,1 0 0,-1-1 0,0 0 0,1 0 0,-1 0 0,12-5 0,57-23 0,-37 12 0,-19 9 0,-10 3 0,0 0 0,1 1 0,-1 1 0,23-4 0,-31 6 0,0 1 0,-1 0 0,1 0 0,-1 0 0,1 0 0,0 1 0,-1-1 0,1 1 0,-1-1 0,1 1 0,-1 0 0,1 0 0,-1 0 0,0 1 0,1-1 0,-1 0 0,0 1 0,0-1 0,0 1 0,0 0 0,0 0 0,0 0 0,-1 0 0,1 0 0,-1 0 0,1 0 0,1 5 0,1 1 0,-2 0 0,1 0 0,-1 1 0,0-1 0,-1 1 0,0 0 0,0-1 0,-1 10 0,-6 71 0,5-84 0,0 5 0,0-1 0,-1 0 0,0 0 0,0 1 0,-1-1 0,-6 13 0,7-19 0,1 0 0,-1 0 0,0 0 0,-1 0 0,1-1 0,0 1 0,-1-1 0,1 1 0,-1-1 0,0 0 0,0 0 0,0 0 0,0 0 0,0-1 0,0 1 0,-1-1 0,1 0 0,0 0 0,-1 0 0,-5 1 0,-15 0 0,-1 0 0,1-1 0,0-2 0,-35-4 0,-98-25 0,24 4 0,128 25 0,0 0 0,0 0 0,0 0 0,1-1 0,-1 0 0,0 1 0,1-2 0,-1 1 0,1 0 0,-1-1 0,1 0 0,-5-4 0,5 2 0,-1 0 0,1-1 0,0 1 0,0-1 0,1 0 0,0 1 0,0-2 0,-4-11 0,-2-10 0,1 0 0,2 0 0,-3-30 0,-2-88 0,9 96 0,-2 1 0,-2-1 0,-16-59 0,15 73 0,1-1 0,1 0 0,2 0 0,2 0 0,4-41 0,-2 11 0,-1 66 0,0-5 0,-1 1 0,1-1 0,1 0 0,-1 0 0,1 0 0,0 0 0,1 0 0,-1 1 0,1-1 0,0 0 0,4-7 0,-6 13 0,1-1 0,-1 0 0,0 1 0,1-1 0,-1 1 0,0-1 0,1 1 0,-1-1 0,1 1 0,-1-1 0,1 1 0,-1 0 0,1-1 0,0 1 0,-1 0 0,1-1 0,-1 1 0,1 0 0,0 0 0,-1-1 0,1 1 0,0 0 0,-1 0 0,1 0 0,0 0 0,-1 0 0,1 0 0,0 0 0,-1 0 0,1 0 0,0 0 0,-1 0 0,1 1 0,-1-1 0,1 0 0,0 1 0,2 0 0,-1 1 0,0 0 0,0 0 0,0 0 0,-1 0 0,1 0 0,0 0 0,1 4 0,5 8 0,-1 0 0,-1 0 0,0 0 0,-1 1 0,5 22 0,8 80 0,-16-101 0,5 39 0,-2 0 0,-2 0 0,-8 87 0,2-120 0,0-1 0,-2 1 0,0 0 0,-2-1 0,0 0 0,-1-1 0,-1 1 0,-1-2 0,-1 1 0,0-1 0,-26 31 0,25-37 0,-1 0 0,0-1 0,-1-1 0,0 0 0,-1 0 0,0-2 0,0 0 0,-1-1 0,0 0 0,-1-1 0,1-1 0,-1-1 0,-1 0 0,1-1 0,-1-1 0,1-1 0,-31 0 0,40-2 0,1 0 0,0-1 0,0-1 0,0 1 0,0-1 0,0 0 0,0 0 0,1-1 0,-1 0 0,1 0 0,-1-1 0,1 0 0,0 0 0,0 0 0,1-1 0,0 0 0,-1 0 0,2 0 0,-10-12 0,2-2 0,1-1 0,0 0 0,1-1 0,-13-42 0,2-8 0,2-1 0,3-1 0,4 0 0,3-1 0,3 0 0,6-110 0,17 20 0,-11 135 0,0 1 0,2 0 0,16-40 0,-22 64 0,0-1 0,1 1 0,-1 0 0,1-1 0,0 1 0,3-4 0,-5 8 0,-1-1 0,0 1 0,1-1 0,-1 1 0,1 0 0,-1-1 0,1 1 0,-1 0 0,1 0 0,-1-1 0,1 1 0,0 0 0,-1 0 0,1 0 0,-1 0 0,1 0 0,-1-1 0,1 1 0,0 0 0,-1 0 0,2 1 0,-1-1 0,0 1 0,-1-1 0,1 1 0,0-1 0,0 1 0,0-1 0,0 1 0,-1 0 0,1 0 0,0-1 0,-1 1 0,1 0 0,-1 0 0,1 0 0,-1 0 0,2 1 0,2 9 0,0-1 0,-1 1 0,0 0 0,0 0 0,2 20 0,0 63 0,-4-66 0,0-7 0,0 0 0,0-1 0,-1 1 0,-2 0 0,-4 25 0,6-42 0,-1 1 0,-1 0 0,1-1 0,-1 1 0,0-1 0,0 0 0,0 1 0,0-1 0,-1 0 0,1 0 0,-1-1 0,0 1 0,-1 0 0,1-1 0,-1 0 0,1 0 0,-1 0 0,0 0 0,0-1 0,0 1 0,0-1 0,-1 0 0,1 0 0,-6 1 0,-9 1-273,0-1 0,0-1 0,0 0 0,-21-2 0,-25-2-6553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9:45:34.3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24575,'0'-1'-8191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9:45:35.7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1378 21 24575,'-120'-9'0,"16"0"0,-587 7 0,354 4 0,211-2-1365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9:54:34.8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489 273 24575,'13'-1'0,"0"0"0,25-5 0,14-3 0,63 0 0,153-16 0,-81 5 0,220 5 0,2169 19 0,-1384-6 0,-1149 1 0,2 1 0,56 6 0,-96-6 0,18 5 0,-23-5 0,1 0 0,0 0 0,-1 0 0,1 1 0,0-1 0,-1 0 0,1 0 0,0 1 0,-1-1 0,1 1 0,-1-1 0,1 0 0,-1 1 0,1-1 0,-1 1 0,1 0 0,-1-1 0,1 1 0,-1-1 0,0 1 0,1 0 0,-1-1 0,0 1 0,1 1 0,-1-2 0,0 1 0,0 0 0,-1-1 0,1 1 0,0-1 0,0 1 0,-1 0 0,1-1 0,0 1 0,0-1 0,-1 1 0,1-1 0,-1 1 0,1-1 0,-1 1 0,1-1 0,0 1 0,-1-1 0,0 1 0,1-1 0,-1 0 0,1 1 0,-1-1 0,1 0 0,-1 1 0,0-1 0,1 0 0,-2 0 0,-21 6 0,19-5 0,-55 8 0,0-3 0,-113-4 0,105-2 0,-2110-3 0,2002-11 0,32 0 0,-43 0 0,-52-1 0,235 15 0,-55-1 0,-78-9 0,107 6 0,-30-4 0,1-3 0,-88-27 0,64 10 0,-157-32 0,162 51 0,0 3 0,-127 7 0,86 2 0,-402-3 0,498-1 0,0-1 0,-40-9 0,50 8 0,7 5 0,8 4 0,11 11 0,-10-13 0,315 418 0,-305-401 0,0 1 0,-2 1 0,0 0 0,-2 1 0,0 0 0,-2 1 0,10 45 0,-15-56 0,-2 0 0,0 0 0,0 0 0,-1 0 0,-1 0 0,0 0 0,-1 0 0,-1-1 0,0 1 0,-1 0 0,0-1 0,-1 0 0,-1 0 0,0 0 0,-14 21 0,-43 48 0,31-42 0,30-38 0,1 0 0,-1 0 0,0 1 0,0-1 0,1 1 0,-1-1 0,1 1 0,-2 3 0,3-5 0,0 0 0,0 0 0,0-1 0,0 1 0,0 0 0,0 0 0,0 0 0,1-1 0,-1 1 0,0 0 0,0 0 0,1 0 0,-1-1 0,0 1 0,1 0 0,-1-1 0,1 1 0,-1 0 0,0-1 0,1 1 0,0-1 0,-1 1 0,1 0 0,-1-1 0,1 1 0,0-1 0,-1 0 0,1 1 0,0-1 0,0 0 0,-1 1 0,2-1 0,5 3 0,-1-1 0,0 0 0,1 0 0,-1-1 0,1 0 0,0 0 0,7 0 0,56-3 0,-60 1 0,372-43 34,-125 11-223,261-10-603,-211 20 805,-375 21-13,-529-25-341,235 5 292,320 21 259,23 1-118,0 0-1,0-1 0,1-1 0,-1-1 0,-36-10 0,54 13-91,0-1 0,0 1 0,0 0 0,-1-1 0,1 0 0,0 1 0,0-1 0,0 0 0,0 1 0,0-1 0,0 0 0,0 0 0,0 0 0,0 0 0,0 0 0,1 0 0,-1 0 0,0 0 0,1 0 0,-1 0 0,1 0 0,-1-1 0,1 1 0,-1 0 0,1 0 0,0 0 0,0-1 0,0 1 0,-1 0 0,1-1 0,0 1 0,1 0 0,-1 0 0,0-1 0,1-1 0,1-2 0,0 0 0,1 0 0,-1 1 0,1-1 0,0 1 0,1 0 0,5-6 0,17-17 48,1 2-1,2 2 0,0 0 0,2 2 1,58-31-1,180-65 236,-214 97-283,66-16 0,-93 33 0,-28 3 0,-1 0 0,1 0 0,0 0 0,0 0 0,0 0 0,0 0 0,0 0 0,0 0 0,0 0 0,0 0 0,0 0 0,0 0 0,0 1 0,0-1 0,0 0 0,0 0 0,0 0 0,-1 0 0,1 0 0,0 0 0,0 0 0,0 0 0,0 0 0,0 0 0,0 0 0,0 0 0,0 0 0,0 0 0,0 0 0,0 0 0,0 1 0,0-1 0,0 0 0,0 0 0,0 0 0,0 0 0,0 0 0,0 0 0,0 0 0,0 0 0,0 0 0,0 0 0,0 0 0,0 0 0,0 0 0,0 0 0,0 1 0,0-1 0,0 0 0,0 0 0,0 0 0,0 0 0,1 0 0,-1 0 0,0 0 0,0 0 0,0 0 0,0 0 0,0 0 0,0 0 0,0 0 0,0 0 0,0 0 0,0 0 0,0 0 0,-15 7 0,-24 4 0,0-2 0,-2-1 0,1-2 0,-57 0 0,62-3 0,-512 17-425,0-19-168,375-2 535,58 0 58,78 0 0,75 1 0,1488-1-2025,-1282 2 2013,-210-1 0,7-1 216,1 2-1,-1 2 1,77 16 0,-117-19-194,0 0-1,0 0 1,0 1-1,0 0 1,0-1-1,0 1 1,-1 0-1,1 0 1,0 0 0,0 0-1,0 0 1,-1 0-1,1 0 1,0 1-1,-1-1 1,0 1-1,1-1 1,-1 1 0,0 0-1,2 2 1,-3-3-12,0 1 1,-1-1-1,1 1 0,0 0 1,-1-1-1,1 1 0,-1-1 1,1 0-1,-1 1 1,0-1-1,0 1 0,1-1 1,-1 0-1,0 0 1,0 1-1,0-1 0,-1 0 1,1 0-1,0 0 1,0 0-1,-1 0 0,1-1 1,0 1-1,-2 1 1,-8 4 1,0 0 0,0 0 0,-1-1 0,1 0 0,-16 3 0,-71 14 0,-219 11 0,-2-26 0,289-6 0,-10-1 39,13 1 197,-1-1 0,1-1 0,-35-6 0,45 0 395,17 7-623,0 0 0,0 0 0,0 0 0,0-1 0,0 1 0,0 0 0,0 0 0,-1 0 0,1 0 0,0-1 0,0 1 0,0 0 0,0 0 0,0 0 0,0-1 0,0 1 0,0 0 0,0 0 0,0 0 1,0-1-1,1 1 0,-1 0 0,0 0 0,0 0 0,0-1 0,0 1 0,0 0 0,0 0 0,0 0 0,0 0 0,1-1 0,-1 1 0,0 0 0,0 0 0,0 0 0,0 0 0,0 0 0,1 0 0,-1-1 0,28-10 176,20 1-174,1 3 0,70-3 1,-106 9-12,-5 1 1,6-1 0,0 0 0,0 1 0,0 1 0,21 3 0,-33-4 0,0 1 0,0-1 0,0 1 0,0-1 0,1 1 0,-1 0 0,0 0 0,0-1 0,0 2 0,-1-1 0,1 0 0,0 0 0,0 1 0,0-1 0,-1 1 0,1-1 0,-1 1 0,1 0 0,-1-1 0,0 1 0,0 0 0,0 0 0,0 0 0,0 0 0,0 0 0,0 0 0,-1 0 0,1 1 0,-1-1 0,1 0 0,-1 0 0,0 0 0,0 1 0,0-1 0,-1 4 0,0 2 0,-1 0 0,0-1 0,-1 1 0,1 0 0,-2-1 0,1 0 0,-1 0 0,-6 9 0,-46 56 0,48-62 0,-45 52 0,-4-3 0,-1-1 0,-4-4 0,-1-2 0,-3-3 0,-115 65 0,160-103 0,0-1 0,0 0 0,-1-2 0,0-1 0,-31 7 0,39-14 0,14-1 0,-1 1 0,1 0 0,0 0 0,0 0 0,0 0 0,0 0 0,0 0 0,0 0 0,0 0 0,0 0 0,0 0 0,0 0 0,-1 0 0,1-1 0,0 1 0,0 0 0,0 0 0,0 0 0,0 0 0,0 0 0,0 0 0,0 0 0,0-1 0,0 1 0,0 0 0,0 0 0,0 0 0,0 0 0,0 0 0,0 0 0,0 0 0,0-1 0,0 1 0,0 0 0,0 0 0,0 0 0,0 0 0,0 0 0,0 0 0,0 0 0,1-1 0,-1 1 0,0 0 0,0 0 0,0 0 0,0 0 0,0 0 0,0 0 0,0 0 0,0 0 0,0 0 0,1 0 0,-1 0 0,0 0 0,0 0 0,0 0 0,0-1 0,0 1 0,48-24 0,148-59-271,296-81 0,223 12-271,-592 136 542,-112 14 0,0 1 0,0 1 0,22 1 0,-33-1 0,0 0 0,1 0 0,-1 0 0,1 0 0,-1 0 0,0 0 0,1 0 0,-1 0 0,1 0 0,-1 0 0,0 0 0,1 1 0,-1-1 0,1 0 0,-1 0 0,0 0 0,1 0 0,-1 1 0,0-1 0,1 0 0,-1 1 0,0-1 0,0 0 0,1 0 0,-1 1 0,0-1 0,0 1 0,1-1 0,-1 0 0,0 1 0,0-1 0,0 0 0,0 1 0,0-1 0,0 1 0,1-1 0,-1 0 0,0 1 0,0-1 0,0 1 0,0-1 0,0 0 0,-1 1 0,1-1 0,0 1 0,0-1 0,0 0 0,0 1 0,0-1 0,0 1 0,-1-1 0,1 0 0,0 1 0,0-1 0,-1 0 0,1 1 0,-4 3 0,0-1 0,1 1 0,-1-1 0,0 0 0,0-1 0,-1 1 0,1-1 0,-8 4 0,-45 14 0,1-5-74,0-2-1,-1-3 1,-101 4-1,94-11-6734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9:54:39.7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3741 2265 24575,'-2'2'0,"0"0"0,0 0 0,0 0 0,-1-1 0,1 1 0,-1-1 0,1 0 0,-1 1 0,-5 0 0,-6 4 0,-23 8 0,-1-2 0,0-2 0,-65 9 0,-97 0 0,3-17-703,-309-37 0,-190-82-702,485 66 1515,175 41 38,0-2 0,-41-19-1,71 28-135,0-1-1,-1 1 1,1-1 0,0 0-1,1 0 1,-1-1-1,1 1 1,0-1-1,0 0 1,0-1-1,-4-6 1,7 8-13,1 0-1,-1 1 1,1-1 0,0 0-1,0 0 1,0 1 0,1-1-1,-1 0 1,1 0 0,0 0-1,0 0 1,0 0 0,1 0-1,-1 0 1,1 0 0,0 0-1,0 1 1,0-1 0,1 0-1,3-6 1,2-4 1,2 0 0,-1 0 0,2 1 0,0 0 0,1 0 0,12-11 0,5-1 0,54-41 0,-28 31-90,2 2 0,114-50 0,136-27-523,444-107 129,-339 104 445,492-159-147,-851 253 186,-34 8 272,-19 6 9,-12 2 47,-20 0 124,0 2 0,0 1 1,-40 6-1,2 0 45,-1196 17-1672,1023-23 691,99 0 76,-354-2-481,278-8 826,199 8 63,0-1 0,0 0 0,-36-12 0,56 15 0,0-1 0,0 0 0,0 0 0,0 0 0,0 0 0,0 0 0,1 0 0,-1-1 0,0 1 0,1-1 0,-3-2 0,4 4 0,-1-1 0,1 1 0,0-1 0,0 0 0,-1 1 0,1-1 0,0 1 0,0-1 0,0 0 0,0 1 0,0-1 0,0 0 0,0 1 0,0-1 0,0 1 0,0-1 0,0 0 0,0 1 0,1-1 0,-1 1 0,0-1 0,0 0 0,1 1 0,-1-1 0,0 1 0,1-1 0,-1 1 0,0-1 0,1 0 0,6-4 0,1-1 0,-1 2 0,1-1 0,0 1 0,0 0 0,0 0 0,0 1 0,12-3 0,158-44 0,87-11-164,1347-205-822,-1451 247 1103,-151 18-117,0 0 0,0 1 0,0 0 0,14 3 0,-24-3 0,0 0 0,1 0 0,-1 0 0,0 0 0,0 0 0,0 0 0,1 0 0,-1 0 0,0 0 0,0 0 0,1 0 0,-1 0 0,0 0 0,0 0 0,0 0 0,1 0 0,-1 0 0,0 1 0,0-1 0,0 0 0,0 0 0,1 0 0,-1 0 0,0 1 0,0-1 0,0 0 0,0 0 0,0 0 0,1 0 0,-1 1 0,0-1 0,0 0 0,0 0 0,0 1 0,0-1 0,0 0 0,0 0 0,0 0 0,0 1 0,0-1 0,0 0 0,0 0 0,0 1 0,0-1 0,0 0 0,0 0 0,0 0 0,0 1 0,0-1 0,-1 0 0,1 0 0,0 0 0,0 1 0,-3 1 0,1 0 0,-1 0 0,0 0 0,0 0 0,0-1 0,0 1 0,-4 1 0,-46 15 0,0-1 0,-102 16 0,-79 2 164,-72-7 493,-456 6-1370,2-26-32,456-10 745,89-11 0,203 12 0,-1-1 0,1 0 0,0-1 0,0 0 0,0-1 0,1-1 0,-15-7 0,24 11 0,1 1 0,-1-2 1,1 1-1,-1 0 0,1 0 0,-1 0 0,1-1 0,0 1 0,0-1 0,-1 1 0,1-1 1,0 1-1,0-1 0,1 0 0,-1 1 0,-1-4 0,2 4 0,0 0 0,0-1 0,0 1-1,0 0 1,0-1 0,0 1 0,1 0 0,-1 0-1,0-1 1,1 1 0,-1 0 0,1-1 0,-1 1-1,1 0 1,0 0 0,-1 0 0,3-2 0,2-3 23,1 0 1,0 1 0,1 0-1,-1 0 1,1 1-1,10-6 1,38-16 344,1 3-1,0 1 1,70-15 0,456-85 821,8 58-1450,-447 57 148,-136 7 113,0 0 0,0 0 0,-1 1 0,1 0 0,0 0 0,-1 0 0,1 1 0,6 3 0,-12-5 0,-1 0 0,0 0 0,1 0 0,-1 1 0,0-1 0,1 0 0,-1 0 0,0 1 0,1-1 0,-1 0 0,0 1 0,1-1 0,-1 0 0,0 1 0,0-1 0,1 0 0,-1 1 0,0-1 0,0 1 0,0-1 0,0 0 0,0 1 0,0-1 0,1 1 0,-1-1 0,0 1 0,0 0 0,-1 0 0,1 0 0,-1-1 0,1 1 0,-1 0 0,1 0 0,-1 0 0,1-1 0,-1 1 0,0 0 0,1 0 0,-1-1 0,0 1 0,0-1 0,1 1 0,-3 0 0,-7 4 0,0 0 0,-1-1 0,0-1 0,1 0 0,-15 3 0,-131 17 0,-75-6-164,-75-5-602,-1162-2-1037,1228-20 1897,196 6 94,-59-12-1,65 3-108,36 13-78,1-1 0,0 0 0,0 1 0,0-1 1,-1 0-1,1 0 0,0 0 0,0 0 0,0 0 1,0 0-1,0 0 0,1 0 0,-1 0 0,0-1 1,0 0-1,1 1-1,-1 0-1,1 0 1,0 0 0,0 0-1,0 0 1,0 0 0,0 1 0,0-1-1,1 0 1,-1 0 0,0 0-1,0 0 1,1 0 0,-1 1 0,0-1-1,1 0 1,-1 0 0,1 0 0,-1 1-1,1-1 1,0-1 0,3-1 0,-1-1 1,1 1-1,0 0 0,-1 1 1,9-6-1,10-2 0,0 0 0,1 2 0,26-7 0,66-14 114,213-23 0,127 21 114,148 19-64,-572 12-24,-6 0 192,1 0 1,-1 1-1,0 2 1,38 8-1,-61-11-284,0 1 0,0-1-1,0 1 1,0-1 0,0 1 0,0 0-1,0 0 1,0 0 0,0 0 0,-1 1-1,1-1 1,0 0 0,-1 1-1,1-1 1,-1 1 0,1 0 0,-1-1-1,2 4 1,-3-4-35,1 1 0,-1-1 1,0 1-1,0-1 0,0 1 0,0-1 0,0 1 0,0-1 0,0 1 1,0-1-1,-1 1 0,1-1 0,-1 1 0,1-1 0,-1 1 0,0-1 1,1 0-1,-1 1 0,-2 1 0,-4 6 15,-1 0 1,0-1-1,-1 0 0,1 0 0,-13 7 1,-51 37 332,-100 53 0,122-79-241,-1-2-1,0-2 0,-63 16 0,79-30-119,29-9 0,9-3 0,9-2 0,-1 1 0,1 0 0,0 1 0,16-4 0,8-3 0,445-125-346,9 52-1,-453 79 347,0 2 0,-1 2 0,68 6 0,-102-5 0,1 0 0,-1 1 0,1-1 0,-1 1 0,0-1 0,1 1 0,-1 0 0,0 0 0,0 0 0,0 0 0,1 1 0,-1-1 0,0 1 0,2 1 0,-3-1 0,-1-1 0,0 0 0,1 0 0,-1 0 0,0 0 0,0 0 0,0 0 0,0 0 0,0 1 0,0-1 0,0 0 0,0 0 0,0 0 0,-1 0 0,1 0 0,0 1 0,-1-1 0,1 0 0,-1 0 0,1 0 0,-1 0 0,1 0 0,-1 0 0,0-1 0,1 1 0,-1 0 0,0 0 0,0 0 0,-2 1 0,-4 5 0,-1 0 0,0 0 0,0-1 0,0 0 0,-14 7 0,-52 23 0,65-31 0,-91 36-2,-1-3 0,-110 24 0,-210 29 42,266-61 42,140-27-4,-9 2 88,1 0 1,-41 15-1,54-13-166,12-3 0,19 0 0,-1-4 0,0-1 0,0-1 0,0 0 0,27-8 0,78-29 0,-55 12-273,-1-4 0,-1-3 0,-2-3 0,73-54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9:54:49.9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1988 0 24148,'-759'999'0,"-425"-1413"0,1899 1445 0,-1475-33 0,1962-1359 0,-488 1392 0,-686-2285 0,1173 892 0,-2385-52 0,1211-840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0:38.8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4446 1 24575,'-1'23'0,"-1"1"0,-1 0 0,-1-1 0,-13 43 0,-40 85 0,34-97 0,-205 546 0,182-476 0,42-111 0,1-3 0,-1 0 0,0-1 0,-1 1 0,-6 9 0,9-18 0,2-7 0,6-13 0,181-338 0,-102 207 0,-42 71 0,83-148 0,16 15 0,-140 210 0,-1 0 0,1 0 0,0 0 0,0 0 0,0 1 0,0-1 0,0 0 0,3-1 0,-5 3 0,1-1 0,-1 1 0,1 0 0,-1 0 0,1 0 0,-1 0 0,0 0 0,1 0 0,-1-1 0,1 1 0,-1 0 0,1 0 0,-1 0 0,1 1 0,-1-1 0,1 0 0,-1 0 0,1 0 0,-1 0 0,0 0 0,1 0 0,-1 1 0,1-1 0,-1 0 0,0 0 0,1 1 0,-1-1 0,1 1 0,1 2 0,0 0 0,-1 0 0,0 0 0,1 1 0,-1-1 0,0 0 0,-1 1 0,1-1 0,-1 1 0,1-1 0,-1 4 0,2 40 0,-6 77 0,-15 51 0,15-147 0,-99 603 0,99-613 0,3-17 0,0-5 0,0-32 0,2 26 0,6-120 0,48-252 0,-50 359 0,-5 23 0,0 0 0,0 0 0,0 0 0,0 0 0,0 0 0,1 0 0,-1 0 0,0 1 0,0-1 0,0 0 0,0 0 0,0 0 0,0 0 0,0 0 0,0 0 0,0 0 0,0 0 0,1 0 0,-1 0 0,0 0 0,0 0 0,0 0 0,0 0 0,0 0 0,0 0 0,0 0 0,0 0 0,0 0 0,1 0 0,-1 0 0,0 0 0,0 0 0,0 0 0,0 0 0,0 0 0,0 0 0,0 0 0,0 0 0,0 0 0,0 0 0,1-1 0,-1 1 0,0 0 0,0 0 0,0 0 0,0 0 0,0 0 0,0 0 0,0 0 0,0 0 0,0 0 0,0 0 0,0 0 0,0-1 0,0 1 0,0 0 0,0 0 0,0 0 0,0 0 0,0 0 0,0 0 0,0 0 0,0 0 0,0-1 0,4 41 0,-5 60 0,-4 0 0,-4-1 0,-31 137 0,9-109 0,-5-1 0,-60 138 0,27-105 0,-70 186 0,128-308 0,2 0 0,2 0 0,1 1 0,-1 49 0,11 153 0,-4-228 0,4 39 0,2 0 0,17 63 0,37 95 0,-48-182 0,-5-17 0,-7-10 0,0 0 0,0 0 0,0 0 0,0 0 0,1 0 0,-1 0 0,0 0 0,0 0 0,0 0 0,0 0 0,0 0 0,0 0 0,1 0 0,-1 0 0,0 0 0,0 0 0,0 0 0,0 0 0,0 0 0,0 0 0,1 0 0,-1 0 0,0 0 0,0 0 0,0 0 0,0 0 0,0 0 0,0 0 0,0 0 0,1-1 0,-1 1 0,0 0 0,0 0 0,0 0 0,0 0 0,0 0 0,0 0 0,0 0 0,0-1 0,0 1 0,0 0 0,0 0 0,0 0 0,0 0 0,0 0 0,0 0 0,0-1 0,0 1 0,0 0 0,0 0 0,0 0 0,0 0 0,0 0 0,0 0 0,0-1 0,0 1 0,0 0 0,0 0 0,0 0 0,0 0 0,2-40 0,-6-76 0,1 49 0,-5-123 0,-7-305 0,15 489 0,2-35 0,-2 41 0,0 0 0,0-1 0,0 1 0,0-1 0,0 1 0,0-1 0,0 1 0,0-1 0,0 1 0,0-1 0,1 1 0,-1 0 0,0-1 0,0 1 0,0-1 0,1 1 0,-1 0 0,0-1 0,1 1 0,-1-1 0,0 1 0,0 0 0,1-1 0,-1 1 0,1 0 0,-1 0 0,0-1 0,1 1 0,-1 0 0,1 0 0,-1 0 0,0-1 0,1 1 0,-1 0 0,1 0 0,-1 0 0,1 0 0,-1 0 0,1 0 0,-1 0 0,1 0 0,-1 0 0,1 0 0,-1 0 0,0 0 0,1 1 0,-1-1 0,1 0 0,-1 0 0,1 0 0,-1 0 0,0 1 0,1-1 0,-1 0 0,1 1 0,-1-1 0,0 0 0,1 0 0,-1 1 0,0-1 0,0 1 0,1-1 0,-1 0 0,0 1 0,0-1 0,1 1 0,12 14 0,-1 1 0,-1 1 0,0 0 0,16 34 0,-9-16 0,141 254 0,123 238 0,-273-510 0,11 25 0,-18-40 0,-1 1 0,0 0 0,0 0 0,-1 0 0,1 0 0,-1 0 0,1 0 0,-1 0 0,0 0 0,0 0 0,-1 5 0,0-7 0,0 0 0,0 0 0,0 0 0,1 0 0,-1 0 0,-1 0 0,1 0 0,0 0 0,0 0 0,0 0 0,0 0 0,-1-1 0,1 1 0,0 0 0,-1-1 0,1 0 0,0 1 0,-1-1 0,1 0 0,-1 1 0,1-1 0,0 0 0,-1 0 0,1 0 0,-1 0 0,-2-1 0,0 1 0,-257-4 0,124-1 0,111 4 0,-33-4 0,49 3 0,0 0 0,1-1 0,-1 0 0,1 0 0,-1-1 0,-10-6 0,12 6 0,-1 0 0,1 0 0,-1 1 0,0 1 0,0-1 0,0 1 0,-1 1 0,-9-1 0,-77 3 0,44 1 0,33-2 0,-1-1 0,1-1 0,0-1 0,0 0 0,0-2 0,0 0 0,1-1 0,0-1 0,0 0 0,1-2 0,0 0 0,0 0 0,1-2 0,-21-17 0,-10-6 0,31 24 0,1-2 0,0 1 0,0-2 0,-15-17 0,23 20 0,1 0 0,0-1 0,1 1 0,0-1 0,0 0 0,-3-15 0,4 13 0,0 0 0,-1 1 0,-1-1 0,-8-13 0,12 23 0,-1 1 0,1-1 0,0 1 0,-1 0 0,1 0 0,-1 0 0,0 0 0,0 0 0,0 0 0,0 1 0,-5-2 0,-41-10 0,35 10 0,-211-37 0,75 16 0,75 12 0,-114-3 0,-76 15 0,115 2 0,-173-3 0,-277 3 0,362 16 0,-40 1 0,-158-21 0,419 1 0,-1-1 0,0-1 0,1-1 0,0 0 0,0-2 0,-23-10 0,21 9 0,1 0 0,-1 1 0,0 1 0,0 1 0,-23-3 0,24 7 0,13 0 0,0 0 0,-1 0 0,1-1 0,0 1 0,-7-3 0,10 3 0,1-1 0,-1 0 0,1 1 0,0-1 0,-1 0 0,1 0 0,0 0 0,-1 0 0,1 0 0,0 0 0,0 0 0,0 0 0,0 0 0,0-1 0,0 1 0,0 0 0,0-1 0,1 1 0,-1-1 0,1 1 0,-1-1 0,0-1 0,-2-15 0,0 0 0,2 0 0,0 0 0,1 0 0,3-28 0,0-8 0,-3-191 0,2-79 0,-1 296 0,1-1 0,2 0 0,0 1 0,13-41 0,-8 54 0,-9 15 0,0 0 0,0 0 0,1 0 0,-1 0 0,0 0 0,0 0 0,1 0 0,-1 0 0,0 0 0,0 0 0,1 0 0,-1 0 0,0 0 0,0 0 0,1 0 0,-1 0 0,0 0 0,0 1 0,0-1 0,1 0 0,-1 0 0,0 0 0,0 0 0,0 0 0,1 1 0,-1-1 0,0 0 0,0 0 0,0 0 0,0 1 0,0-1 0,0 0 0,1 0 0,-1 0 0,0 1 0,0-1 0,1 4 0,1-1 0,-1 1 0,0 0 0,0-1 0,0 1 0,0 6 0,1 19 0,-1-1 0,2-1 0,9 43 0,48 109 0,-59-178 0,-1 1 0,0-1 0,0 0 0,1 0 0,-1 0 0,1 0 0,-1 0 0,1 0 0,0 0 0,-1 0 0,1 0 0,0 0 0,0 0 0,0 0 0,-1 0 0,1 0 0,0-1 0,0 1 0,0 0 0,0-1 0,0 1 0,0-1 0,1 1 0,-1-1 0,0 1 0,0-1 0,0 0 0,2 1 0,0-2 0,-1 0 0,1 0 0,-1 0 0,1 0 0,-1-1 0,0 1 0,0 0 0,0-1 0,0 0 0,0 1 0,0-1 0,0 0 0,2-2 0,14-19 0,-1-1 0,-1 0 0,-1-1 0,22-52 0,-17 36 0,69-149 0,-67 136 0,25-92 0,-41 111 0,-4 23 0,-4 21 0,-9 46 0,-2-1 0,-3 0 0,-34 76 0,-86 151 0,81-173 0,43-84 0,8-13 0,-1-1 0,-1 0 0,1 0 0,-12 14 0,13-23 0,3-6 0,5-12 0,14-34 0,2 1 0,3 0 0,1 2 0,3 1 0,2 2 0,2 0 0,1 2 0,39-39 0,-60 70 0,0 2 0,0-1 0,1 1 0,24-15 0,-33 23 0,0 1 0,1-1 0,-1 1 0,0 0 0,1-1 0,-1 2 0,1-1 0,-1 0 0,1 1 0,-1-1 0,7 1 0,-8 1 0,1-1 0,-1 1 0,0 0 0,1-1 0,-1 1 0,0 0 0,0 0 0,0 1 0,0-1 0,0 0 0,0 1 0,0-1 0,0 1 0,0 0 0,-1-1 0,1 1 0,-1 0 0,1 0 0,0 2 0,3 5 0,-1-1 0,0 1 0,0 0 0,-1 0 0,-1 0 0,1 0 0,1 19 0,1 71 0,-4-78 0,0 43 0,-3-1 0,-10 66 0,9-109 0,0 0 0,-2 0 0,0 0 0,-2-1 0,0 0 0,-1 0 0,-1 0 0,0-1 0,-2-1 0,-17 23 0,28-39 0,-1 0 0,0 0 0,0 0 0,1 0 0,-1 0 0,0 0 0,0-1 0,0 1 0,0 0 0,0-1 0,0 1 0,0-1 0,0 1 0,-2 0 0,2-1 0,1 0 0,0 0 0,-1 0 0,1 0 0,0 0 0,-1-1 0,1 1 0,0 0 0,-1 0 0,1 0 0,0 0 0,-1 0 0,1-1 0,0 1 0,0 0 0,-1 0 0,1-1 0,0 1 0,0 0 0,-1 0 0,1-1 0,0 1 0,0 0 0,0-1 0,-1 1 0,1 0 0,0-1 0,0 1 0,0 0 0,0-1 0,-1-2 0,1 0 0,-1 0 0,1-1 0,0 1 0,0 0 0,0 0 0,1 0 0,-1 0 0,2-5 0,3-9 0,1-1 0,1 1 0,1 0 0,12-20 0,46-61 0,-25 43 0,2 2 0,2 2 0,3 2 0,1 2 0,3 2 0,71-47 0,-110 83 0,1 0 0,-1 1 0,2 1 0,-1 0 0,23-7 0,-36 14 0,0-1 0,0 1 0,0 0 0,0 0 0,0-1 0,1 1 0,-1 0 0,0 0 0,0 0 0,0 0 0,0 0 0,1 1 0,-1-1 0,0 0 0,0 1 0,0-1 0,0 0 0,0 1 0,2 0 0,-3 0 0,1 0 0,-1-1 0,0 1 0,1 0 0,-1 0 0,0 0 0,1 0 0,-1 0 0,0 0 0,0-1 0,0 1 0,0 0 0,0 0 0,0 0 0,0 0 0,0 0 0,0 0 0,0 0 0,0 0 0,-1 0 0,1-1 0,0 1 0,-1 0 0,0 1 0,-4 9 0,0 0 0,-1-1 0,0 0 0,0 0 0,-1-1 0,-8 10 0,-55 51 0,46-47 0,-38 34 0,-2-2 0,-132 86 0,142-109 0,-2-2 0,-1-2 0,-1-3 0,-91 26 0,90-34 0,0-3 0,-1-3 0,-98 6 0,153-17 0,-1 0 0,1 0 0,0-1 0,0 1 0,-9-3 0,14 2 0,-1 1 0,1 0 0,-1 0 0,1 0 0,0 0 0,-1-1 0,1 1 0,-1 0 0,1-1 0,-1 1 0,1 0 0,0-1 0,-1 1 0,1 0 0,0-1 0,-1 1 0,1-1 0,0 1 0,-1 0 0,1-1 0,0 1 0,0-1 0,-1 0 0,2 0 0,-1 0 0,0 0 0,0 1 0,0-1 0,1 0 0,-1 0 0,0 0 0,1 1 0,-1-1 0,1 0 0,-1 1 0,1-1 0,-1 0 0,1 1 0,-1-1 0,1 0 0,0 1 0,-1-1 0,2 0 0,13-8 0,1 0 0,0 1 0,1 0 0,0 1 0,29-7 0,-42 13 0,84-24-77,2 3 0,120-12 0,188 2-462,-328 28 426,842-28-369,-873 31 482,1 0 0,1 2 0,64 9 0,-103-10 0,0 0 0,0 0 0,0 1 0,0-1 0,0 1 0,0 0 0,0 0 0,0-1 0,0 1 0,0 0 0,0 1 0,-1-1 0,1 0 0,2 3 0,-3-4 0,-1 1 0,0 0 0,0-1 0,0 1 0,1 0 0,-1-1 0,0 1 0,0-1 0,0 1 0,0 0 0,0-1 0,-1 1 0,1 0 0,0-1 0,0 1 0,0-1 0,0 1 0,-1 0 0,1-1 0,0 1 0,0-1 0,-1 1 0,1-1 0,-1 1 0,1-1 0,0 1 0,-1-1 0,1 1 0,-1-1 0,0 1 0,-5 4 0,-1-1 0,1 1 0,-1-1 0,0 0 0,-14 4 0,-45 16 228,-2-3-1,-80 14 1,-146 12 454,-40-14-682,13-1 0,311-30 0,-22 2 0,-49 13 0,81-17 0,1 0 0,-1 0 0,0 0 0,0 0 0,0 0 0,0 0 0,0 0 0,0 0 0,0 0 0,0 0 0,0 0 0,0 0 0,0 0 0,0 0 0,0 0 0,0 0 0,0 1 0,0-1 0,0 0 0,0 0 0,0 0 0,0 0 0,0 0 0,0 0 0,0 0 0,0 0 0,0 0 0,0 0 0,0 0 0,0 0 0,0 0 0,0 0 0,0 0 0,0 0 0,0 0 0,0 1 0,0-1 0,0 0 0,0 0 0,0 0 0,0 0 0,-1 0 0,1 0 0,0 0 0,0 0 0,0 0 0,0 0 0,0 0 0,0 0 0,0 0 0,0 0 0,0 0 0,0 0 0,0 0 0,0 0 0,0 0 0,0 0 0,0 0 0,0 0 0,8 2 0,18 0 0,1068-12-872,-223 10 273,-814 1 599,-56 0 0,-9 1 0,-22 2 0,-558 6 1134,329-9-797,395-1-337,1626-1-1884,-2036 3 2346,-307-4 960,575 2-1422,0 0 0,0 0 0,0 0 0,1-1 0,-1 1 0,0-1 0,1-1 0,-1 1 0,-7-4 0,13 5 0,0 0 0,0 0 0,-1 0 0,1 0 0,0 0 0,0 0 0,0 0 0,-1-1 0,1 1 0,0 0 0,0 0 0,0 0 0,0 0 0,0 0 0,-1-1 0,1 1 0,0 0 0,0 0 0,0 0 0,0 0 0,0-1 0,0 1 0,0 0 0,-1 0 0,1 0 0,0-1 0,0 1 0,0 0 0,0 0 0,0 0 0,0-1 0,0 1 0,0 0 0,0 0 0,0 0 0,0-1 0,0 1 0,1 0 0,-1 0 0,0 0 0,0-1 0,9-5 0,14-1 0,-5 2 0,-38 3 0,-565-32 0,559 29 0,16 2 0,10 3 0,0-1 0,0 1 0,0 0 0,0 0 0,0 0 0,0 0 0,0 0 0,0-1 0,0 1 0,0 0 0,0 0 0,0 0 0,0 0 0,0 0 0,0-1 0,1 1 0,-1 0 0,0 0 0,0 0 0,0 0 0,0 0 0,0 0 0,0 0 0,0-1 0,0 1 0,1 0 0,-1 0 0,0 0 0,0 0 0,0 0 0,0 0 0,0 0 0,1 0 0,-1 0 0,0 0 0,0 0 0,0 0 0,0 0 0,0 0 0,1 0 0,-1 0 0,0 0 0,0 0 0,0 0 0,0 0 0,0 0 0,1 0 0,-1 0 0,0 0 0,0 0 0,0 0 0,40-4 0,1 0 0,66 5 0,-32 0 0,428 14 0,-394-5 0,-1 4 0,172 47 0,-267-58 0,1 2 0,-1-1 0,0 2 0,14 7 0,-23-11 0,0 1 0,-1 0 0,1 0 0,-1 0 0,0 0 0,0 0 0,0 1 0,0 0 0,0-1 0,-1 1 0,1 0 0,-1 0 0,0 0 0,-1 0 0,1 1 0,1 5 0,1 9 0,2-1 0,-1-1 0,10 19 0,-12-30 0,1 0 0,-1 0 0,1 0 0,0-1 0,1 0 0,-1 1 0,1-2 0,0 1 0,1 0 0,-1-1 0,1 0 0,6 3 0,31 14 0,57 20 0,-67-29 0,0 1 0,0 1 0,-2 2 0,44 30 0,-72-44 0,-1 0 0,0 0 0,0 1 0,0 0 0,0-1 0,-1 1 0,1 0 0,-1 0 0,0 0 0,1 0 0,-1 0 0,-1 0 0,1 0 0,0 4 0,4 49 0,-4-42 0,-3-6 171,-2-12 0,-3-13-1878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0:32.0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1691 1714 24575,'-37'-2'0,"-49"-8"0,8 0 0,-1286-143-3850,1274 140 3357,57 5 410,33 8 83,0 0 0,-1 0 0,1 0 0,0 0 0,0 0 0,0 0 0,0 0 0,0 0 0,0 0 0,0 0 0,-1-1 0,1 1 0,0 0 0,0 0 0,0 0 0,0 0 0,0 0 0,0 0 0,0 0 0,0 0 0,0 0 0,0 0 0,0 0 0,0-1 0,0 1 0,-1 0 0,1 0 0,0 0 0,0 0 0,0 0 0,0 0 0,0 0 0,0 0 0,0-1 0,0 1 0,0 0 1,0 0-1,0 0 0,0 0 0,0 0 0,0 0 0,0 0 0,0-1 0,0 1 0,1 0 0,-1 0 0,0 0 0,0 0 0,0 0 0,0 0 0,0 0 0,0 0 0,0 0 0,0 0 0,0-1 0,0 1 0,0 0 0,0 0 0,1 0 0,-1 0 0,18-5-1,122-7 1,-91 9 0,1172-102 1815,-119 2-1589,-1242 116-234,-83 6 999,-351-29-44,5-56-492,549 63-455,-7 0 0,-43-13 0,69 16 0,-1 0 0,0-1 0,1 1 0,-1-1 0,1 0 0,-1 1 0,1-1 0,-1 0 0,1 0 0,0 0 0,-1 0 0,1 0 0,0 0 0,0-1 0,-1 1 0,1 0 0,0 0 0,1-1 0,-3-2 0,3 3 0,0-1 0,0 1 0,-1-1 0,1 1 0,0-1 0,0 1 0,1-1 0,-1 0 0,0 1 0,0-1 0,1 1 0,-1-1 0,1 1 0,-1 0 0,1-1 0,0 1 0,0-2 0,6-6 0,0 0 0,0 0 0,1 0 0,14-12 0,-14 14 0,72-61 0,125-83 0,-6 7 0,-194 140 0,0 0 0,0 0 0,0 0 0,-1-1 0,0 0 0,6-9 0,-9 14 0,-1-1 0,0 1 0,0-1 0,1 0 0,-1 1 0,0-1 0,0 1 0,0-1 0,1 0 0,-1 1 0,0-1 0,0 0 0,0 1 0,0-1 0,-1 0 0,1 1 0,0-1 0,0 0 0,0 1 0,0-1 0,-1 0 0,1 1 0,0-1 0,0 1 0,-1-2 0,-1 1 0,1 0 0,-1 0 0,1 0 0,-1 0 0,1 0 0,-1 0 0,0 1 0,1-1 0,-1 1 0,0-1 0,0 1 0,1-1 0,-5 1 0,-31-4 0,-1 3 0,-62 4 0,33 1 0,-42 0 0,-408 4 0,506-8 0,1-1 0,-1 0 0,-17-4 0,27 5 0,0 0 0,0-1 0,0 1 0,0 0 0,0 0 0,0-1 0,0 1 0,1 0 0,-1-1 0,0 1 0,0-1 0,0 1 0,1-1 0,-1 0 0,0 1 0,1-1 0,-1 0 0,1 1 0,-1-1 0,0 0 0,1 0 0,0 0 0,-1 1 0,1-1 0,-1 0 0,1 0 0,0 0 0,0 0 0,-1 0 0,1 0 0,0-1 0,1-1 0,-1 1 0,1 0 0,0 0 0,0 0 0,0 0 0,0-1 0,0 2 0,1-1 0,-1 0 0,1 0 0,-1 0 0,3-1 0,14-14 0,1 2 0,0 0 0,31-17 0,-26 16 0,531-319 0,-258 161 0,-249 144-1365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0:14.7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196 4018 24575,'-15'-27'0,"1"0"0,2-1 0,-14-39 0,9 21 0,-7-21 0,3 0 0,2-2 0,4-1 0,-13-136 0,23-469 0,34 312 0,-3 56 0,5-169 0,-27 418 0,36-306 0,-26 251 0,59-261 0,-58 312 0,73-325 0,-65 235 0,-19 139 0,-2 19 0,-1 25 0,-2 7 0,-43 604 0,10-410-56,-51 487-475,73-473 472,25 301 0,18-360 407,-18-125-170,5 66 1,16 255-179,-31-53 0,-5-175 0,2-135 0,-3 112 0,2-108 0,-2-1 0,-1 0 0,-10 33 0,14-55 5,0-1-1,0 1 1,0-1 0,0 0-1,0 1 1,0-1 0,0 0-1,0 1 1,0-1-1,0 1 1,0-1 0,-1 0-1,1 1 1,0-1-1,0 0 1,0 0 0,-1 1-1,1-1 1,0 0 0,-1 1-1,1-1 1,0 0-1,0 0 1,-1 0 0,1 1-1,0-1 1,-1 0-1,1 0 1,0 0 0,-1 0-1,1 0 1,-1 1-1,1-1 1,0 0 0,-1 0-1,-8-12 171,-4-23-1738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0:17.0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2616 202 24575,'-1'4'0,"0"0"0,-1 1 0,0-1 0,0 0 0,0 0 0,0 0 0,-1 0 0,1 0 0,-1-1 0,0 1 0,0-1 0,-1 1 0,-4 3 0,-7 5 0,0-1 0,0-1 0,-1 0 0,-1-1 0,1 0 0,-2-2 0,1 0 0,-1-1 0,0 0 0,-22 3 0,-23 1 0,-106 3 0,129-11 0,-1269 15-1321,981-18 1130,-46-1-28,354 2 219,15 1 0,0-1 0,-1 0 0,1 0 0,-1 0 0,1-1 0,0 0 0,0 0 0,-1 0 0,1-1 0,-9-3 0,14 5 4,0-1-1,0 1 1,0 0-1,-1 0 1,1 0-1,0-1 1,0 1-1,0 0 1,0 0-1,0-1 1,-1 1-1,1 0 1,0 0-1,0-1 1,0 1-1,0 0 1,0-1-1,0 1 1,0 0-1,0 0 1,0-1-1,0 1 1,0 0-1,0-1 1,0 1-1,0 0 1,0 0-1,0-1 0,0 1 1,1 0-1,-1 0 1,0-1-1,0 1 1,0 0-1,0 0 1,1-1-1,-1 1 1,0 0-1,0 0 1,0 0-1,1-1 1,-1 1-1,0 0 1,0 0-1,1 0 1,-1 0-1,7-5 165,-1 0-1,1 1 1,0 0-1,1 0 1,-1 1-1,13-5 1,-7 3-87,624-191 203,-286 98-255,-313 87-29,1 1 0,-1 3 0,1 1 0,1 2 0,50 1 0,1111 9 0,-1187-4 0,0 0 0,0 1 0,0 0 0,0 2 0,0-1 0,17 9 0,7 2 0,-3-4 0,-1-1 0,1-2 0,1-2 0,52 4 0,46 2 0,-132-12 0,0 1 0,0-1 0,0 1 0,0-1 0,0 1 0,0-1 0,0 1 0,-1 0 0,1 0 0,0 0 0,0 0 0,-1 0 0,1 1 0,-1-1 0,1 0 0,-1 1 0,1-1 0,-1 1 0,0-1 0,2 4 0,-2-1 0,1-1 0,-1 1 0,0-1 0,0 1 0,-1-1 0,1 1 0,-1 0 0,0-1 0,0 1 0,0 6 0,-3 6 0,0 0 0,-1 0 0,0-1 0,-8 17 0,-15 33 0,-4-2 0,-2 0 0,-66 91 0,89-139 0,0-1 0,-1-1 0,0 0 0,-1 0 0,-1-1 0,0-1 0,-1 0 0,0-1 0,-1 0 0,1-1 0,-2-1 0,1 0 0,-34 11 0,14-6 0,-35 20 0,10-5 0,35-16 0,12-6 0,0 0 0,-25 7 0,22-13 0,16 0 0,0 0 0,-1 0 0,1-1 0,0 1 0,-1 0 0,1 0 0,0 0 0,0-1 0,-1 1 0,1 0 0,0 0 0,0-1 0,-1 1 0,1 0 0,0-1 0,0 1 0,0 0 0,-1-1 0,1 1 0,0 0 0,0-1 0,0 1 0,0 0 0,0-1 0,0-2 0,0 1 0,1 0 0,-1 0 0,1 0 0,-1 0 0,1 0 0,0 0 0,0 0 0,0 0 0,0 0 0,2-3 0,22-28 0,1 1 0,60-56 0,-43 45 0,144-131 0,-143 139 0,1 1 0,76-43 0,-92 64 0,-29 13 0,0 0 0,0 0 0,0 0 0,0 0 0,0-1 0,0 1 0,1 0 0,-1 0 0,0 0 0,0 0 0,0 0 0,0 0 0,0 0 0,0 0 0,0 0 0,1 0 0,-1 0 0,0 0 0,0 0 0,0 0 0,0 0 0,0 0 0,0 0 0,1 0 0,-1 0 0,0 0 0,0 0 0,0 0 0,0 0 0,0 0 0,0 0 0,1 0 0,-1 0 0,0 0 0,0 0 0,0 0 0,0 0 0,0 1 0,0-1 0,0 0 0,0 0 0,0 0 0,1 0 0,-1 0 0,0 0 0,0 0 0,0 0 0,0 1 0,0-1 0,0 0 0,0 0 0,0 0 0,0 0 0,0 0 0,0 0 0,0 1 0,0-1 0,0 0 0,0 0 0,0 0 0,0 0 0,0 0 0,0 0 0,0 1 0,-7 11 0,-14 12 0,-273 257 0,274-265 0,-1-1 0,0 0 0,-1-2 0,-1 0 0,0-2 0,-1-1 0,-41 13 0,-108 29-1365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0:19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488 129 24575,'4'-1'0,"1"1"0,-1-1 0,0 0 0,0 0 0,0 0 0,1-1 0,5-3 0,15-4 0,89-20 0,1 5 0,222-17 0,236 28 0,-535 13 0,-10-1 0,1 2 0,39 5 0,-66-6 0,-1 1 0,1-1 0,0 0 0,-1 0 0,1 1 0,-1-1 0,1 1 0,-1 0 0,1-1 0,-1 1 0,1 0 0,-1 0 0,1 0 0,-1 0 0,0 0 0,0 0 0,1 0 0,-1 0 0,1 2 0,-2-2 0,0 0 0,0 0 0,1 0 0,-1 0 0,0 0 0,0 0 0,-1 0 0,1 0 0,0 0 0,0 0 0,0 0 0,-1 0 0,1 0 0,0 0 0,-1-1 0,1 1 0,-1 0 0,1 0 0,-1 0 0,1 0 0,-1-1 0,-1 2 0,-4 5 0,-1-2 0,1 1 0,-1-1 0,-1 0 0,-10 6 0,-32 14 0,-95 33 0,-60 5 0,77-25 0,19-3 0,3 4 0,1 5 0,-103 61 0,50-13 0,-211 112 0,355-198 0,22-15 0,252-179 0,-127 98 0,-87 57 0,-10 6 0,67-37 0,-91 60 0,-10 6 0,-15 15 0,-7 3 0,0-1 0,-2 0 0,0-2 0,-1-1 0,-42 23 0,14-13 0,-101 35 0,98-44 0,-1-2 0,0-3 0,-1-2 0,-89 4 0,137-14 0,1 0 0,-1 0 0,1 0 0,-1-1 0,-11-3 0,18 4 0,0-1 0,0 1 0,0 0 0,0-1 0,0 1 0,0-1 0,0 1 0,1-1 0,-1 1 0,0-1 0,0 0 0,0 0 0,1 1 0,-1-1 0,0 0 0,1 0 0,-1 0 0,0 0 0,1 0 0,-1 0 0,1 0 0,0 0 0,-1 0 0,1 0 0,0 0 0,0 0 0,-1 0 0,1 0 0,0 0 0,0 0 0,0 0 0,0 0 0,0 0 0,1 0 0,-1 0 0,0 0 0,0 0 0,1 0 0,-1 0 0,0 0 0,1 0 0,-1 0 0,1 0 0,0 0 0,-1 0 0,2-1 0,4-8 0,1 0 0,0 0 0,1 1 0,0 0 0,1 0 0,14-11 0,63-43 0,-84 62 0,36-24 0,64-31 0,-83 48 0,1-1 0,0 2 0,1 1 0,-1 0 0,33-3 0,-48 8 0,1 1 0,-1-1 0,0 1 0,0 1 0,0-1 0,0 1 0,0 0 0,1 0 0,-1 0 0,-1 1 0,1-1 0,0 1 0,0 1 0,-1-1 0,1 1 0,7 5 0,-7-3 0,-1-1 0,1 1 0,-1 0 0,-1 1 0,1-1 0,-1 1 0,0-1 0,0 1 0,-1 0 0,1 0 0,-1 0 0,-1 0 0,2 9 0,2 19 0,-1-1 0,-2 1 0,-1 0 0,-2 0 0,-1 0 0,-2 0 0,-1 0 0,-19 64 0,9-51 0,-2 0 0,-2-2 0,-2 0 0,-2-1 0,-45 64 0,-8-12 0,63-82 0,-1 0 0,0 0 0,-33 21 0,38-30 0,7-6 0,14-12 0,20-14 0,2 1 0,60-34 0,88-33 0,14 9-204,4 9 0,223-53 0,-235 87 204,-140 38 0,-47 3 0,0 0-1,0 0 1,0 0-1,0 0 0,0 0 1,0 0-1,0 0 1,0 1-1,-1-1 1,1 0-1,0 1 0,0-1 1,0 1-1,0-1 1,-1 1-1,1-1 1,0 1-1,0 0 0,0 0 1,-1 0-1,1-1 1,-1 1-1,0-1 0,0 1 1,0 0-1,0-1 0,0 1 1,1 0-1,-1-1 0,0 1 1,-1 0-1,1-1 0,0 1 1,0 0-1,0-1 0,0 1 1,0 0-1,-1-1 0,1 1 1,-1 0-1,-2 5 19,0-1 0,-1 0-1,1-1 1,-8 8 0,8-8 20,-35 33 4,-2-1-1,0-2 1,-3-2-1,-1-2 0,-1-1 1,-1-3-1,-90 37 1,26-21 17,-3-5 1,-164 31-1,79-36-59,275-32 0,152-9 0,96-1 0,-317 10 0,11 0 0,0 0 0,0 1 0,0 1 0,0 0 0,23 7 0,-40-9 0,-1 1 0,1-1 0,0 1 0,0 0 0,-1-1 0,1 1 0,-1 0 0,1 0 0,-1 0 0,1 0 0,-1 0 0,1 1 0,-1-1 0,0 0 0,0 0 0,0 1 0,0-1 0,0 1 0,0-1 0,0 1 0,0 0 0,0-1 0,-1 1 0,1 0 0,-1-1 0,1 1 0,-1 0 0,0 0 0,0 0 0,1-1 0,-1 1 0,0 0 0,-1 0 0,1 0 0,0-1 0,0 1 0,-1 0 0,0 2 0,-3 5 0,0 0 0,0 1 0,-1-1 0,0-1 0,-9 12 0,11-16 0,-44 56 0,43-55 0,0 0 0,-1 0 0,0-1 0,0 0 0,0 0 0,0 0 0,-1-1 0,1 0 0,-10 4 0,14-6 0,0-1 0,-1 0 0,1 0 0,0 0 0,-1 0 0,1 0 0,0 0 0,-1 0 0,1 0 0,0 0 0,0-1 0,-1 1 0,1 0 0,0-1 0,0 1 0,0-1 0,-1 0 0,1 1 0,0-1 0,0 0 0,0 1 0,0-1 0,0 0 0,0 0 0,0 0 0,1 0 0,-1 0 0,0 0 0,0 0 0,1 0 0,-1-1 0,1 1 0,-2-2 0,-1-6 0,0 0 0,0 1 0,-3-17 0,6 22 0,-13-81 0,-3-143 0,13 156 0,-5-467 0,5 523 0,3 15 0,0 0 0,0 0 0,0 0 0,0 0 0,0 0 0,0 0 0,0-1 0,-1 1 0,1 0 0,0 0 0,0 0 0,0 0 0,0 0 0,0 0 0,-1 0 0,1 0 0,0 0 0,0 0 0,0 0 0,0 0 0,0 0 0,-1 0 0,1 0 0,0 0 0,0 0 0,0 0 0,0 1 0,0-1 0,-1 0 0,1 0 0,0 0 0,0 0 0,0 0 0,0 0 0,0 0 0,0 0 0,0 0 0,0 1 0,-1-1 0,1 0 0,0 0 0,0 0 0,0 0 0,0 0 0,-13 25 0,-26 82-1365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0:22.6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0:23.6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238 1 24575,'-3'0'0,"-4"0"0,-7 3 0,-3 1 0,-3 2 0,-4 4 0,-9 0 0,-6 2 0,-1 1 0,-1-2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0:42.5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2856 30 24575,'-73'3'0,"0"3"0,-120 26 0,115-11 0,1 3 0,-88 41 0,95-35 0,-2-3 0,-114 27 0,181-53 0,-4 1 0,0-1 0,0 0 0,-14 1 0,22-2 0,0 0 0,0 0 0,1 0 0,-1 0 0,0 0 0,0 0 0,0 0 0,0 0 0,1 0 0,-1-1 0,0 1 0,0 0 0,1 0 0,-1-1 0,0 1 0,0 0 0,1-1 0,-1 1 0,0-1 0,1 1 0,-1-1 0,0 1 0,1-1 0,-1 0 0,1 1 0,-1-1 0,1 0 0,-1 1 0,1-1 0,0 0 0,-1 1 0,1-1 0,0 0 0,-1 0 0,1 0 0,0 1 0,0-1 0,0 0 0,0 0 0,0 0 0,0 1 0,0-1 0,0 0 0,0 0 0,0 0 0,0 1 0,1-1 0,-1 0 0,0 0 0,1-1 0,2-4 0,0-1 0,0 1 0,1 0 0,0 0 0,0 0 0,1 1 0,6-8 0,43-36 0,-33 31 0,-18 15 0,145-123 0,-120 107 0,-28 19 0,0 0 0,0 0 0,0 0 0,0 0 0,0 0 0,0 1 0,0-1 0,0 0 0,0 0 0,0 0 0,0 0 0,0 0 0,0 1 0,0-1 0,0 0 0,0 0 0,0 0 0,0 0 0,0 0 0,0 0 0,0 1 0,1-1 0,-1 0 0,0 0 0,0 0 0,0 0 0,0 0 0,0 0 0,0 0 0,0 1 0,0-1 0,1 0 0,-1 0 0,0 0 0,0 0 0,0 0 0,0 0 0,0 0 0,1 0 0,-1 0 0,0 0 0,0 0 0,0 0 0,0 0 0,0 0 0,1 0 0,-1 0 0,0 0 0,0 0 0,0 0 0,0 0 0,0 0 0,0 0 0,1 0 0,-1 0 0,0 0 0,0-1 0,-5 10 0,0-1 0,0-1 0,-1 1 0,0-1 0,-10 9 0,0 1 0,-43 44 0,-3-2 0,-2-2 0,-2-4 0,-3-2 0,-2-4 0,-2-3 0,-80 36 0,-218 64 0,120-52 0,234-85 0,-78 36 0,87-39 0,1 0 0,0 0 0,1 1 0,-1 0 0,1 0 0,0 1 0,0 0 0,1 0 0,-10 13 0,14-16 0,-1 1 0,1-1 0,0 1 0,0 0 0,0 0 0,0 0 0,1-1 0,-1 1 0,1 0 0,0 0 0,1 0 0,-1 0 0,1 4 0,1 18 0,-5 2 0,-1-1 0,-1 0 0,-16 51 0,-1 4 0,15-57 0,2 1 0,1 0 0,2-1 0,0 1 0,2 28 0,0-52 0,0 0 0,1-1 0,-1 1 0,1 0 0,-1 0 0,1 0 0,-1-1 0,1 1 0,0 0 0,0-1 0,0 1 0,0 0 0,0-1 0,0 1 0,1-1 0,-1 0 0,0 1 0,1-1 0,-1 0 0,1 0 0,-1 0 0,1 0 0,0 0 0,-1 0 0,1-1 0,0 1 0,0 0 0,-1-1 0,1 1 0,0-1 0,2 0 0,6 1 0,0 0 0,1-1 0,-1-1 0,17-2 0,-7 0 0,1054-148 0,-932 120 0,-54 11 0,-72 19 0,-16 1 0,0 0 0,0 0 0,1 0 0,-1 0 0,0 1 0,0-1 0,0 0 0,0 0 0,0 0 0,0 0 0,0 1 0,0-1 0,0 0 0,0 0 0,0 0 0,0 1 0,0-1 0,0 0 0,0 0 0,0 0 0,0 0 0,0 1 0,0-1 0,0 0 0,0 0 0,0 0 0,-1 1 0,1-1 0,0 0 0,0 0 0,0 0 0,0 0 0,0 0 0,0 1 0,0-1 0,-1 0 0,1 0 0,0 0 0,0 0 0,-24 19 0,22-17 0,-39 25 0,-1-2 0,0-2 0,-2-2 0,-1-2 0,-82 24 0,-244 37 0,191-47 0,84-11 0,-114 17 0,168-38 0,28-5 0,13 4 0,1-1 0,0 1 0,0 0 0,0 0 0,0 0 0,0-1 0,0 1 0,0 0 0,0 0 0,0-1 0,0 1 0,0 0 0,0 0 0,0-1 0,0 1 0,0 0 0,0 0 0,0 0 0,1-1 0,-1 1 0,0 0 0,0 0 0,0 0 0,0-1 0,0 1 0,0 0 0,1 0 0,-1 0 0,0 0 0,0-1 0,0 1 0,0 0 0,1 0 0,22-13 0,25-7 0,0 3 0,73-17 0,-96 32 0,-25 2 0,0 0 0,0 0 0,0 0 0,1 0 0,-1 0 0,0 0 0,0 0 0,0 0 0,0 0 0,0 0 0,0 0 0,0 1 0,0-1 0,0 0 0,1 0 0,-1 0 0,0 0 0,0 0 0,0 0 0,0 0 0,0 0 0,0 0 0,0 0 0,0 0 0,0 0 0,0 0 0,0 1 0,0-1 0,0 0 0,0 0 0,0 0 0,0 0 0,0 0 0,0 0 0,0 0 0,0 0 0,0 0 0,0 1 0,0-1 0,0 0 0,0 0 0,0 0 0,0 0 0,0 0 0,0 0 0,0 0 0,0 0 0,0 0 0,0 1 0,0-1 0,0 0 0,0 0 0,0 0 0,0 0 0,0 0 0,0 0 0,-13 9 0,-18 6 0,-1-1 0,-66 19 0,-75 9 0,39-17 0,-169 10 0,297-35 0,-1 1 0,1-1 0,-1 1 0,1 1 0,-1-1 0,1 1 0,0 0 0,0 1 0,0-1 0,0 1 0,0 1 0,1-1 0,-1 1 0,1-1 0,0 2 0,0-1 0,1 0 0,-1 1 0,1 0 0,0 0 0,0 1 0,0-1 0,-3 8 0,-31 46 0,37-58 0,0 0 0,1 0 0,-1-1 0,0 1 0,1 0 0,0 0 0,-1 0 0,1 0 0,-1 0 0,1 0 0,0 0 0,0 0 0,-1 0 0,1 0 0,0 0 0,0 0 0,0 0 0,0 0 0,0 0 0,0 0 0,1 1 0,-1-1 0,1-1 0,-1 1 0,1-1 0,0 1 0,-1-1 0,1 1 0,0-1 0,-1 1 0,1-1 0,0 0 0,0 1 0,-1-1 0,1 0 0,0 0 0,0 0 0,-1 1 0,1-1 0,0 0 0,0 0 0,1 0 0,9-1 0,-1 0 0,0-1 0,14-4 0,-14 4 0,113-30 0,-1-5 0,202-92 0,217-147 0,-228 110 0,62-32-243,138-68-145,-476 248 399,111-57 199,-126 61-149,1 0 0,-2-2 0,0 0 0,22-23 0,-30 24-18,-1 0 0,16-27 0,8-9-67,-1 1 24,-21 30 0,0 0 0,21-20 0,-34 38 0,1 1 0,0-1 0,-1 1 0,1-1 0,0 1 0,0 0 0,0 0 0,0 0 0,0 0 0,3-1 0,-4 2 0,-1 0 0,1-1 0,0 1 0,-1 0 0,1 0 0,0 0 0,0 0 0,-1 1 0,1-1 0,0 0 0,-1 0 0,1 0 0,0 0 0,-1 1 0,1-1 0,0 0 0,-1 1 0,1-1 0,0 0 0,-1 1 0,1-1 0,0 2 0,1 1 0,0 0 0,0 0 0,-1 0 0,1 0 0,-1 1 0,0-1 0,0 1 0,0-1 0,0 1 0,-1-1 0,1 8 0,1 250 0,-4-177 0,2-67 0,-19 342 0,13-310 0,-3 0 0,-2 0 0,-1-1 0,-3-1 0,-26 58 0,1-28 0,-56 82 0,92-154 0,0 1 0,1 0 0,0 0 0,0 0 0,-3 9 0,6-14 0,0 0 0,0-1 0,-1 1 0,1 0 0,0 0 0,0-1 0,0 1 0,0 0 0,0 0 0,1-1 0,-1 1 0,0 0 0,0-1 0,0 1 0,1 0 0,-1-1 0,0 1 0,1 0 0,-1-1 0,0 1 0,1 0 0,0 0 0,0 0 0,0-1 0,1 1 0,-1 0 0,0-1 0,1 1 0,-1-1 0,0 1 0,1-1 0,-1 0 0,1 0 0,-1 1 0,0-1 0,1 0 0,-1 0 0,3-1 0,24-3 0,0-1 0,0-2 0,-1-1 0,47-20 0,-36 14 0,-14 4 0,0 0 0,0-2 0,-1-1 0,26-19 0,-48 32 0,-1 0 0,1-1 0,0 1 0,-1-1 0,1 1 0,0-1 0,-1 1 0,1-1 0,-1 1 0,1-1 0,-1 1 0,1-1 0,-1 0 0,1 1 0,-1-1 0,0 0 0,1 1 0,-1-1 0,0 0 0,0 0 0,1 1 0,-1-2 0,0 1 0,-1 1 0,1-1 0,-1 1 0,1-1 0,0 1 0,-1-1 0,1 1 0,-1 0 0,1-1 0,-1 1 0,1 0 0,-1-1 0,1 1 0,-1 0 0,0 0 0,1-1 0,-1 1 0,1 0 0,-1 0 0,0 0 0,0 0 0,-46-2 0,38 2 0,-207 3 0,-173-3 0,371-1 0,0 0 0,1 0 0,-1-2 0,-30-8 0,46 11 0,1-1 0,0 1 0,0 0 0,0-1 0,0 1 0,-1-1 0,1 1 0,0-1 0,0 0 0,0 0 0,0 1 0,0-1 0,0 0 0,0 0 0,1 0 0,-1 0 0,0 0 0,0 0 0,1 0 0,-1 0 0,0 0 0,0-2 0,1 2 0,1 0 0,-1 0 0,0 0 0,0 0 0,0 0 0,1 0 0,-1 0 0,1 0 0,-1 0 0,1 0 0,-1 0 0,1 0 0,-1 0 0,1 0 0,0 0 0,-1 1 0,1-1 0,0 0 0,2-1 0,4-3 0,0 0 0,0 1 0,1 0 0,0 0 0,8-3 0,53-15 0,140-24 0,-170 39 0,-13 2 0,-17 2 0,1 1 0,-1 0 0,1 1 0,0 0 0,0 0 0,-1 1 0,14 2 0,-22-2 0,0 0 0,-1 0 0,1 0 0,0 0 0,0 1 0,-1-1 0,1 0 0,0 1 0,-1-1 0,1 0 0,0 1 0,-1-1 0,1 1 0,0-1 0,-1 1 0,1 0 0,-1-1 0,1 1 0,-1-1 0,1 1 0,-1 0 0,0-1 0,1 1 0,-1 1 0,1 0 0,-1-1 0,0 1 0,0 0 0,0-1 0,0 1 0,0 0 0,0-1 0,-1 1 0,1-1 0,0 1 0,-2 2 0,-2 5 0,-1 1 0,0-1 0,-7 10 0,6-10 0,-8 11 0,5-11 0,24-48 0,3 1 0,1 0 0,31-45 0,31-38 0,-65 101 0,0 0 0,1 2 0,34-30 0,-48 48 0,-4 6 0,-5 7 0,-42 66-1365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0:47.0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217 1 24575,'-1'49'0,"-15"93"0,-23 43 0,28-137 0,-6 70 0,14-81 0,-12 48 0,15-83 0,0-1 0,0 0 0,-1 0 0,1 0 0,0 0 0,-1 0 0,1 0 0,-1 0 0,0 0 0,1 0 0,-1 0 0,0 0 0,-1 1 0,2-2 0,0 0 0,0 0 0,-1 0 0,1 1 0,-1-1 0,1 0 0,0 0 0,-1 0 0,1 0 0,0 0 0,-1 0 0,1 0 0,0 0 0,-1 0 0,1 0 0,0 0 0,-1 0 0,1 0 0,0 0 0,-1 0 0,1-1 0,0 1 0,-1 0 0,1 0 0,0 0 0,-1 0 0,1-1 0,-2-1 0,-1 0 0,2 0 0,-1 0 0,0-1 0,0 1 0,1 0 0,-1-1 0,1 0 0,-1-3 0,-15-43 0,2 0 0,2-2 0,3 1 0,-7-78 0,15 107 0,0 3 0,0-1 0,1 1 0,1 0 0,1-1 0,4-27 0,-4 44 0,0-1 0,0 0 0,0 0 0,0 0 0,1 1 0,-1-1 0,1 1 0,-1-1 0,1 1 0,0 0 0,0 0 0,0 0 0,1 0 0,-1 0 0,0 0 0,1 0 0,-1 1 0,1-1 0,3-1 0,4-1 0,1 1 0,0-1 0,19-2 0,-29 6 0,69-10 0,2 3 0,-1 3 0,123 9 0,-135 0 0,0 3 0,-1 2 0,71 21 0,-95-20 0,0 1 0,-1 2 0,-1 1 0,0 2 0,-1 0 0,48 38 0,-74-51 0,0 0 0,0 0 0,-1 1 0,0-1 0,0 1 0,0 0 0,0 1 0,-1-1 0,0 0 0,4 9 0,-6-11 0,0 0 0,0 0 0,-1 0 0,1 0 0,-1 0 0,0 0 0,0 0 0,0 0 0,0 0 0,0 0 0,-1 0 0,0 0 0,1 0 0,-1 0 0,0 0 0,0-1 0,0 1 0,-1 0 0,1 0 0,-1-1 0,1 1 0,-5 4 0,-1-1 0,0 1 0,-1-1 0,0 0 0,0-1 0,0 0 0,-1 0 0,0-1 0,0 0 0,0 0 0,0-1 0,-11 2 0,17-4 0,0 0 0,0-1 0,0 1 0,0-1 0,-1 1 0,1-1 0,0 0 0,0 0 0,-3-1 0,4 1 0,1 0 0,0-1 0,0 1 0,0-1 0,0 1 0,0-1 0,0 1 0,0-1 0,0 0 0,0 1 0,0-1 0,1 0 0,-1 0 0,0 1 0,0-1 0,1 0 0,-1 0 0,0 0 0,1 0 0,-1 0 0,1 0 0,-1 0 0,1 0 0,0 0 0,-1 0 0,1-1 0,0 1 0,0 0 0,0-1 0,-1-6 0,2 0 0,-1-1 0,1 1 0,1 0 0,-1 1 0,1-1 0,0 0 0,1 0 0,0 1 0,5-9 0,43-73 0,-46 80 0,4-4 0,-1 0 0,22-22 0,-24 28 0,-10 11 0,-15 12 0,-18 4 0,-1-2 0,-1-1 0,-80 22 0,-128 13 0,148-37 0,-1-4 0,-118-3 0,209-8 0,0 1 0,1-2 0,-1 1 0,1-1 0,-1-1 0,1 0 0,-1 0 0,1 0 0,0-1 0,-10-5 0,17 7 0,-1 0 0,1 0 0,0 0 0,0 0 0,0 0 0,0 0 0,0 0 0,0 0 0,0 0 0,0-1 0,0 1 0,1 0 0,-1 0 0,0-1 0,1 1 0,-1-1 0,1 1 0,-1-1 0,1 1 0,0 0 0,0-1 0,0-2 0,0 1 0,0 0 0,1 0 0,0 0 0,0 0 0,0 0 0,0 1 0,0-1 0,0 0 0,1 0 0,2-3 0,5-5 0,0 0 0,1 0 0,17-15 0,-26 25 0,27-22 0,1 1 0,1 2 0,0 0 0,2 2 0,0 2 0,1 1 0,50-16 0,-77 29 0,0 0 0,1 1 0,-1-1 0,1 1 0,-1 0 0,12 1 0,-16 0 0,0 0 0,1 1 0,-1-1 0,0 1 0,0 0 0,1-1 0,-1 1 0,0 0 0,0 0 0,0 1 0,0-1 0,0 0 0,-1 1 0,1-1 0,0 1 0,-1-1 0,1 1 0,-1 0 0,1 0 0,-1-1 0,0 1 0,2 3 0,0 1 0,-1 1 0,0 0 0,0 0 0,0 0 0,-1 0 0,1 0 0,-2 1 0,1-1 0,-1 0 0,0 0 0,-1 1 0,0-1 0,0 0 0,0 0 0,-4 9 0,3-9 0,0 1 0,-1-1 0,0 0 0,0-1 0,-1 1 0,1 0 0,-1-1 0,-1 0 0,1 0 0,-1 0 0,0-1 0,-1 0 0,1 1 0,-11 6 0,25-19 0,16-8 0,57-18 0,2 4 0,121-26 0,179-5 0,-362 58 0,-13 0 0,0 1 0,-1 0 0,1 0 0,0 1 0,-1 1 0,1-1 0,0 1 0,9 3 0,-18-4 0,1 0 0,-1 0 0,1 0 0,-1 0 0,0 0 0,1 1 0,-1-1 0,0 0 0,1 0 0,-1 0 0,1 1 0,-1-1 0,0 0 0,0 0 0,1 1 0,-1-1 0,0 0 0,1 1 0,-1-1 0,0 0 0,0 1 0,0-1 0,1 0 0,-1 1 0,0-1 0,0 1 0,0-1 0,0 0 0,0 1 0,0-1 0,0 1 0,0-1 0,0 0 0,0 1 0,0-1 0,0 1 0,0-1 0,0 1 0,0-1 0,0 0 0,0 1 0,0-1 0,-1 0 0,1 1 0,0 0 0,-3 2 0,1 1 0,-1 0 0,0-1 0,0 1 0,0-1 0,-1 0 0,1 0 0,-6 4 0,-39 22 0,29-18 0,-51 27 0,-1-4 0,-1-2 0,-2-4 0,-125 31 0,107-39 0,0-4 0,-1-4 0,-153 1 0,236-13 0,0 0 0,0-1 0,0 0 0,1-1 0,-1 0 0,-10-3 0,19 4 0,-1 1 0,0-1 0,1 0 0,-1 0 0,1 1 0,-1-1 0,1 0 0,-1 0 0,1-1 0,0 1 0,-1 0 0,1 0 0,0-1 0,0 1 0,0 0 0,0-1 0,0 1 0,0-1 0,1 0 0,-1 1 0,0-1 0,1 0 0,-1 1 0,1-1 0,-1 0 0,1 0 0,0 1 0,0-1 0,0 0 0,0 0 0,0 1 0,0-1 0,1 0 0,-1 0 0,0 1 0,1-1 0,0 0 0,1-2 0,5-9 0,-1 12 0,-5 2 0,-1 0 0,0-1 0,1 1 0,-1 0 0,1 0 0,-1 0 0,0 0 0,0 0 0,1 0 0,-1 0 0,0 0 0,0 0 0,0 0 0,0 0 0,0 0 0,0 0 0,0 0 0,-1-1 0,1 1 0,0 0 0,0 0 0,-1 1 0,-4 11 0,0 0 0,-1-1 0,0 0 0,-1 0 0,-11 15 0,-7 13 0,18-21 0,7-19 0,0 0 0,0 1 0,0-1 0,0 1 0,1-1 0,-1 0 0,0 1 0,0-1 0,0 0 0,0 1 0,0-1 0,0 0 0,1 1 0,-1-1 0,0 0 0,0 1 0,1-1 0,-1 0 0,0 1 0,0-1 0,1 0 0,-1 0 0,0 1 0,1-1 0,-1 0 0,1 0 0,2 1 0,-1-1 0,1 1 0,0-1 0,-1 0 0,1 0 0,0 0 0,0-1 0,-1 1 0,1-1 0,5-1 0,234-77 0,-121 36 0,181-50-315,472-81 0,-753 171 315,18-4 0,37-11 0,-45 6 0,-29 12 0,-1-1 0,0 0 0,1 0 0,-1 1 0,0-1 0,1 0 0,-1 0 0,0-1 0,0 1 0,0 0 0,0 0 0,0 0 0,0-1 0,0 1 0,0 0 0,0-4 0,-28 27 525,2 1-472,-18 19-35,-2-2-1,-90 63 0,63-59-17,-1-3 0,-2-3 0,-115 39 0,189-76 0,0-1 0,0 1 0,1-1 0,-1 1 0,0-1 0,0 0 0,0 0 0,0 1 0,0-1 0,0 0 0,0 0 0,0 0 0,0 0 0,1 0 0,-1 0 0,0 0 0,0 0 0,0-1 0,0 1 0,0 0 0,-1-1 0,1 0 0,1 0 0,0 1 0,0-1 0,0 0 0,0 1 0,0-1 0,0 0 0,1 0 0,-1 1 0,0-1 0,0 0 0,0 1 0,1-1 0,-1 0 0,0 1 0,1-1 0,-1 1 0,0-1 0,1 0 0,0 0 0,30-33 0,-24 26 0,1 1 0,1-1 0,-1 2 0,1-1 0,0 1 0,1 0 0,-1 1 0,15-6 0,-14 12 0,-9-1 0,-1 1 0,1-1 0,-1 0 0,0 0 0,1 0 0,-1 0 0,1 0 0,-1 0 0,1 1 0,-1-1 0,0 0 0,1 0 0,-1 0 0,1-1 0,-1 1 0,1 0 0,-1 0 0,1 0 0,-1 0 0,0 0 0,1 0 0,-1-1 0,1 1 0,-1 0 0,0 0 0,1-1 0,-1 1 0,1-1 0,51-26 0,2 2 0,1 2 0,0 3 0,2 2 0,63-12 0,46 1 0,1 7 0,312-2 0,-435 24 0,245 4 0,-75 12 0,-10-7 0,48 1 0,-238-9 0,-1 0 0,0 0 0,1 2 0,-1-1 0,0 2 0,-1 0 0,24 10 0,-17-5 0,0 2 0,-2 0 0,1 1 0,19 17 0,-33-25 0,-1 0 0,0 0 0,0 0 0,0 1 0,0-1 0,-1 1 0,1 0 0,-1 0 0,0 0 0,-1 0 0,1 0 0,-1 0 0,0 0 0,-1 0 0,1 0 0,-1 1 0,0-1 0,0 0 0,-2 8 0,1 1 0,-1 0 0,-1 0 0,0-1 0,-1 1 0,-1-1 0,-6 15 0,4-14 0,0-1 0,-1 0 0,0 0 0,-12 14 0,16-23 0,0 0 0,0 0 0,0 0 0,0-1 0,0 0 0,-1 0 0,0 0 0,1 0 0,-1 0 0,0-1 0,0 0 0,-1 0 0,1-1 0,-11 3 0,2-2 0,0-1 0,0-1 0,-1 1 0,1-2 0,0 0 0,0-1 0,0-1 0,0 0 0,0 0 0,0-2 0,1 1 0,0-2 0,-15-8 0,-30-22 0,42 24 0,-2 1 0,0 0 0,0 2 0,-38-15 0,35 19 0,0 0 0,-1 1 0,1 1 0,-1 2 0,-29 0 0,16 2 0,-53-2 0,87 1 13,-1 0 0,1 0-1,0 0 1,0-1-1,0 1 1,0 0 0,-1-1-1,1 1 1,0-1 0,0 1-1,0-1 1,0 1 0,0-1-1,0 0 1,0 1 0,0-1-1,1 0 1,-1 0-1,0 0 1,0 0 0,0 0-1,1 0 1,-1 0 0,1 0-1,-1 0 1,0-1 0,0-1-169,1 0 1,-1 1 0,1-1 0,0 0 0,0 0 0,0 1 0,0-1-1,0 0 1,1 0 0,0-3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0:59.2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0:59.9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271 0 24575,'-3'0'0,"-2"0"0,-4 0 0,-2 0 0,-2 0 0,-3 0 0,-2 0 0,-2 0 0,-3 0 0,1 0 0,1 0 0,-1 0 0,2 0 0,1 0 0,1 0 0,2 0 0,1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00.1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01.7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02.4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03.5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07.9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08.7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09.2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09.7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10.2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10.8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12.0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12.6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1:24.7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20:02:35.9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773 507 24575,'-425'0'0,"417"1"0,0-2 0,1 1 0,-1-1 0,1 0 0,0-1 0,-1 0 0,1 0 0,0-1 0,0 1 0,0-2 0,-8-4 0,12 6 0,0-1 0,-1 1 0,1-1 0,0 0 0,1 0 0,-1 0 0,0 0 0,1-1 0,0 1 0,-1-1 0,1 0 0,1 1 0,-1-1 0,1 0 0,-1 0 0,1 0 0,0 0 0,0 0 0,1 0 0,-1 0 0,1-7 0,1 3 0,0-1 0,1 1 0,-1 0 0,2-1 0,-1 1 0,1 0 0,0 1 0,1-1 0,0 0 0,0 1 0,1 0 0,0 0 0,11-12 0,5-4 0,1 2 0,34-28 0,-22 22 0,0 2 0,2 1 0,1 2 0,53-25 0,-71 40 0,0 0 0,0 1 0,0 0 0,1 2 0,-1 0 0,1 2 0,0 0 0,0 1 0,0 1 0,0 1 0,34 5 0,193 54 0,-16-2 0,-51-25 0,218 11 0,188-33 0,-550-12 0,-21 0 0,1 0 0,-1 1 0,1 1 0,-1 0 0,22 5 0,-36-6 0,1 1 0,-1-1 0,1 1 0,-1-1 0,1 1 0,-1-1 0,0 1 0,1 0 0,-1 0 0,0 0 0,0 0 0,0 0 0,1 0 0,-1 0 0,1 2 0,-1-2 0,-1 0 0,0 0 0,1 0 0,-1 0 0,0 0 0,0-1 0,0 1 0,0 0 0,0 0 0,0 0 0,0 0 0,0 0 0,0 0 0,0 0 0,0 0 0,-1-1 0,1 1 0,0 0 0,-1 2 0,-2 1 0,0 0 0,0 0 0,0 0 0,-1 0 0,1 0 0,-1-1 0,0 0 0,-6 5 0,-15 8 0,-1 0 0,-1-2 0,0 0 0,-1-2 0,-56 15 0,9-8 0,-83 9 0,-129-6 0,-3-24 0,76-1 0,29 14 0,55-2 0,-319 19 0,361-22 0,38 0 0,1 2 0,-66 20 0,108-28 0,7-4 0,14-8 0,-2 4 0,1 1 0,0 0 0,0 0 0,0 2 0,0 0 0,23-6 0,92-12 0,-122 22 0,409-33-557,10 30-210,-363 4 719,2175 5-3239,-2186-5 3371,-4-1-34,64 8-1,-109-7-31,0 0 0,0 0 0,0 0 0,-1 0 0,1 1 0,0-1 0,0 1 0,0-1-1,0 1 1,-1 0 0,1 0 0,0-1 0,-1 1 0,1 1 0,0-1 0,-1 0 0,0 0-1,1 0 1,-1 1 0,2 1 0,-3-2 15,0 1 1,0-1-1,0 1 0,0-1 1,-1 0-1,1 1 0,0-1 1,-1 0-1,1 1 0,-1-1 1,1 0-1,-1 0 0,0 1 1,1-1-1,-1 0 0,0 0 1,0 0-1,0 0 0,0 0 1,0 0-1,0 0 0,0 0 0,0 0 1,-2 0-1,-96 75 1408,57-45-528,-50 45 0,6 16-913,-23 20 0,102-106 0,-1-2 0,0 1 0,1-1 0,-2 0 0,1-1 0,0 1 0,-1-2 0,1 1 0,-1-1 0,0-1 0,-13 2 0,7-1 0,-90 12 0,-106 0 0,-110-14 0,195-1 0,-151-2 0,-627 5 0,-49 67 0,845-57 0,-80 13 0,175-22 0,-1 1 0,2 0 0,-1 1 0,0 1 0,1 0 0,0 0 0,1 1 0,-1 1 0,1 0 0,1 1 0,0-1 0,0 2 0,0 0 0,-15 21 0,23-28 0,0 0 0,0 1 0,0 0 0,0-1 0,0 1 0,1 0 0,-1 0 0,0 7 0,2-10 0,-1 1 0,1-1 0,0 0 0,0 1 0,1-1 0,-1 1 0,0-1 0,0 1 0,1-1 0,-1 0 0,1 1 0,-1-1 0,1 0 0,0 1 0,-1-1 0,1 0 0,0 0 0,0 1 0,0-1 0,0 0 0,0 0 0,0 0 0,0 0 0,0-1 0,0 1 0,1 0 0,-1 0 0,2 0 0,9 4 0,1-1 0,0 0 0,0-1 0,0 0 0,1-1 0,-1-1 0,20 0 0,-1 1 0,783 17 0,-631-20 0,-5 1 0,235-2 0,-381 1 0,1-2 0,57-12 0,-74 11 0,0-1 0,0-1 0,0-1 0,-1 0 0,0-1 0,27-18 0,-28 16 0,1 0 0,0 1 0,0 1 0,1 0 0,0 1 0,33-8 0,-23 10 0,-1 1 0,1 1 0,54 1 0,607-10 0,-109-1 0,-471 12 0,107 3 0,-210-1 0,0-1 0,-1 0 0,1 1 0,0 0 0,-1 0 0,1 0 0,-1 1 0,5 1 0,-8-3 0,-1 1 0,0-1 0,0 0 0,0 0 0,0 0 0,0 0 0,0 0 0,0 0 0,1 0 0,-1 0 0,0 1 0,0-1 0,0 0 0,0 0 0,0 0 0,0 0 0,0 0 0,0 0 0,0 1 0,0-1 0,0 0 0,0 0 0,0 0 0,0 0 0,0 0 0,0 1 0,0-1 0,0 0 0,0 0 0,0 0 0,0 0 0,0 0 0,0 1 0,0-1 0,0 0 0,0 0 0,0 0 0,0 0 0,0 0 0,-1 0 0,1 0 0,0 1 0,0-1 0,0 0 0,-9 7 0,-16 5 0,20-10 0,-11 6 0,-1-1 0,0-1 0,0 0 0,0-1 0,-1-1 0,0-1 0,0 0 0,0-2 0,0 0 0,0-1 0,0 0 0,0-2 0,0 0 0,1-1 0,-1-1 0,0 0 0,1-2 0,0 0 0,0-1 0,-21-12 0,-7-11 0,1-3 0,1-1 0,-59-63 0,11 11 0,31 31 0,9 8 0,-108-79 0,102 97 0,56 29 0,0 0 0,0-1 0,0 1 0,1 0 0,-1-1 0,0 1 0,1-1 0,-1 1 0,0-1 0,1 0 0,-1 1 0,1-1 0,-1 1 0,0-1 0,1 0 0,0 0 0,-1 0 0,1 0 0,0 1 0,0 0 0,0-1 0,0 1 0,0-1 0,0 1 0,0 0 0,0-1 0,0 1 0,0-1 0,0 1 0,1 0 0,-1-1 0,0 1 0,0-1 0,0 1 0,1 0 0,-1-1 0,0 1 0,0 0 0,1-1 0,-1 1 0,0 0 0,1-1 0,2-1 0,0 1 0,0-1 0,0 0 0,1 1 0,-1 0 0,0 0 0,4-1 0,263-41 0,-225 37 0,304-20 0,-309 29 0,-39-3 0,-1 0 0,1 0 0,-1 0 0,0 0 0,1 0 0,-1 0 0,1 0 0,-1 1 0,1-1 0,-1 0 0,0 0 0,1 0 0,-1 0 0,0 0 0,1 1 0,-1-1 0,1 0 0,-1 0 0,0 1 0,0-1 0,1 0 0,-1 1 0,0-1 0,1 0 0,-1 1 0,0-1 0,0 0 0,0 1 0,1-1 0,-1 1 0,0-1 0,0 0 0,0 1 0,0-1 0,0 1 0,0-1 0,0 1 0,0-1 0,0 0 0,0 1 0,0-1 0,0 1 0,0-1 0,0 1 0,-15 13 0,3-8 0,1 0 0,-2-1 0,1-1 0,0 0 0,-1 0 0,-20 2 0,-84 6 0,104-11 0,-225 13 0,-154 12 0,-284-8-742,612-19 119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C7FD6-3FE5-4A5F-960E-8984DBB8385E}" type="datetimeFigureOut">
              <a:rPr lang="ro-RO" smtClean="0"/>
              <a:t>04.05.2026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FE60D-9D23-4696-9690-79486EB8BF9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1469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3D6EE-F123-A7F5-0A30-5D20713F0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5E4F5-9A67-14D5-2339-DDE41C211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16833-6D99-3E11-2CEF-1B856AC43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54BCC-347A-0D96-778F-825FB2CAD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4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D1EFB-E12D-8069-1E8A-53FE816B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26BAD-5634-3389-C0FE-CD1CAE56A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D5B2F-A7F2-B2DB-1A3B-9DF1EF93D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3615D-E301-5C19-3E8C-BBAC1772C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15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C012B-5825-F75F-4613-742048032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BF01D-3332-902F-E1C9-238527117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B9E34-87A7-DB23-675C-6E244362A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7CAD7-5AA0-5E4E-DACD-1A2A6FA8F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07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FE581-4901-5E84-B1E4-A6CD2A81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78804-0D33-2B79-113E-3B6FD18BD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57B79-D19E-1528-8563-28936A01F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BD1C1-5C63-6076-E697-664B05F4B7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18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CE2C-AA92-D27C-68F4-7D434C909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DE83C-15B4-2E1F-3FFA-1B69FE4E3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AB154-39E4-071C-5C04-E947EE0B2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BC6DE-E592-62D1-86C5-1C7FF9A193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931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4CF6-F725-F90F-8905-F8FD4629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B8E0F-434E-957C-62E0-44274AB92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32896-A504-DEE8-703A-5F244C99E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B8615-0DD7-89C2-38BB-4451321D0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987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38070-D7D3-A7B6-40A5-3C2B9DE9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58977-D7E6-76F1-DBD9-B7FE07076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C3D81-B606-6F85-8C4D-C337956D9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35BDF-BAA5-A0E1-A429-5CEA0BB2D3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364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7B23A-6A26-FEBB-0AB2-65CC88DFA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FB874-D8E1-50FC-6ADD-4CA53CF30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0BCDC-048F-22F5-7622-828BA6F12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87E2D-CFD3-827B-9EC8-6D56626C2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724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C352F-F9E6-EEE5-8EFB-A9E3B80E8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3FB41-FF0C-10E2-5EF4-D6766A7E4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9F008-FFF9-3C6E-E94A-C8B760E6C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AC440-8167-249E-CC7A-B22A080B1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120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F5621-C25F-740F-E1ED-B24B2763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54B73-CB79-3C46-6059-E36509C87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2B96B-A39F-3B0B-8FE8-65983C545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39AFB-33A7-CA42-8937-CE5CE17864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280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CE0C4-57B4-D538-86C9-F91FDEE5B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EE0D5-74A3-87D8-376A-BF0F4160F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9E583-A0A1-9243-177C-3BCA3DEF1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74F5F-7D61-56B6-D911-553140B03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0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3515-BFE0-7B25-7F0B-32260BB53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8A0DC-5A8E-0E3C-3826-007CFBB15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1F19F-7538-6987-B450-FE2F5F64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55DCE-30C4-D761-DAF6-51D8B58A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E2389-25DB-1FB6-513C-618A054F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9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17A5-7342-D2E4-F868-8B47BB9F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21C5-2045-1B0A-D2BF-188A2E61A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9F058-BBFF-5CAB-CC6D-94D514C03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BEC2B-48AA-5F12-535B-67C035E93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D0081-0992-0625-8D5E-D57F4461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2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59B8-49CB-3E76-C5E7-C5A92D229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7EAA7-2CA6-EEEA-6E6F-C44BFDA07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3902E-C8D4-EAA7-81F7-10FFD566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22FB0-8B9A-CBF7-321C-481E1297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B2E63-0C39-0A1B-3F07-0610ABD5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0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E26B0-8F8B-3240-6C98-6C67E0A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37B1-03F3-BE84-95C9-758FAC90D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9A3D0-BF22-648C-3983-9974F8B3F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A61B3-6E35-B596-0872-114A25A5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4AEC8-0542-13AF-2BB3-4FF2BB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2C0C5-0CFD-C094-3239-C54E5CE1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1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7E4C-F6D0-33E9-7A8C-9FD77931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B0CF4-609B-E0A1-FAC6-1BFED5247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993A1-C36B-2A5A-3A20-88B716578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77821-B0A9-048E-3802-3C20DA9D4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F9B33-E74B-3ACC-8A14-DBC9A5462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B4D3E6-EEF7-FC2E-6A9E-299F9388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3737C6-3E0F-3C05-A1D5-D3D812EA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14843-AFA6-1381-287E-7381AB6F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2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713A-C285-62F8-FF8B-2500E1E7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19304-A5D7-828B-DE08-29C2EFCB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68B91-ABE1-1264-FD5B-5A68D518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52361-74D9-BD99-44F7-86366D3B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7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F187FC-EC45-E1B7-C765-E1CA0422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53A21-7D71-1EDA-2C2E-3163C4D9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9BD65-2A37-FBEA-AA7E-7DCC1CFF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15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D2B7B-8244-B427-632C-E4BADD23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6EC17-4AB3-FE8C-37E2-549B3117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B5036-D51E-C813-C4DC-42DBB9299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86E1B-ED14-4DD8-D450-47796C8A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2D815-945C-01E3-E522-3B156353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29CD3-3BCC-509E-7E18-FBE7BDCE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DEE9-E1F2-A7B7-7387-D9457952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8F011-B056-465D-D499-C91BAED17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87D3A-793D-5493-E4AE-7E156CEBC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FD8F4-FE3E-2564-582F-D9ED561E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17821-7F27-7B5B-F516-CDDD4D32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200FC-B01C-CD78-9585-59CD6F9E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2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3C79-6514-827E-9B05-D39301F2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B4939-3A1C-7789-83ED-705872C7F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D7480-1B82-8DC5-F3A2-A2DD1CC1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2D53-7276-EB49-B3EF-D792631C1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4F04F-B346-50FB-B677-4BFA12D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68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5FE6BE-0116-01AA-D59A-2998208A7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2BD1D-C6C5-78E2-FFAD-4B3A9F6FF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363ED-1E78-49E4-A0C5-08435E72A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C6DF-5541-FE0F-5366-C62807AC7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F133-9AEA-AD29-1DB8-DBFC63D8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1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76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69C6A-2F2F-7DFF-F209-5978BE08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CD4C4-F7B9-F59A-6371-1D9137B3C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07F3C-CEF5-246C-6364-3400EE320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DD99F-EB8C-4284-A1FF-6A8FAD5F29B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B2E7C-1B58-FF56-9254-13AC936CF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CFB4B-65BD-C19B-674C-8E8E05BD6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4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gif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customXml" Target="../ink/ink6.xml"/><Relationship Id="rId26" Type="http://schemas.openxmlformats.org/officeDocument/2006/relationships/customXml" Target="../ink/ink9.xml"/><Relationship Id="rId39" Type="http://schemas.openxmlformats.org/officeDocument/2006/relationships/customXml" Target="../ink/ink15.xml"/><Relationship Id="rId21" Type="http://schemas.openxmlformats.org/officeDocument/2006/relationships/image" Target="../media/image49.png"/><Relationship Id="rId34" Type="http://schemas.openxmlformats.org/officeDocument/2006/relationships/image" Target="../media/image57.png"/><Relationship Id="rId42" Type="http://schemas.openxmlformats.org/officeDocument/2006/relationships/image" Target="../media/image61.png"/><Relationship Id="rId47" Type="http://schemas.openxmlformats.org/officeDocument/2006/relationships/customXml" Target="../ink/ink19.xml"/><Relationship Id="rId50" Type="http://schemas.openxmlformats.org/officeDocument/2006/relationships/customXml" Target="../ink/ink21.xml"/><Relationship Id="rId55" Type="http://schemas.openxmlformats.org/officeDocument/2006/relationships/customXml" Target="../ink/ink24.xml"/><Relationship Id="rId63" Type="http://schemas.openxmlformats.org/officeDocument/2006/relationships/customXml" Target="../ink/ink31.xml"/><Relationship Id="rId68" Type="http://schemas.openxmlformats.org/officeDocument/2006/relationships/customXml" Target="../ink/ink36.xml"/><Relationship Id="rId7" Type="http://schemas.openxmlformats.org/officeDocument/2006/relationships/image" Target="../media/image40.png"/><Relationship Id="rId71" Type="http://schemas.openxmlformats.org/officeDocument/2006/relationships/customXml" Target="../ink/ink38.xml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6.png"/><Relationship Id="rId29" Type="http://schemas.openxmlformats.org/officeDocument/2006/relationships/image" Target="../media/image54.png"/><Relationship Id="rId11" Type="http://schemas.openxmlformats.org/officeDocument/2006/relationships/image" Target="../media/image42.png"/><Relationship Id="rId24" Type="http://schemas.openxmlformats.org/officeDocument/2006/relationships/image" Target="../media/image51.png"/><Relationship Id="rId32" Type="http://schemas.openxmlformats.org/officeDocument/2006/relationships/image" Target="../media/image56.png"/><Relationship Id="rId37" Type="http://schemas.openxmlformats.org/officeDocument/2006/relationships/customXml" Target="../ink/ink14.xml"/><Relationship Id="rId40" Type="http://schemas.openxmlformats.org/officeDocument/2006/relationships/image" Target="../media/image60.png"/><Relationship Id="rId45" Type="http://schemas.openxmlformats.org/officeDocument/2006/relationships/customXml" Target="../ink/ink18.xml"/><Relationship Id="rId53" Type="http://schemas.openxmlformats.org/officeDocument/2006/relationships/image" Target="../media/image66.png"/><Relationship Id="rId58" Type="http://schemas.openxmlformats.org/officeDocument/2006/relationships/customXml" Target="../ink/ink26.xml"/><Relationship Id="rId66" Type="http://schemas.openxmlformats.org/officeDocument/2006/relationships/customXml" Target="../ink/ink34.xml"/><Relationship Id="rId5" Type="http://schemas.openxmlformats.org/officeDocument/2006/relationships/image" Target="../media/image39.png"/><Relationship Id="rId15" Type="http://schemas.openxmlformats.org/officeDocument/2006/relationships/image" Target="../media/image45.png"/><Relationship Id="rId23" Type="http://schemas.openxmlformats.org/officeDocument/2006/relationships/image" Target="../media/image50.png"/><Relationship Id="rId28" Type="http://schemas.openxmlformats.org/officeDocument/2006/relationships/customXml" Target="../ink/ink10.xml"/><Relationship Id="rId36" Type="http://schemas.openxmlformats.org/officeDocument/2006/relationships/image" Target="../media/image58.png"/><Relationship Id="rId49" Type="http://schemas.openxmlformats.org/officeDocument/2006/relationships/image" Target="../media/image64.png"/><Relationship Id="rId57" Type="http://schemas.openxmlformats.org/officeDocument/2006/relationships/customXml" Target="../ink/ink25.xml"/><Relationship Id="rId61" Type="http://schemas.openxmlformats.org/officeDocument/2006/relationships/customXml" Target="../ink/ink29.xml"/><Relationship Id="rId10" Type="http://schemas.openxmlformats.org/officeDocument/2006/relationships/customXml" Target="../ink/ink4.xml"/><Relationship Id="rId19" Type="http://schemas.openxmlformats.org/officeDocument/2006/relationships/image" Target="../media/image48.png"/><Relationship Id="rId31" Type="http://schemas.openxmlformats.org/officeDocument/2006/relationships/customXml" Target="../ink/ink11.xml"/><Relationship Id="rId44" Type="http://schemas.openxmlformats.org/officeDocument/2006/relationships/image" Target="../media/image62.png"/><Relationship Id="rId52" Type="http://schemas.openxmlformats.org/officeDocument/2006/relationships/customXml" Target="../ink/ink22.xml"/><Relationship Id="rId60" Type="http://schemas.openxmlformats.org/officeDocument/2006/relationships/customXml" Target="../ink/ink28.xml"/><Relationship Id="rId65" Type="http://schemas.openxmlformats.org/officeDocument/2006/relationships/customXml" Target="../ink/ink33.xml"/><Relationship Id="rId73" Type="http://schemas.openxmlformats.org/officeDocument/2006/relationships/image" Target="../media/image70.png"/><Relationship Id="rId4" Type="http://schemas.openxmlformats.org/officeDocument/2006/relationships/customXml" Target="../ink/ink1.xml"/><Relationship Id="rId9" Type="http://schemas.openxmlformats.org/officeDocument/2006/relationships/image" Target="../media/image41.png"/><Relationship Id="rId14" Type="http://schemas.openxmlformats.org/officeDocument/2006/relationships/image" Target="../media/image44.png"/><Relationship Id="rId22" Type="http://schemas.openxmlformats.org/officeDocument/2006/relationships/customXml" Target="../ink/ink8.xml"/><Relationship Id="rId27" Type="http://schemas.openxmlformats.org/officeDocument/2006/relationships/image" Target="../media/image53.png"/><Relationship Id="rId30" Type="http://schemas.openxmlformats.org/officeDocument/2006/relationships/image" Target="../media/image55.png"/><Relationship Id="rId35" Type="http://schemas.openxmlformats.org/officeDocument/2006/relationships/customXml" Target="../ink/ink13.xml"/><Relationship Id="rId43" Type="http://schemas.openxmlformats.org/officeDocument/2006/relationships/customXml" Target="../ink/ink17.xml"/><Relationship Id="rId48" Type="http://schemas.openxmlformats.org/officeDocument/2006/relationships/customXml" Target="../ink/ink20.xml"/><Relationship Id="rId56" Type="http://schemas.openxmlformats.org/officeDocument/2006/relationships/image" Target="../media/image67.png"/><Relationship Id="rId64" Type="http://schemas.openxmlformats.org/officeDocument/2006/relationships/customXml" Target="../ink/ink32.xml"/><Relationship Id="rId69" Type="http://schemas.openxmlformats.org/officeDocument/2006/relationships/customXml" Target="../ink/ink37.xml"/><Relationship Id="rId8" Type="http://schemas.openxmlformats.org/officeDocument/2006/relationships/customXml" Target="../ink/ink3.xml"/><Relationship Id="rId51" Type="http://schemas.openxmlformats.org/officeDocument/2006/relationships/image" Target="../media/image65.png"/><Relationship Id="rId72" Type="http://schemas.openxmlformats.org/officeDocument/2006/relationships/image" Target="../media/image69.png"/><Relationship Id="rId3" Type="http://schemas.openxmlformats.org/officeDocument/2006/relationships/image" Target="../media/image37.png"/><Relationship Id="rId12" Type="http://schemas.openxmlformats.org/officeDocument/2006/relationships/customXml" Target="../ink/ink5.xml"/><Relationship Id="rId17" Type="http://schemas.openxmlformats.org/officeDocument/2006/relationships/image" Target="../media/image47.png"/><Relationship Id="rId25" Type="http://schemas.openxmlformats.org/officeDocument/2006/relationships/image" Target="../media/image52.png"/><Relationship Id="rId33" Type="http://schemas.openxmlformats.org/officeDocument/2006/relationships/customXml" Target="../ink/ink12.xml"/><Relationship Id="rId38" Type="http://schemas.openxmlformats.org/officeDocument/2006/relationships/image" Target="../media/image59.png"/><Relationship Id="rId46" Type="http://schemas.openxmlformats.org/officeDocument/2006/relationships/image" Target="../media/image63.png"/><Relationship Id="rId59" Type="http://schemas.openxmlformats.org/officeDocument/2006/relationships/customXml" Target="../ink/ink27.xml"/><Relationship Id="rId67" Type="http://schemas.openxmlformats.org/officeDocument/2006/relationships/customXml" Target="../ink/ink35.xml"/><Relationship Id="rId20" Type="http://schemas.openxmlformats.org/officeDocument/2006/relationships/customXml" Target="../ink/ink7.xml"/><Relationship Id="rId41" Type="http://schemas.openxmlformats.org/officeDocument/2006/relationships/customXml" Target="../ink/ink16.xml"/><Relationship Id="rId54" Type="http://schemas.openxmlformats.org/officeDocument/2006/relationships/customXml" Target="../ink/ink23.xml"/><Relationship Id="rId62" Type="http://schemas.openxmlformats.org/officeDocument/2006/relationships/customXml" Target="../ink/ink30.xml"/><Relationship Id="rId70" Type="http://schemas.openxmlformats.org/officeDocument/2006/relationships/image" Target="../media/image68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7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5" Type="http://schemas.openxmlformats.org/officeDocument/2006/relationships/image" Target="../media/image46.png"/><Relationship Id="rId4" Type="http://schemas.openxmlformats.org/officeDocument/2006/relationships/image" Target="../media/image44.png"/><Relationship Id="rId9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f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f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f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f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97880" cy="2387600"/>
          </a:xfrm>
        </p:spPr>
        <p:txBody>
          <a:bodyPr/>
          <a:lstStyle/>
          <a:p>
            <a:r>
              <a:rPr lang="en-US" dirty="0" err="1"/>
              <a:t>Grafică</a:t>
            </a:r>
            <a:r>
              <a:rPr lang="en-US" dirty="0"/>
              <a:t> </a:t>
            </a:r>
            <a:r>
              <a:rPr lang="en-US" dirty="0" err="1"/>
              <a:t>asistată</a:t>
            </a:r>
            <a:r>
              <a:rPr lang="en-US" dirty="0"/>
              <a:t> de calculator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3440" y="97536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8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1524000"/>
            <a:ext cx="91440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</a:t>
            </a:r>
          </a:p>
          <a:p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with</a:t>
            </a:r>
          </a:p>
          <a:p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Diffusion</a:t>
            </a:r>
          </a:p>
          <a:p>
            <a:endParaRPr lang="en-US" sz="6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Overview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426720" y="1097280"/>
            <a:ext cx="914400" cy="168249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6720" y="1097280"/>
            <a:ext cx="91440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41120" y="1097280"/>
            <a:ext cx="46939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7424" y="1219200"/>
            <a:ext cx="445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VAE: Compress &amp; Reconstruct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7424" y="1633728"/>
            <a:ext cx="445008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512×512 images to 4×64×64 latent vectors. Decode them back and compare to originals.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15456" y="1097280"/>
            <a:ext cx="914400" cy="168249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15456" y="1097280"/>
            <a:ext cx="91440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229856" y="1097280"/>
            <a:ext cx="46939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6160" y="1219200"/>
            <a:ext cx="445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Text Conditioning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76160" y="1633728"/>
            <a:ext cx="445008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prompts to 77 tokens with the CLIP </a:t>
            </a:r>
            <a:r>
              <a:rPr lang="en-US" sz="140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tokeniser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Encode with the CLIP text encoder to get context vectors.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6720" y="2950464"/>
            <a:ext cx="914400" cy="168249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720" y="2950464"/>
            <a:ext cx="91440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41120" y="2950464"/>
            <a:ext cx="46939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7424" y="3072384"/>
            <a:ext cx="445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Space Diffusion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87424" y="3486912"/>
            <a:ext cx="445008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pure noise in 4×64×64. Run 50 DDPM denoising steps guided by text context.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15456" y="2950464"/>
            <a:ext cx="914400" cy="168249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5456" y="2950464"/>
            <a:ext cx="91440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229856" y="2950464"/>
            <a:ext cx="46939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6160" y="3072384"/>
            <a:ext cx="445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Decode to 512×512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76160" y="3486912"/>
            <a:ext cx="445008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VAE decoder to convert the clean latent into a full-resolution 512×512 color image.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6720" y="4803648"/>
            <a:ext cx="914400" cy="168249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6720" y="4803648"/>
            <a:ext cx="91440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341120" y="4803648"/>
            <a:ext cx="46939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87424" y="4925568"/>
            <a:ext cx="445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Modification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87424" y="5340096"/>
            <a:ext cx="4547616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an existing image using a text prompt, controlling how much the output changes from the original.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15456" y="4803648"/>
            <a:ext cx="914400" cy="1682496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5456" y="4803648"/>
            <a:ext cx="91440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7229856" y="4803648"/>
            <a:ext cx="46939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76160" y="4925568"/>
            <a:ext cx="445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Scale Effects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76160" y="5340096"/>
            <a:ext cx="445008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guidance strength affects the balance between prompt fidelity and image diversity.</a:t>
            </a:r>
            <a:endParaRPr lang="en-US" sz="140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CB7F4FD7-DDFF-EE29-826F-0A6B409D152C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From Pixel Space to Latent Space</a:t>
            </a:r>
            <a:endParaRPr lang="en-US" sz="3467" dirty="0"/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061D0A2C-3CBC-63DB-307D-E1090C3A9AFE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FFF9E7C-7394-4686-6DD7-D65E27545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733" y="1508062"/>
            <a:ext cx="688008" cy="81878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9D47000-B2AF-5CD4-5AEE-BF035FA3A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940" y="1498659"/>
            <a:ext cx="736463" cy="88710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613A7AD-9F9D-9A01-245B-B866A1A19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6" y="1642091"/>
            <a:ext cx="762106" cy="77163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9546F3B-FA5B-1674-99FB-A96C8FDE13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9509" y="1639645"/>
            <a:ext cx="676456" cy="682504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7D50CAE-21A1-D1DD-5BC2-7BC4BE24DB01}"/>
              </a:ext>
            </a:extLst>
          </p:cNvPr>
          <p:cNvCxnSpPr/>
          <p:nvPr/>
        </p:nvCxnSpPr>
        <p:spPr>
          <a:xfrm>
            <a:off x="2043473" y="1982488"/>
            <a:ext cx="413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7E5FDC9-F502-F3E4-EE43-3586E57C92BB}"/>
              </a:ext>
            </a:extLst>
          </p:cNvPr>
          <p:cNvCxnSpPr/>
          <p:nvPr/>
        </p:nvCxnSpPr>
        <p:spPr>
          <a:xfrm>
            <a:off x="5408879" y="1977133"/>
            <a:ext cx="413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2252D77-3B12-BC21-09BC-A33AD8E963CA}"/>
              </a:ext>
            </a:extLst>
          </p:cNvPr>
          <p:cNvSpPr txBox="1"/>
          <p:nvPr/>
        </p:nvSpPr>
        <p:spPr>
          <a:xfrm>
            <a:off x="3564437" y="1710804"/>
            <a:ext cx="779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i="1" dirty="0"/>
              <a:t>...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5B411D-3159-B2A6-ADD6-2D4F7B25D6DE}"/>
              </a:ext>
            </a:extLst>
          </p:cNvPr>
          <p:cNvCxnSpPr/>
          <p:nvPr/>
        </p:nvCxnSpPr>
        <p:spPr>
          <a:xfrm>
            <a:off x="4261026" y="1974305"/>
            <a:ext cx="413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C17FA57-7901-A084-3614-05F917DEAB0A}"/>
              </a:ext>
            </a:extLst>
          </p:cNvPr>
          <p:cNvCxnSpPr/>
          <p:nvPr/>
        </p:nvCxnSpPr>
        <p:spPr>
          <a:xfrm>
            <a:off x="3088756" y="1967634"/>
            <a:ext cx="413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B0CFC28E-A779-EABB-B398-023725FBCA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4776" y="1635881"/>
            <a:ext cx="639549" cy="68250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58B60BC-D442-7C6E-193B-4C41C9112F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9199" y="1634852"/>
            <a:ext cx="710244" cy="69101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204BF81-0335-AA3C-E97D-931F96288A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4640" y="1626382"/>
            <a:ext cx="649685" cy="69584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ECEB708-913F-35C6-C11C-06476AF6AE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4269" y="1642091"/>
            <a:ext cx="710243" cy="69419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53C0370-0DD9-40CF-7F63-9DE8594E15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49120" y="1608073"/>
            <a:ext cx="655291" cy="71779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A8645FE-A524-1ABE-810B-61100FBE9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199" y="3001200"/>
            <a:ext cx="688008" cy="81878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AE80B3D-E5DA-2155-978A-CB6AFE0A0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406" y="2873144"/>
            <a:ext cx="736463" cy="88710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D8A47C4-F7BD-DFB5-039E-CAE1390421D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9943" y="3053060"/>
            <a:ext cx="733527" cy="77163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38FB3C7-3215-A4F5-D46F-7B5BDADC2C3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8677" y="3041582"/>
            <a:ext cx="738375" cy="77483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5ECA821-348E-8F47-84F8-AD972FE03B5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3384" y="3096852"/>
            <a:ext cx="733527" cy="72784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6BB6248-A972-E91E-D0D9-D9E9DDC1D7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2754" y="3119520"/>
            <a:ext cx="639549" cy="68250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819B4BA9-3B42-FBE2-36BB-0105668A5C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4975" y="3124786"/>
            <a:ext cx="676456" cy="682504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5D0B0DB-DB7C-FC6A-AF6A-49FDBE268672}"/>
              </a:ext>
            </a:extLst>
          </p:cNvPr>
          <p:cNvCxnSpPr/>
          <p:nvPr/>
        </p:nvCxnSpPr>
        <p:spPr>
          <a:xfrm>
            <a:off x="2019511" y="3460772"/>
            <a:ext cx="413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4A1499E-4ED9-39DD-C693-1D8313B72966}"/>
              </a:ext>
            </a:extLst>
          </p:cNvPr>
          <p:cNvCxnSpPr/>
          <p:nvPr/>
        </p:nvCxnSpPr>
        <p:spPr>
          <a:xfrm flipV="1">
            <a:off x="5456984" y="3460772"/>
            <a:ext cx="411693" cy="2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0B9BF34-A7AF-5704-2C06-228EDA009EE7}"/>
              </a:ext>
            </a:extLst>
          </p:cNvPr>
          <p:cNvCxnSpPr/>
          <p:nvPr/>
        </p:nvCxnSpPr>
        <p:spPr>
          <a:xfrm>
            <a:off x="3072303" y="3470271"/>
            <a:ext cx="413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C6191BA-FA3B-3D85-0F79-384B169ED3A2}"/>
              </a:ext>
            </a:extLst>
          </p:cNvPr>
          <p:cNvCxnSpPr/>
          <p:nvPr/>
        </p:nvCxnSpPr>
        <p:spPr>
          <a:xfrm>
            <a:off x="4310141" y="3460772"/>
            <a:ext cx="413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1201E6B-85C5-F891-FCB9-806B4FD93141}"/>
              </a:ext>
            </a:extLst>
          </p:cNvPr>
          <p:cNvSpPr txBox="1"/>
          <p:nvPr/>
        </p:nvSpPr>
        <p:spPr>
          <a:xfrm>
            <a:off x="3506128" y="3250682"/>
            <a:ext cx="779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i="1" dirty="0"/>
              <a:t>...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A3A136-AE7B-269B-37BE-2BC4F522FFD8}"/>
              </a:ext>
            </a:extLst>
          </p:cNvPr>
          <p:cNvSpPr txBox="1"/>
          <p:nvPr/>
        </p:nvSpPr>
        <p:spPr>
          <a:xfrm>
            <a:off x="-48023" y="1796231"/>
            <a:ext cx="1284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Labs 4 &amp; 5</a:t>
            </a:r>
            <a:endParaRPr lang="en-US" sz="18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B0525FF-E925-488D-26AE-805D23062850}"/>
              </a:ext>
            </a:extLst>
          </p:cNvPr>
          <p:cNvSpPr txBox="1"/>
          <p:nvPr/>
        </p:nvSpPr>
        <p:spPr>
          <a:xfrm>
            <a:off x="-8652" y="3244333"/>
            <a:ext cx="1284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F72E656-6260-4987-8B64-5853EBA3CC16}"/>
              </a:ext>
            </a:extLst>
          </p:cNvPr>
          <p:cNvSpPr txBox="1"/>
          <p:nvPr/>
        </p:nvSpPr>
        <p:spPr>
          <a:xfrm>
            <a:off x="6812535" y="1650803"/>
            <a:ext cx="42732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Grayscale 28×28 Fashion MNIST images</a:t>
            </a:r>
          </a:p>
          <a:p>
            <a:r>
              <a:rPr lang="fr-FR" dirty="0"/>
              <a:t>      1</a:t>
            </a:r>
            <a:r>
              <a:rPr lang="fr-FR" sz="1800" dirty="0"/>
              <a:t>×28×28 = 784 pixel values</a:t>
            </a:r>
            <a:endParaRPr lang="en-US" sz="1800" dirty="0"/>
          </a:p>
        </p:txBody>
      </p:sp>
      <p:sp>
        <p:nvSpPr>
          <p:cNvPr id="77" name="Text 16">
            <a:extLst>
              <a:ext uri="{FF2B5EF4-FFF2-40B4-BE49-F238E27FC236}">
                <a16:creationId xmlns:a16="http://schemas.microsoft.com/office/drawing/2014/main" id="{65B7D345-CA8C-F4DF-1D50-C89BFA6391D7}"/>
              </a:ext>
            </a:extLst>
          </p:cNvPr>
          <p:cNvSpPr/>
          <p:nvPr/>
        </p:nvSpPr>
        <p:spPr>
          <a:xfrm>
            <a:off x="6812535" y="3244333"/>
            <a:ext cx="3516703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Color 64×64 Oxford Flowers images</a:t>
            </a:r>
          </a:p>
          <a:p>
            <a:r>
              <a:rPr lang="fr-FR" sz="1600" dirty="0"/>
              <a:t>      3×64×64 = 12 288 pixel values</a:t>
            </a:r>
          </a:p>
          <a:p>
            <a:endParaRPr lang="en-US" sz="1600" dirty="0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C0DD697F-64E2-64AE-8E0F-B2CD3D678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199" y="5249909"/>
            <a:ext cx="688008" cy="818786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54D74F75-3C40-E52A-D7D4-E8F499AC2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406" y="5121853"/>
            <a:ext cx="736463" cy="887103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5A8228CB-9A13-ED73-07B6-11875C9B2E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9943" y="5301769"/>
            <a:ext cx="733527" cy="771633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580A9CBA-A3C5-A354-F647-1EEAA39E00B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8677" y="5290291"/>
            <a:ext cx="738375" cy="774835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AD5801B3-7F00-916B-6FFA-78BFF6A55E5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3384" y="5345561"/>
            <a:ext cx="733527" cy="727841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FD8C95E9-7936-457D-A137-20364B68A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2754" y="5368229"/>
            <a:ext cx="639549" cy="682504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94674FC2-DF36-F610-04C7-A07AC2796B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4975" y="5373495"/>
            <a:ext cx="676456" cy="682504"/>
          </a:xfrm>
          <a:prstGeom prst="rect">
            <a:avLst/>
          </a:prstGeom>
        </p:spPr>
      </p:pic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B2BA2F3-8B72-377A-C2C3-9B8F59CFB541}"/>
              </a:ext>
            </a:extLst>
          </p:cNvPr>
          <p:cNvCxnSpPr/>
          <p:nvPr/>
        </p:nvCxnSpPr>
        <p:spPr>
          <a:xfrm>
            <a:off x="2019511" y="5709481"/>
            <a:ext cx="413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AAE038B-6864-8581-63C4-11B77B7E353D}"/>
              </a:ext>
            </a:extLst>
          </p:cNvPr>
          <p:cNvCxnSpPr/>
          <p:nvPr/>
        </p:nvCxnSpPr>
        <p:spPr>
          <a:xfrm flipV="1">
            <a:off x="5456984" y="5709481"/>
            <a:ext cx="411693" cy="2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E36CC0C-97E8-F631-BCA8-A89E1223E32B}"/>
              </a:ext>
            </a:extLst>
          </p:cNvPr>
          <p:cNvCxnSpPr/>
          <p:nvPr/>
        </p:nvCxnSpPr>
        <p:spPr>
          <a:xfrm>
            <a:off x="3072303" y="5718980"/>
            <a:ext cx="413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05359C8-2070-15A9-DC8E-0C180C24204A}"/>
              </a:ext>
            </a:extLst>
          </p:cNvPr>
          <p:cNvCxnSpPr/>
          <p:nvPr/>
        </p:nvCxnSpPr>
        <p:spPr>
          <a:xfrm>
            <a:off x="4310141" y="5709481"/>
            <a:ext cx="4132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97913E54-5B1C-7550-4B05-9A0911E5A0BB}"/>
              </a:ext>
            </a:extLst>
          </p:cNvPr>
          <p:cNvSpPr txBox="1"/>
          <p:nvPr/>
        </p:nvSpPr>
        <p:spPr>
          <a:xfrm>
            <a:off x="3506128" y="5499391"/>
            <a:ext cx="779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i="1" dirty="0"/>
              <a:t>...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F7D13AA2-BBAB-0F1E-5325-0BD49C5AF32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12200" y="4171359"/>
            <a:ext cx="1739800" cy="2494905"/>
          </a:xfrm>
          <a:prstGeom prst="rect">
            <a:avLst/>
          </a:prstGeom>
        </p:spPr>
      </p:pic>
      <p:sp>
        <p:nvSpPr>
          <p:cNvPr id="94" name="Text 16">
            <a:extLst>
              <a:ext uri="{FF2B5EF4-FFF2-40B4-BE49-F238E27FC236}">
                <a16:creationId xmlns:a16="http://schemas.microsoft.com/office/drawing/2014/main" id="{28CA2E8E-CFB9-492E-A7BB-C60CDC919D93}"/>
              </a:ext>
            </a:extLst>
          </p:cNvPr>
          <p:cNvSpPr/>
          <p:nvPr/>
        </p:nvSpPr>
        <p:spPr>
          <a:xfrm>
            <a:off x="7148332" y="5418812"/>
            <a:ext cx="3114481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dirty="0"/>
              <a:t>3×512×512 = 786 432 pixel values</a:t>
            </a:r>
          </a:p>
          <a:p>
            <a:endParaRPr lang="en-US" sz="16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8DB9339-71C5-6DA4-141D-EE272498BE10}"/>
              </a:ext>
            </a:extLst>
          </p:cNvPr>
          <p:cNvSpPr txBox="1"/>
          <p:nvPr/>
        </p:nvSpPr>
        <p:spPr>
          <a:xfrm>
            <a:off x="1288001" y="4469237"/>
            <a:ext cx="836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…but what if we want to generate color 512x512 images?</a:t>
            </a:r>
            <a:endParaRPr lang="ro-RO" sz="2000" i="1" dirty="0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25F3F397-3082-EF95-C9FA-EC1A243353F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70184" y="5308331"/>
            <a:ext cx="743072" cy="747392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8108682-D549-EB2E-08DF-B9664C98054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19599" y="5308331"/>
            <a:ext cx="760006" cy="76889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BA4FD306-E019-62F0-EC59-499587E1B4E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6311" y="5373452"/>
            <a:ext cx="688008" cy="69399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199A6ECB-E62B-8585-2D48-7A9879DE3E4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20889" y="5362485"/>
            <a:ext cx="688008" cy="693991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8E0BD43B-10F7-EBCB-CF6B-8F8A8FEBE0D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06982" y="5359797"/>
            <a:ext cx="705699" cy="711901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840A6D51-5FA8-0B87-A8EF-B47417A5EDB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flipV="1">
            <a:off x="3051277" y="5373452"/>
            <a:ext cx="45719" cy="70337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61DC6ABB-9B48-B952-D696-7776935FDA8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86240">
            <a:off x="11614403" y="5469480"/>
            <a:ext cx="117181" cy="204667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5D8DAB29-52DE-6356-425A-0BB46CC55AB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86240">
            <a:off x="11625714" y="5621848"/>
            <a:ext cx="103296" cy="72552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EC89F3EB-E6E2-856A-85D4-5825D04C562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427084">
            <a:off x="11563083" y="5470486"/>
            <a:ext cx="162379" cy="1546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6409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E4FA7AF-1148-52A1-5E00-E78A6BD255E0}"/>
              </a:ext>
            </a:extLst>
          </p:cNvPr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867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1239377-AFAE-8459-D692-5946FB8E2BB9}"/>
              </a:ext>
            </a:extLst>
          </p:cNvPr>
          <p:cNvSpPr/>
          <p:nvPr/>
        </p:nvSpPr>
        <p:spPr>
          <a:xfrm>
            <a:off x="853440" y="2255520"/>
            <a:ext cx="1115705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</a:t>
            </a:r>
          </a:p>
          <a:p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</a:p>
          <a:p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VAE and Why Do We Need It?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548639" y="804672"/>
            <a:ext cx="1109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Variational Autoencoder compresses images into a small latent vector and reconstructs them back — losslessly.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19" y="1170432"/>
            <a:ext cx="11338560" cy="438912"/>
          </a:xfrm>
          <a:prstGeom prst="rect">
            <a:avLst/>
          </a:prstGeom>
          <a:solidFill>
            <a:srgbClr val="D6E4F7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7407" y="1072896"/>
            <a:ext cx="1116787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latent space</a:t>
            </a:r>
            <a:r>
              <a:rPr lang="en-US" sz="173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730" dirty="0">
                <a:solidFill>
                  <a:srgbClr val="1F3864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Diffusion on 3×512×512 (786 432 values) is 48× slower than on 4×64×64 (16 384 values).</a:t>
            </a:r>
            <a:endParaRPr lang="en-US" sz="1730" dirty="0">
              <a:highlight>
                <a:srgbClr val="FFFF00"/>
              </a:highlight>
            </a:endParaRPr>
          </a:p>
        </p:txBody>
      </p:sp>
      <p:sp>
        <p:nvSpPr>
          <p:cNvPr id="53" name="Shape 0">
            <a:extLst>
              <a:ext uri="{FF2B5EF4-FFF2-40B4-BE49-F238E27FC236}">
                <a16:creationId xmlns:a16="http://schemas.microsoft.com/office/drawing/2014/main" id="{E61A7A7E-17D3-4032-645A-CF4E3B9B5E9E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F366634-20F2-77CC-2010-947D67B32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58" y="1888489"/>
            <a:ext cx="10900881" cy="48232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BAF3-4E8F-B3D8-4659-68C98502D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73AC78-FF52-077F-39C5-19EE7010CD9A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643612-03A0-89DF-2197-86D316D0E8EA}"/>
              </a:ext>
            </a:extLst>
          </p:cNvPr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VAE and Why Do We Need It?</a:t>
            </a:r>
            <a:endParaRPr lang="en-US" sz="3467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494ECD-334A-2E14-1108-6FEFD4261675}"/>
              </a:ext>
            </a:extLst>
          </p:cNvPr>
          <p:cNvSpPr/>
          <p:nvPr/>
        </p:nvSpPr>
        <p:spPr>
          <a:xfrm>
            <a:off x="548639" y="804672"/>
            <a:ext cx="1109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Variational Autoencoder compresses images into a small latent vector and reconstructs them back — losslessly.</a:t>
            </a:r>
            <a:endParaRPr lang="en-US" sz="1733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7AB293-047D-0AD5-0245-8A5C0F9BA559}"/>
              </a:ext>
            </a:extLst>
          </p:cNvPr>
          <p:cNvSpPr/>
          <p:nvPr/>
        </p:nvSpPr>
        <p:spPr>
          <a:xfrm>
            <a:off x="426719" y="1170432"/>
            <a:ext cx="11338560" cy="438912"/>
          </a:xfrm>
          <a:prstGeom prst="rect">
            <a:avLst/>
          </a:prstGeom>
          <a:solidFill>
            <a:srgbClr val="D6E4F7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F2EB5F5-2818-8CB0-C539-3F79FF3073C2}"/>
              </a:ext>
            </a:extLst>
          </p:cNvPr>
          <p:cNvSpPr/>
          <p:nvPr/>
        </p:nvSpPr>
        <p:spPr>
          <a:xfrm>
            <a:off x="597407" y="1072896"/>
            <a:ext cx="1116787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latent space</a:t>
            </a:r>
            <a:r>
              <a:rPr lang="en-US" sz="173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730" dirty="0">
                <a:solidFill>
                  <a:srgbClr val="1F3864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Diffusion on 3×512×512 (786 432 values) is 48× slower than on 4×64×64 (16 384 values).</a:t>
            </a:r>
            <a:endParaRPr lang="en-US" sz="1730" dirty="0">
              <a:highlight>
                <a:srgbClr val="FFFF00"/>
              </a:highlight>
            </a:endParaRPr>
          </a:p>
        </p:txBody>
      </p:sp>
      <p:sp>
        <p:nvSpPr>
          <p:cNvPr id="53" name="Shape 0">
            <a:extLst>
              <a:ext uri="{FF2B5EF4-FFF2-40B4-BE49-F238E27FC236}">
                <a16:creationId xmlns:a16="http://schemas.microsoft.com/office/drawing/2014/main" id="{8BA1D55E-6B71-AB1C-EB52-20E05F45132F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D203F0-A7D8-30F7-2113-B034879C2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05" y="4697173"/>
            <a:ext cx="8038456" cy="15845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535645-E7AC-34B0-D25F-516812F18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72" y="2131374"/>
            <a:ext cx="8038456" cy="15481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837E6BF-4B84-2007-BAC5-F8471D7A6CE4}"/>
              </a:ext>
            </a:extLst>
          </p:cNvPr>
          <p:cNvSpPr txBox="1"/>
          <p:nvPr/>
        </p:nvSpPr>
        <p:spPr>
          <a:xfrm>
            <a:off x="488972" y="1731264"/>
            <a:ext cx="2037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Instead of this …</a:t>
            </a:r>
            <a:endParaRPr lang="ro-RO" sz="2000" i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E319B5-CDCE-1468-8433-EF69BE924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605" y="3679562"/>
            <a:ext cx="1517584" cy="2267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AE54BB-E7EE-6D40-8598-33A3B5CD5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672" y="3679562"/>
            <a:ext cx="1517584" cy="2267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AC1EA1B-7A18-5522-9C34-11FD79EF1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6739" y="3670303"/>
            <a:ext cx="1517584" cy="2267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494392-237D-99F1-EF72-A9C783A0F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8291" y="3670303"/>
            <a:ext cx="1517584" cy="2267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080000-C0E8-8DE9-713A-E8876E743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873" y="3670303"/>
            <a:ext cx="1517584" cy="2267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8A055E-28DA-DC3E-5CEA-F9B3A189D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1766" y="4697173"/>
            <a:ext cx="1047896" cy="1514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2D54252-4795-30E5-4CA7-8BAFA17471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4367" y="4655748"/>
            <a:ext cx="1588992" cy="15975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23264-B87E-6B40-C72C-2B34FA46F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5775" y="6214201"/>
            <a:ext cx="1517584" cy="22676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EAD6C5-6FDA-C0A4-F4C2-106F1E6CFF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91" y="6281676"/>
            <a:ext cx="1343212" cy="26673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DB4392-5DAA-B609-CEC2-95C13BC254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9858" y="6281676"/>
            <a:ext cx="1343212" cy="26673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182301A-0FD3-BC7F-CAAE-210344BA80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6227" y="6281676"/>
            <a:ext cx="1343212" cy="26673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DA8B4D2-4EBA-AEE7-3F83-FF7455607A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5477" y="6281675"/>
            <a:ext cx="1343212" cy="26673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303B3AB-786F-EDC9-6D03-6230C45A87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2059" y="6281675"/>
            <a:ext cx="1343212" cy="26673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8A1C765-456D-3F7C-73B2-58EDA703C9F4}"/>
              </a:ext>
            </a:extLst>
          </p:cNvPr>
          <p:cNvSpPr txBox="1"/>
          <p:nvPr/>
        </p:nvSpPr>
        <p:spPr>
          <a:xfrm>
            <a:off x="488972" y="4297062"/>
            <a:ext cx="1743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… we do this</a:t>
            </a:r>
            <a:endParaRPr lang="ro-RO" sz="2000" i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4876B9D-2C4D-1202-6645-8DF3435ACCD8}"/>
              </a:ext>
            </a:extLst>
          </p:cNvPr>
          <p:cNvCxnSpPr/>
          <p:nvPr/>
        </p:nvCxnSpPr>
        <p:spPr>
          <a:xfrm>
            <a:off x="8527428" y="5459112"/>
            <a:ext cx="3126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0DAACD8-0B21-35A8-D5FB-812DC2B8C5D8}"/>
              </a:ext>
            </a:extLst>
          </p:cNvPr>
          <p:cNvCxnSpPr>
            <a:cxnSpLocks/>
          </p:cNvCxnSpPr>
          <p:nvPr/>
        </p:nvCxnSpPr>
        <p:spPr>
          <a:xfrm>
            <a:off x="9795216" y="5459112"/>
            <a:ext cx="306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227E1D2-9F2F-97D9-C4FD-68064468DADE}"/>
              </a:ext>
            </a:extLst>
          </p:cNvPr>
          <p:cNvCxnSpPr>
            <a:cxnSpLocks/>
          </p:cNvCxnSpPr>
          <p:nvPr/>
        </p:nvCxnSpPr>
        <p:spPr>
          <a:xfrm>
            <a:off x="6899616" y="5456334"/>
            <a:ext cx="126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98D0302-42F6-CF6E-340D-6B371B955774}"/>
              </a:ext>
            </a:extLst>
          </p:cNvPr>
          <p:cNvCxnSpPr>
            <a:cxnSpLocks/>
          </p:cNvCxnSpPr>
          <p:nvPr/>
        </p:nvCxnSpPr>
        <p:spPr>
          <a:xfrm>
            <a:off x="5288542" y="5456334"/>
            <a:ext cx="126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0D6EFB-ABA1-51B2-ACDB-0E7BFF317587}"/>
              </a:ext>
            </a:extLst>
          </p:cNvPr>
          <p:cNvCxnSpPr>
            <a:cxnSpLocks/>
          </p:cNvCxnSpPr>
          <p:nvPr/>
        </p:nvCxnSpPr>
        <p:spPr>
          <a:xfrm>
            <a:off x="3660057" y="5418234"/>
            <a:ext cx="126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43B233A-AF2B-F44C-B173-28ECC031825F}"/>
              </a:ext>
            </a:extLst>
          </p:cNvPr>
          <p:cNvCxnSpPr>
            <a:cxnSpLocks/>
          </p:cNvCxnSpPr>
          <p:nvPr/>
        </p:nvCxnSpPr>
        <p:spPr>
          <a:xfrm>
            <a:off x="2036189" y="5418234"/>
            <a:ext cx="126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4BB006F-2662-9F5B-4A49-496641986699}"/>
              </a:ext>
            </a:extLst>
          </p:cNvPr>
          <p:cNvCxnSpPr>
            <a:cxnSpLocks/>
          </p:cNvCxnSpPr>
          <p:nvPr/>
        </p:nvCxnSpPr>
        <p:spPr>
          <a:xfrm>
            <a:off x="6884006" y="2905468"/>
            <a:ext cx="126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FDE5024-0E3D-284F-C92C-728B324C6871}"/>
              </a:ext>
            </a:extLst>
          </p:cNvPr>
          <p:cNvCxnSpPr>
            <a:cxnSpLocks/>
          </p:cNvCxnSpPr>
          <p:nvPr/>
        </p:nvCxnSpPr>
        <p:spPr>
          <a:xfrm>
            <a:off x="5271609" y="2905468"/>
            <a:ext cx="126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138B4C1-D1D5-B8F2-2003-48BA139BCDD0}"/>
              </a:ext>
            </a:extLst>
          </p:cNvPr>
          <p:cNvCxnSpPr>
            <a:cxnSpLocks/>
          </p:cNvCxnSpPr>
          <p:nvPr/>
        </p:nvCxnSpPr>
        <p:spPr>
          <a:xfrm>
            <a:off x="3631192" y="2888534"/>
            <a:ext cx="126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04DEF3B-1692-F6D5-BC96-5BD94A1ED4A5}"/>
              </a:ext>
            </a:extLst>
          </p:cNvPr>
          <p:cNvCxnSpPr>
            <a:cxnSpLocks/>
          </p:cNvCxnSpPr>
          <p:nvPr/>
        </p:nvCxnSpPr>
        <p:spPr>
          <a:xfrm>
            <a:off x="2012217" y="2866899"/>
            <a:ext cx="126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A554CE7-1096-C834-DC4E-AFD720FC7D2B}"/>
              </a:ext>
            </a:extLst>
          </p:cNvPr>
          <p:cNvSpPr/>
          <p:nvPr/>
        </p:nvSpPr>
        <p:spPr>
          <a:xfrm>
            <a:off x="362997" y="2089029"/>
            <a:ext cx="8320752" cy="191545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B2ADF73-C516-0992-F99F-72D8BFC82A1A}"/>
              </a:ext>
            </a:extLst>
          </p:cNvPr>
          <p:cNvSpPr/>
          <p:nvPr/>
        </p:nvSpPr>
        <p:spPr>
          <a:xfrm>
            <a:off x="347824" y="4655748"/>
            <a:ext cx="8320752" cy="1915458"/>
          </a:xfrm>
          <a:prstGeom prst="round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12BAC4DE-CAA6-23A4-0C90-E2EACE8D23D2}"/>
              </a:ext>
            </a:extLst>
          </p:cNvPr>
          <p:cNvSpPr/>
          <p:nvPr/>
        </p:nvSpPr>
        <p:spPr>
          <a:xfrm>
            <a:off x="9940893" y="4632954"/>
            <a:ext cx="1789464" cy="191545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60B039B2-DB6E-78C3-C286-B2ADE0F21D9F}"/>
              </a:ext>
            </a:extLst>
          </p:cNvPr>
          <p:cNvSpPr/>
          <p:nvPr/>
        </p:nvSpPr>
        <p:spPr>
          <a:xfrm>
            <a:off x="10282529" y="6516624"/>
            <a:ext cx="120407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space</a:t>
            </a:r>
            <a:r>
              <a:rPr lang="en-US" sz="173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3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BE91401B-DCF5-3CAF-7451-27C59761E189}"/>
              </a:ext>
            </a:extLst>
          </p:cNvPr>
          <p:cNvSpPr/>
          <p:nvPr/>
        </p:nvSpPr>
        <p:spPr>
          <a:xfrm>
            <a:off x="3943493" y="3967167"/>
            <a:ext cx="120407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space</a:t>
            </a:r>
            <a:r>
              <a:rPr lang="en-US" sz="173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3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B496E6D3-5C12-A565-DF63-8C8B7CD7979D}"/>
              </a:ext>
            </a:extLst>
          </p:cNvPr>
          <p:cNvSpPr/>
          <p:nvPr/>
        </p:nvSpPr>
        <p:spPr>
          <a:xfrm>
            <a:off x="3873925" y="6528350"/>
            <a:ext cx="154198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space</a:t>
            </a:r>
            <a:r>
              <a:rPr lang="en-US" sz="173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30"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6CF72CF2-498E-CF07-BE6D-317CFE3B29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8917" y="1804416"/>
            <a:ext cx="1142153" cy="2698579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28880F77-3D5D-A210-F54B-194C31C1CD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68917" y="1836839"/>
            <a:ext cx="162545" cy="942937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4EBD1848-6F22-E1C6-7680-42CCD11700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68917" y="3306233"/>
            <a:ext cx="156753" cy="90805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08331B60-B662-98D7-1E79-82FB51D2A1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44953" y="1804416"/>
            <a:ext cx="66118" cy="59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67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5E6E5-3D65-5721-FAE6-7A8FCE2F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A5B954-181B-8AAE-6E07-6AC9BDF3DCCB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B0A3B63-8C40-9783-5A47-C540647FFF7B}"/>
              </a:ext>
            </a:extLst>
          </p:cNvPr>
          <p:cNvSpPr/>
          <p:nvPr/>
        </p:nvSpPr>
        <p:spPr>
          <a:xfrm>
            <a:off x="426720" y="2537991"/>
            <a:ext cx="5547360" cy="792480"/>
          </a:xfrm>
          <a:prstGeom prst="rect">
            <a:avLst/>
          </a:prstGeom>
          <a:solidFill>
            <a:srgbClr val="EE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CB6E4D0-B634-6626-2F50-30F8A26205B9}"/>
              </a:ext>
            </a:extLst>
          </p:cNvPr>
          <p:cNvSpPr/>
          <p:nvPr/>
        </p:nvSpPr>
        <p:spPr>
          <a:xfrm>
            <a:off x="426720" y="2537991"/>
            <a:ext cx="85344" cy="792480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FA1B635-1D02-8747-D9EE-4A4A766341B5}"/>
              </a:ext>
            </a:extLst>
          </p:cNvPr>
          <p:cNvSpPr/>
          <p:nvPr/>
        </p:nvSpPr>
        <p:spPr>
          <a:xfrm>
            <a:off x="542544" y="2640035"/>
            <a:ext cx="5401056" cy="599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3 RGB channels of an image, </a:t>
            </a:r>
            <a:r>
              <a:rPr lang="en-US" sz="13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latent channels are learned features — not interpretable as colours </a:t>
            </a:r>
            <a:r>
              <a:rPr lang="en-US" sz="1333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rich in semantic content.</a:t>
            </a:r>
            <a:endParaRPr lang="en-US" sz="1333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4B862D9-9897-9564-274C-DE289E0134E0}"/>
              </a:ext>
            </a:extLst>
          </p:cNvPr>
          <p:cNvSpPr/>
          <p:nvPr/>
        </p:nvSpPr>
        <p:spPr>
          <a:xfrm>
            <a:off x="426720" y="5427851"/>
            <a:ext cx="5547360" cy="792480"/>
          </a:xfrm>
          <a:prstGeom prst="rect">
            <a:avLst/>
          </a:prstGeom>
          <a:solidFill>
            <a:srgbClr val="EE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20FD498-255B-AA45-FC42-D2FF0FE4A46B}"/>
              </a:ext>
            </a:extLst>
          </p:cNvPr>
          <p:cNvSpPr/>
          <p:nvPr/>
        </p:nvSpPr>
        <p:spPr>
          <a:xfrm>
            <a:off x="426720" y="5427851"/>
            <a:ext cx="85344" cy="792480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6D32063-9C97-C078-508D-D2FD307B8407}"/>
              </a:ext>
            </a:extLst>
          </p:cNvPr>
          <p:cNvSpPr/>
          <p:nvPr/>
        </p:nvSpPr>
        <p:spPr>
          <a:xfrm>
            <a:off x="518160" y="5467366"/>
            <a:ext cx="5364480" cy="701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VAE's loss combines pixel reconstruction error (L2) and KL divergence. After training on millions of images, very little information is lost.</a:t>
            </a:r>
            <a:endParaRPr lang="en-US" sz="1333" dirty="0"/>
          </a:p>
        </p:txBody>
      </p:sp>
      <p:sp>
        <p:nvSpPr>
          <p:cNvPr id="53" name="Shape 0">
            <a:extLst>
              <a:ext uri="{FF2B5EF4-FFF2-40B4-BE49-F238E27FC236}">
                <a16:creationId xmlns:a16="http://schemas.microsoft.com/office/drawing/2014/main" id="{6E8EB5B1-05E4-3E29-6252-9EA49CA79324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6" name="Shape 35">
            <a:extLst>
              <a:ext uri="{FF2B5EF4-FFF2-40B4-BE49-F238E27FC236}">
                <a16:creationId xmlns:a16="http://schemas.microsoft.com/office/drawing/2014/main" id="{0DEA6CA3-A69C-EBC1-A681-D048F58DC691}"/>
              </a:ext>
            </a:extLst>
          </p:cNvPr>
          <p:cNvSpPr/>
          <p:nvPr/>
        </p:nvSpPr>
        <p:spPr>
          <a:xfrm>
            <a:off x="426720" y="4365926"/>
            <a:ext cx="5547360" cy="79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Shape 36">
            <a:extLst>
              <a:ext uri="{FF2B5EF4-FFF2-40B4-BE49-F238E27FC236}">
                <a16:creationId xmlns:a16="http://schemas.microsoft.com/office/drawing/2014/main" id="{427F3304-5494-9EE3-0D6D-6617965E9BD8}"/>
              </a:ext>
            </a:extLst>
          </p:cNvPr>
          <p:cNvSpPr/>
          <p:nvPr/>
        </p:nvSpPr>
        <p:spPr>
          <a:xfrm>
            <a:off x="426720" y="4365926"/>
            <a:ext cx="85344" cy="792480"/>
          </a:xfrm>
          <a:prstGeom prst="rect">
            <a:avLst/>
          </a:prstGeom>
          <a:solidFill>
            <a:srgbClr val="1B6B60"/>
          </a:solidFill>
          <a:ln w="12700">
            <a:solidFill>
              <a:srgbClr val="1B6B60"/>
            </a:solidFill>
            <a:prstDash val="solid"/>
          </a:ln>
        </p:spPr>
      </p:sp>
      <p:sp>
        <p:nvSpPr>
          <p:cNvPr id="59" name="Text 38">
            <a:extLst>
              <a:ext uri="{FF2B5EF4-FFF2-40B4-BE49-F238E27FC236}">
                <a16:creationId xmlns:a16="http://schemas.microsoft.com/office/drawing/2014/main" id="{D32E385E-AAF5-5C21-65B5-68B85C4725E9}"/>
              </a:ext>
            </a:extLst>
          </p:cNvPr>
          <p:cNvSpPr/>
          <p:nvPr/>
        </p:nvSpPr>
        <p:spPr>
          <a:xfrm>
            <a:off x="542544" y="4447696"/>
            <a:ext cx="5401056" cy="628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and reconstructed images look the same to the human eye, proving the VAE captures all essential visual information.</a:t>
            </a:r>
            <a:endParaRPr lang="en-US" sz="1400" dirty="0"/>
          </a:p>
        </p:txBody>
      </p:sp>
      <p:sp>
        <p:nvSpPr>
          <p:cNvPr id="65" name="Shape 19">
            <a:extLst>
              <a:ext uri="{FF2B5EF4-FFF2-40B4-BE49-F238E27FC236}">
                <a16:creationId xmlns:a16="http://schemas.microsoft.com/office/drawing/2014/main" id="{BA75398A-6393-FA1E-E27A-BECE5CC10F78}"/>
              </a:ext>
            </a:extLst>
          </p:cNvPr>
          <p:cNvSpPr/>
          <p:nvPr/>
        </p:nvSpPr>
        <p:spPr>
          <a:xfrm>
            <a:off x="426720" y="1548384"/>
            <a:ext cx="5547360" cy="79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Shape 20">
            <a:extLst>
              <a:ext uri="{FF2B5EF4-FFF2-40B4-BE49-F238E27FC236}">
                <a16:creationId xmlns:a16="http://schemas.microsoft.com/office/drawing/2014/main" id="{5ED5C8B0-DE43-6620-694B-2BF2776E05B4}"/>
              </a:ext>
            </a:extLst>
          </p:cNvPr>
          <p:cNvSpPr/>
          <p:nvPr/>
        </p:nvSpPr>
        <p:spPr>
          <a:xfrm>
            <a:off x="426720" y="1548384"/>
            <a:ext cx="85344" cy="792480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FD8E7EA3-4250-EDEC-00D0-39361232C91D}"/>
              </a:ext>
            </a:extLst>
          </p:cNvPr>
          <p:cNvSpPr/>
          <p:nvPr/>
        </p:nvSpPr>
        <p:spPr>
          <a:xfrm>
            <a:off x="542544" y="1622837"/>
            <a:ext cx="5401056" cy="6435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latent has 4 channels and is 8× smaller in each spatial dimension. Visually it looks like a blurry, abstract version of the original.</a:t>
            </a:r>
            <a:endParaRPr lang="en-US" sz="1400" dirty="0"/>
          </a:p>
        </p:txBody>
      </p:sp>
      <p:sp>
        <p:nvSpPr>
          <p:cNvPr id="70" name="Text 1">
            <a:extLst>
              <a:ext uri="{FF2B5EF4-FFF2-40B4-BE49-F238E27FC236}">
                <a16:creationId xmlns:a16="http://schemas.microsoft.com/office/drawing/2014/main" id="{A7C62FC8-CCE5-EFE3-BB3E-A5768CBB5E7C}"/>
              </a:ext>
            </a:extLst>
          </p:cNvPr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and Decoding in Practice</a:t>
            </a:r>
            <a:endParaRPr lang="en-US" sz="3467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C090907-29A6-4697-4078-DED97C820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051" y="1683417"/>
            <a:ext cx="5863017" cy="1556081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408B00EE-2DB0-255C-245C-0D84AC168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51" y="4459888"/>
            <a:ext cx="5863017" cy="1550550"/>
          </a:xfrm>
          <a:prstGeom prst="rect">
            <a:avLst/>
          </a:prstGeom>
        </p:spPr>
      </p:pic>
      <p:sp>
        <p:nvSpPr>
          <p:cNvPr id="75" name="Text 37">
            <a:extLst>
              <a:ext uri="{FF2B5EF4-FFF2-40B4-BE49-F238E27FC236}">
                <a16:creationId xmlns:a16="http://schemas.microsoft.com/office/drawing/2014/main" id="{6E35CD36-54A9-93AC-AE1D-0491CCD48A98}"/>
              </a:ext>
            </a:extLst>
          </p:cNvPr>
          <p:cNvSpPr/>
          <p:nvPr/>
        </p:nvSpPr>
        <p:spPr>
          <a:xfrm>
            <a:off x="322446" y="40300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is nearly identical</a:t>
            </a:r>
            <a:endParaRPr lang="en-US" sz="1600" dirty="0"/>
          </a:p>
        </p:txBody>
      </p:sp>
      <p:sp>
        <p:nvSpPr>
          <p:cNvPr id="76" name="Text 25">
            <a:extLst>
              <a:ext uri="{FF2B5EF4-FFF2-40B4-BE49-F238E27FC236}">
                <a16:creationId xmlns:a16="http://schemas.microsoft.com/office/drawing/2014/main" id="{A348F555-9BF9-AA72-34CC-6FD830198DF4}"/>
              </a:ext>
            </a:extLst>
          </p:cNvPr>
          <p:cNvSpPr/>
          <p:nvPr/>
        </p:nvSpPr>
        <p:spPr>
          <a:xfrm>
            <a:off x="322446" y="1217179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latent channels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44233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6409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E4FA7AF-1148-52A1-5E00-E78A6BD255E0}"/>
              </a:ext>
            </a:extLst>
          </p:cNvPr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867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1239377-AFAE-8459-D692-5946FB8E2BB9}"/>
              </a:ext>
            </a:extLst>
          </p:cNvPr>
          <p:cNvSpPr/>
          <p:nvPr/>
        </p:nvSpPr>
        <p:spPr>
          <a:xfrm>
            <a:off x="853440" y="2255520"/>
            <a:ext cx="1115705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Conditioning</a:t>
            </a:r>
          </a:p>
          <a:p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Tokeniser and Text Encoder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0" y="754930"/>
            <a:ext cx="12380360" cy="239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conditional and unconditional prompts through CLIP, producing two context tensors that are stacked to guide the diffusion model</a:t>
            </a:r>
            <a:endParaRPr lang="en-US" sz="1700" dirty="0"/>
          </a:p>
        </p:txBody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9A9A837A-245A-6460-8A1F-D3D11C7FBB77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4" name="Text 8">
            <a:extLst>
              <a:ext uri="{FF2B5EF4-FFF2-40B4-BE49-F238E27FC236}">
                <a16:creationId xmlns:a16="http://schemas.microsoft.com/office/drawing/2014/main" id="{F276A947-A0FE-467E-E449-4DF2862F942B}"/>
              </a:ext>
            </a:extLst>
          </p:cNvPr>
          <p:cNvSpPr/>
          <p:nvPr/>
        </p:nvSpPr>
        <p:spPr>
          <a:xfrm>
            <a:off x="398768" y="1703725"/>
            <a:ext cx="580403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banana riding a motorcycle, wearing sunglasses and a straw hat, highly detailed, ultra sharp, cinematic, 100mm lens, 8k resolution"</a:t>
            </a:r>
            <a:endParaRPr lang="en-US" sz="1467" dirty="0"/>
          </a:p>
        </p:txBody>
      </p:sp>
      <p:sp>
        <p:nvSpPr>
          <p:cNvPr id="89" name="Trapezoid 88">
            <a:extLst>
              <a:ext uri="{FF2B5EF4-FFF2-40B4-BE49-F238E27FC236}">
                <a16:creationId xmlns:a16="http://schemas.microsoft.com/office/drawing/2014/main" id="{9C334F4F-7D5B-00EC-1AD3-9A6E686ED0C5}"/>
              </a:ext>
            </a:extLst>
          </p:cNvPr>
          <p:cNvSpPr/>
          <p:nvPr/>
        </p:nvSpPr>
        <p:spPr>
          <a:xfrm rot="10800000">
            <a:off x="4847669" y="4186756"/>
            <a:ext cx="2415252" cy="608075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15D6363-9AD6-22C1-22E5-F9C9C6EC7486}"/>
              </a:ext>
            </a:extLst>
          </p:cNvPr>
          <p:cNvSpPr txBox="1"/>
          <p:nvPr/>
        </p:nvSpPr>
        <p:spPr>
          <a:xfrm>
            <a:off x="5023153" y="4320261"/>
            <a:ext cx="2064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CLIP Text Encoder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72C7AD6-BC6D-9CA5-84FF-3F59E5D7C1C2}"/>
              </a:ext>
            </a:extLst>
          </p:cNvPr>
          <p:cNvSpPr/>
          <p:nvPr/>
        </p:nvSpPr>
        <p:spPr>
          <a:xfrm>
            <a:off x="1800735" y="5253020"/>
            <a:ext cx="2127183" cy="8245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65216D5-6275-86B3-523F-75ADA6523E9D}"/>
              </a:ext>
            </a:extLst>
          </p:cNvPr>
          <p:cNvSpPr txBox="1"/>
          <p:nvPr/>
        </p:nvSpPr>
        <p:spPr>
          <a:xfrm>
            <a:off x="1674453" y="1229882"/>
            <a:ext cx="2926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8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onditional prompt</a:t>
            </a:r>
            <a:endParaRPr lang="ro-RO" dirty="0">
              <a:solidFill>
                <a:srgbClr val="FF0000"/>
              </a:solidFill>
            </a:endParaRPr>
          </a:p>
        </p:txBody>
      </p:sp>
      <p:sp>
        <p:nvSpPr>
          <p:cNvPr id="108" name="Text 8">
            <a:extLst>
              <a:ext uri="{FF2B5EF4-FFF2-40B4-BE49-F238E27FC236}">
                <a16:creationId xmlns:a16="http://schemas.microsoft.com/office/drawing/2014/main" id="{5504DA0A-9EDE-CE8B-FAE4-238DEFD2A624}"/>
              </a:ext>
            </a:extLst>
          </p:cNvPr>
          <p:cNvSpPr/>
          <p:nvPr/>
        </p:nvSpPr>
        <p:spPr>
          <a:xfrm>
            <a:off x="8744840" y="1688233"/>
            <a:ext cx="512382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467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0FEE4E9-24F1-3AD3-7A81-2C054B0E9CF8}"/>
              </a:ext>
            </a:extLst>
          </p:cNvPr>
          <p:cNvSpPr txBox="1"/>
          <p:nvPr/>
        </p:nvSpPr>
        <p:spPr>
          <a:xfrm>
            <a:off x="7524369" y="1229882"/>
            <a:ext cx="2926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</a:t>
            </a:r>
            <a:r>
              <a:rPr lang="en-US" sz="18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onditional prompt</a:t>
            </a:r>
            <a:endParaRPr lang="ro-RO" dirty="0">
              <a:solidFill>
                <a:srgbClr val="FF0000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0D7CBCE-6622-6F6A-2990-6B35021BFFC7}"/>
              </a:ext>
            </a:extLst>
          </p:cNvPr>
          <p:cNvSpPr/>
          <p:nvPr/>
        </p:nvSpPr>
        <p:spPr>
          <a:xfrm>
            <a:off x="1688152" y="2508397"/>
            <a:ext cx="2415252" cy="5364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B42D826-07E8-612B-25C4-CFEB0BE8AC25}"/>
              </a:ext>
            </a:extLst>
          </p:cNvPr>
          <p:cNvSpPr txBox="1"/>
          <p:nvPr/>
        </p:nvSpPr>
        <p:spPr>
          <a:xfrm>
            <a:off x="1863637" y="2600509"/>
            <a:ext cx="2064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CLIP </a:t>
            </a:r>
            <a:r>
              <a:rPr lang="en-US" dirty="0" err="1">
                <a:solidFill>
                  <a:schemeClr val="bg1"/>
                </a:solidFill>
              </a:rPr>
              <a:t>Tokeniser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01E03B5-EE30-B161-678F-9DD347441EAD}"/>
              </a:ext>
            </a:extLst>
          </p:cNvPr>
          <p:cNvSpPr/>
          <p:nvPr/>
        </p:nvSpPr>
        <p:spPr>
          <a:xfrm>
            <a:off x="7748119" y="2508397"/>
            <a:ext cx="2415252" cy="5364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7D26E52-0F64-EEDB-712E-70B0DA049518}"/>
              </a:ext>
            </a:extLst>
          </p:cNvPr>
          <p:cNvSpPr txBox="1"/>
          <p:nvPr/>
        </p:nvSpPr>
        <p:spPr>
          <a:xfrm>
            <a:off x="7923604" y="2600509"/>
            <a:ext cx="2064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CLIP </a:t>
            </a:r>
            <a:r>
              <a:rPr lang="en-US" dirty="0" err="1">
                <a:solidFill>
                  <a:schemeClr val="bg1"/>
                </a:solidFill>
              </a:rPr>
              <a:t>Tokeniser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3CB6EA0-084B-8255-4783-34688E47E3B7}"/>
              </a:ext>
            </a:extLst>
          </p:cNvPr>
          <p:cNvSpPr txBox="1"/>
          <p:nvPr/>
        </p:nvSpPr>
        <p:spPr>
          <a:xfrm>
            <a:off x="3927918" y="3363614"/>
            <a:ext cx="2127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 vector with 77 elements</a:t>
            </a:r>
            <a:endParaRPr lang="ro-RO" sz="140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E06F328-06C2-7EB3-99C0-F2299C53A24E}"/>
              </a:ext>
            </a:extLst>
          </p:cNvPr>
          <p:cNvSpPr/>
          <p:nvPr/>
        </p:nvSpPr>
        <p:spPr>
          <a:xfrm>
            <a:off x="1800735" y="3352842"/>
            <a:ext cx="2127183" cy="3185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CCE19726-B24E-32CD-8661-5CC1815A3F23}"/>
              </a:ext>
            </a:extLst>
          </p:cNvPr>
          <p:cNvCxnSpPr>
            <a:cxnSpLocks/>
          </p:cNvCxnSpPr>
          <p:nvPr/>
        </p:nvCxnSpPr>
        <p:spPr>
          <a:xfrm>
            <a:off x="2832876" y="3052283"/>
            <a:ext cx="0" cy="2751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1574B549-112B-84E0-3EDE-03E96FB55E56}"/>
              </a:ext>
            </a:extLst>
          </p:cNvPr>
          <p:cNvSpPr txBox="1"/>
          <p:nvPr/>
        </p:nvSpPr>
        <p:spPr>
          <a:xfrm>
            <a:off x="10064623" y="3358227"/>
            <a:ext cx="2127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 vector with 77 elements</a:t>
            </a:r>
            <a:endParaRPr lang="ro-RO" sz="140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50A2487-A5C0-A8F5-0C99-5908883431EB}"/>
              </a:ext>
            </a:extLst>
          </p:cNvPr>
          <p:cNvSpPr/>
          <p:nvPr/>
        </p:nvSpPr>
        <p:spPr>
          <a:xfrm>
            <a:off x="7937440" y="3352842"/>
            <a:ext cx="2127183" cy="3185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42976F4-295E-DFC4-C1E9-1D84ECCF5DA7}"/>
              </a:ext>
            </a:extLst>
          </p:cNvPr>
          <p:cNvCxnSpPr>
            <a:cxnSpLocks/>
          </p:cNvCxnSpPr>
          <p:nvPr/>
        </p:nvCxnSpPr>
        <p:spPr>
          <a:xfrm>
            <a:off x="8969581" y="3052283"/>
            <a:ext cx="0" cy="2751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966AFC0-295A-851A-6CAE-D1C4B6A83D35}"/>
              </a:ext>
            </a:extLst>
          </p:cNvPr>
          <p:cNvSpPr/>
          <p:nvPr/>
        </p:nvSpPr>
        <p:spPr>
          <a:xfrm>
            <a:off x="7923846" y="5235760"/>
            <a:ext cx="2127183" cy="8417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1354272-60D3-7B1A-C712-811A0F47B421}"/>
              </a:ext>
            </a:extLst>
          </p:cNvPr>
          <p:cNvSpPr txBox="1"/>
          <p:nvPr/>
        </p:nvSpPr>
        <p:spPr>
          <a:xfrm>
            <a:off x="1761233" y="6077549"/>
            <a:ext cx="2206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conditional context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6A5201C-8422-6751-056E-FE5B019E1527}"/>
              </a:ext>
            </a:extLst>
          </p:cNvPr>
          <p:cNvSpPr txBox="1"/>
          <p:nvPr/>
        </p:nvSpPr>
        <p:spPr>
          <a:xfrm>
            <a:off x="7795672" y="6072123"/>
            <a:ext cx="2499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unconditional context</a:t>
            </a:r>
            <a:endParaRPr lang="ro-RO" sz="1400" dirty="0">
              <a:solidFill>
                <a:srgbClr val="FF0000"/>
              </a:solidFill>
            </a:endParaRP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FBE509E-F280-E5F6-C9E1-C26B3F01B4E1}"/>
              </a:ext>
            </a:extLst>
          </p:cNvPr>
          <p:cNvCxnSpPr>
            <a:stCxn id="115" idx="2"/>
          </p:cNvCxnSpPr>
          <p:nvPr/>
        </p:nvCxnSpPr>
        <p:spPr>
          <a:xfrm flipH="1">
            <a:off x="2864326" y="3671391"/>
            <a:ext cx="1" cy="3181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E7C7F90E-16D3-0A79-48EA-AF4D52910FAB}"/>
              </a:ext>
            </a:extLst>
          </p:cNvPr>
          <p:cNvCxnSpPr>
            <a:cxnSpLocks/>
          </p:cNvCxnSpPr>
          <p:nvPr/>
        </p:nvCxnSpPr>
        <p:spPr>
          <a:xfrm>
            <a:off x="8987408" y="3671391"/>
            <a:ext cx="0" cy="3285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CF26862-822E-82E7-FAA8-B57D982792CB}"/>
              </a:ext>
            </a:extLst>
          </p:cNvPr>
          <p:cNvCxnSpPr>
            <a:cxnSpLocks/>
          </p:cNvCxnSpPr>
          <p:nvPr/>
        </p:nvCxnSpPr>
        <p:spPr>
          <a:xfrm>
            <a:off x="2864326" y="3989518"/>
            <a:ext cx="61230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D9688A60-9575-92BB-9979-C45BAE6FA0C0}"/>
              </a:ext>
            </a:extLst>
          </p:cNvPr>
          <p:cNvCxnSpPr>
            <a:cxnSpLocks/>
            <a:endCxn id="89" idx="2"/>
          </p:cNvCxnSpPr>
          <p:nvPr/>
        </p:nvCxnSpPr>
        <p:spPr>
          <a:xfrm>
            <a:off x="6055295" y="3989518"/>
            <a:ext cx="0" cy="197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4DB9A90-2320-6BA8-048F-3157697A7B9C}"/>
              </a:ext>
            </a:extLst>
          </p:cNvPr>
          <p:cNvCxnSpPr>
            <a:cxnSpLocks/>
          </p:cNvCxnSpPr>
          <p:nvPr/>
        </p:nvCxnSpPr>
        <p:spPr>
          <a:xfrm>
            <a:off x="2864326" y="5061749"/>
            <a:ext cx="61230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8178FE1-01B8-1A65-5CFD-7C4DC25E9598}"/>
              </a:ext>
            </a:extLst>
          </p:cNvPr>
          <p:cNvCxnSpPr>
            <a:cxnSpLocks/>
          </p:cNvCxnSpPr>
          <p:nvPr/>
        </p:nvCxnSpPr>
        <p:spPr>
          <a:xfrm>
            <a:off x="6055295" y="4794832"/>
            <a:ext cx="0" cy="2669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746CA6F3-E1BC-3DF1-A60F-62E2E75DC755}"/>
              </a:ext>
            </a:extLst>
          </p:cNvPr>
          <p:cNvCxnSpPr>
            <a:cxnSpLocks/>
          </p:cNvCxnSpPr>
          <p:nvPr/>
        </p:nvCxnSpPr>
        <p:spPr>
          <a:xfrm>
            <a:off x="2864292" y="5061749"/>
            <a:ext cx="1" cy="174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EC54A3D0-617E-A5D3-8635-E04247397AD4}"/>
              </a:ext>
            </a:extLst>
          </p:cNvPr>
          <p:cNvCxnSpPr>
            <a:cxnSpLocks/>
          </p:cNvCxnSpPr>
          <p:nvPr/>
        </p:nvCxnSpPr>
        <p:spPr>
          <a:xfrm>
            <a:off x="8986866" y="5061749"/>
            <a:ext cx="31" cy="174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C802B8CC-BB34-0FC7-4935-C1053016F8D7}"/>
              </a:ext>
            </a:extLst>
          </p:cNvPr>
          <p:cNvCxnSpPr>
            <a:cxnSpLocks/>
          </p:cNvCxnSpPr>
          <p:nvPr/>
        </p:nvCxnSpPr>
        <p:spPr>
          <a:xfrm>
            <a:off x="2832876" y="2329523"/>
            <a:ext cx="0" cy="185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2930612F-8840-1502-49C1-C4E45954D81E}"/>
              </a:ext>
            </a:extLst>
          </p:cNvPr>
          <p:cNvCxnSpPr>
            <a:cxnSpLocks/>
          </p:cNvCxnSpPr>
          <p:nvPr/>
        </p:nvCxnSpPr>
        <p:spPr>
          <a:xfrm>
            <a:off x="8969581" y="2029484"/>
            <a:ext cx="0" cy="459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ight Brace 169">
            <a:extLst>
              <a:ext uri="{FF2B5EF4-FFF2-40B4-BE49-F238E27FC236}">
                <a16:creationId xmlns:a16="http://schemas.microsoft.com/office/drawing/2014/main" id="{FF8EC00D-F087-1629-23BD-5427E8FF112D}"/>
              </a:ext>
            </a:extLst>
          </p:cNvPr>
          <p:cNvSpPr/>
          <p:nvPr/>
        </p:nvSpPr>
        <p:spPr>
          <a:xfrm rot="5400000">
            <a:off x="5863470" y="2234953"/>
            <a:ext cx="149843" cy="83543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0F9C326-E926-C0A9-1867-1B52A256E448}"/>
              </a:ext>
            </a:extLst>
          </p:cNvPr>
          <p:cNvSpPr txBox="1"/>
          <p:nvPr/>
        </p:nvSpPr>
        <p:spPr>
          <a:xfrm>
            <a:off x="2675274" y="6471623"/>
            <a:ext cx="70550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= </a:t>
            </a:r>
            <a:r>
              <a:rPr lang="en-US" sz="1400" dirty="0" err="1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</a:t>
            </a:r>
            <a:r>
              <a:rPr lang="en-US" sz="140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([conditional context, unconditional context])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F91233E-1C30-4E71-E60C-78BC4B45884A}"/>
              </a:ext>
            </a:extLst>
          </p:cNvPr>
          <p:cNvSpPr txBox="1"/>
          <p:nvPr/>
        </p:nvSpPr>
        <p:spPr>
          <a:xfrm>
            <a:off x="3927918" y="5511396"/>
            <a:ext cx="1656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 shape (1, 77, 768)</a:t>
            </a:r>
            <a:endParaRPr lang="ro-RO" sz="14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E6D2C07-8910-3C32-84F6-96B35DCFBDF3}"/>
              </a:ext>
            </a:extLst>
          </p:cNvPr>
          <p:cNvSpPr txBox="1"/>
          <p:nvPr/>
        </p:nvSpPr>
        <p:spPr>
          <a:xfrm>
            <a:off x="10064623" y="5511396"/>
            <a:ext cx="1656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 shape (1, 77, 768)</a:t>
            </a:r>
            <a:endParaRPr lang="ro-RO" sz="140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C8408AC-A2CD-3898-0131-9C60988B1BDC}"/>
              </a:ext>
            </a:extLst>
          </p:cNvPr>
          <p:cNvSpPr txBox="1"/>
          <p:nvPr/>
        </p:nvSpPr>
        <p:spPr>
          <a:xfrm>
            <a:off x="9335259" y="6454363"/>
            <a:ext cx="1656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 shape (2, 77, 768)</a:t>
            </a:r>
            <a:endParaRPr lang="ro-RO" sz="1400" dirty="0"/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8B6CD1F-DD03-EEB4-E7D0-F7629EBDB62A}"/>
              </a:ext>
            </a:extLst>
          </p:cNvPr>
          <p:cNvCxnSpPr/>
          <p:nvPr/>
        </p:nvCxnSpPr>
        <p:spPr>
          <a:xfrm>
            <a:off x="2032000" y="3352842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3AD2B376-B09D-321E-0191-55A300D619D5}"/>
              </a:ext>
            </a:extLst>
          </p:cNvPr>
          <p:cNvCxnSpPr/>
          <p:nvPr/>
        </p:nvCxnSpPr>
        <p:spPr>
          <a:xfrm>
            <a:off x="2250017" y="3363614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F6C434F-B87D-A757-FE8C-56DC0A94BA3F}"/>
              </a:ext>
            </a:extLst>
          </p:cNvPr>
          <p:cNvCxnSpPr/>
          <p:nvPr/>
        </p:nvCxnSpPr>
        <p:spPr>
          <a:xfrm>
            <a:off x="3748617" y="3360921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D9B3832D-43B6-5CBF-5CAC-377BAAA76BFF}"/>
              </a:ext>
            </a:extLst>
          </p:cNvPr>
          <p:cNvCxnSpPr/>
          <p:nvPr/>
        </p:nvCxnSpPr>
        <p:spPr>
          <a:xfrm>
            <a:off x="3560233" y="3360921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6DF79516-C9F9-0493-DFDF-44BEDF716743}"/>
              </a:ext>
            </a:extLst>
          </p:cNvPr>
          <p:cNvSpPr txBox="1"/>
          <p:nvPr/>
        </p:nvSpPr>
        <p:spPr>
          <a:xfrm>
            <a:off x="2675274" y="3287968"/>
            <a:ext cx="68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ro-RO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09E42194-081A-273E-1F38-350CC5E44A9D}"/>
              </a:ext>
            </a:extLst>
          </p:cNvPr>
          <p:cNvSpPr/>
          <p:nvPr/>
        </p:nvSpPr>
        <p:spPr>
          <a:xfrm>
            <a:off x="7937440" y="3352842"/>
            <a:ext cx="2127183" cy="3185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17F4E4C8-48CF-DF69-3361-C29BF74561E3}"/>
              </a:ext>
            </a:extLst>
          </p:cNvPr>
          <p:cNvCxnSpPr/>
          <p:nvPr/>
        </p:nvCxnSpPr>
        <p:spPr>
          <a:xfrm>
            <a:off x="8168705" y="3352842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506503BF-89DD-184D-AD33-38BD8806B880}"/>
              </a:ext>
            </a:extLst>
          </p:cNvPr>
          <p:cNvCxnSpPr/>
          <p:nvPr/>
        </p:nvCxnSpPr>
        <p:spPr>
          <a:xfrm>
            <a:off x="8386722" y="3363614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C40A5061-5C20-3BCE-030B-F2BD88BA368D}"/>
              </a:ext>
            </a:extLst>
          </p:cNvPr>
          <p:cNvCxnSpPr/>
          <p:nvPr/>
        </p:nvCxnSpPr>
        <p:spPr>
          <a:xfrm>
            <a:off x="9885322" y="3360921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55126FF-11E7-BD95-4427-435EBC83D7A2}"/>
              </a:ext>
            </a:extLst>
          </p:cNvPr>
          <p:cNvCxnSpPr/>
          <p:nvPr/>
        </p:nvCxnSpPr>
        <p:spPr>
          <a:xfrm>
            <a:off x="9696938" y="3360921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1808BB45-6FBD-2EDF-9B49-D54CA2460078}"/>
              </a:ext>
            </a:extLst>
          </p:cNvPr>
          <p:cNvSpPr txBox="1"/>
          <p:nvPr/>
        </p:nvSpPr>
        <p:spPr>
          <a:xfrm>
            <a:off x="8811979" y="3287968"/>
            <a:ext cx="68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ro-RO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D8F80DB-27D7-661F-AD19-25A6F3B85870}"/>
              </a:ext>
            </a:extLst>
          </p:cNvPr>
          <p:cNvSpPr/>
          <p:nvPr/>
        </p:nvSpPr>
        <p:spPr>
          <a:xfrm>
            <a:off x="1800735" y="5247213"/>
            <a:ext cx="2127183" cy="3185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EA4517F9-6B32-46F1-3F17-932CA770E5FC}"/>
              </a:ext>
            </a:extLst>
          </p:cNvPr>
          <p:cNvCxnSpPr/>
          <p:nvPr/>
        </p:nvCxnSpPr>
        <p:spPr>
          <a:xfrm>
            <a:off x="2032000" y="5247213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D3F92A4-4D44-5F1F-85EA-108D0950AF68}"/>
              </a:ext>
            </a:extLst>
          </p:cNvPr>
          <p:cNvCxnSpPr/>
          <p:nvPr/>
        </p:nvCxnSpPr>
        <p:spPr>
          <a:xfrm>
            <a:off x="2250017" y="5257985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87539EB-0D8B-DC78-19C3-D898245F6205}"/>
              </a:ext>
            </a:extLst>
          </p:cNvPr>
          <p:cNvCxnSpPr/>
          <p:nvPr/>
        </p:nvCxnSpPr>
        <p:spPr>
          <a:xfrm>
            <a:off x="3748617" y="5255292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25F926C-0662-5215-8628-9D6A715B6E60}"/>
              </a:ext>
            </a:extLst>
          </p:cNvPr>
          <p:cNvCxnSpPr/>
          <p:nvPr/>
        </p:nvCxnSpPr>
        <p:spPr>
          <a:xfrm>
            <a:off x="3560233" y="5255292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D29C6F49-3842-D415-529C-E76A579EEDAA}"/>
              </a:ext>
            </a:extLst>
          </p:cNvPr>
          <p:cNvSpPr txBox="1"/>
          <p:nvPr/>
        </p:nvSpPr>
        <p:spPr>
          <a:xfrm>
            <a:off x="2675274" y="5182339"/>
            <a:ext cx="68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ro-RO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18A4F21B-7AD0-E018-76F9-F43A7E49F8F0}"/>
              </a:ext>
            </a:extLst>
          </p:cNvPr>
          <p:cNvSpPr/>
          <p:nvPr/>
        </p:nvSpPr>
        <p:spPr>
          <a:xfrm>
            <a:off x="1800735" y="5766047"/>
            <a:ext cx="2127183" cy="3185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BBED942C-4CB2-3D55-A1AB-0D233A000366}"/>
              </a:ext>
            </a:extLst>
          </p:cNvPr>
          <p:cNvCxnSpPr/>
          <p:nvPr/>
        </p:nvCxnSpPr>
        <p:spPr>
          <a:xfrm>
            <a:off x="2032000" y="5766047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F558492A-D09E-09FA-2840-AE5E517EEB6D}"/>
              </a:ext>
            </a:extLst>
          </p:cNvPr>
          <p:cNvCxnSpPr/>
          <p:nvPr/>
        </p:nvCxnSpPr>
        <p:spPr>
          <a:xfrm>
            <a:off x="2250017" y="5776819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19531F9-45B8-E772-BC19-98840C1B56C0}"/>
              </a:ext>
            </a:extLst>
          </p:cNvPr>
          <p:cNvCxnSpPr/>
          <p:nvPr/>
        </p:nvCxnSpPr>
        <p:spPr>
          <a:xfrm>
            <a:off x="3748617" y="5774126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23FD648B-2259-1BDE-52BC-A25B9939795D}"/>
              </a:ext>
            </a:extLst>
          </p:cNvPr>
          <p:cNvCxnSpPr/>
          <p:nvPr/>
        </p:nvCxnSpPr>
        <p:spPr>
          <a:xfrm>
            <a:off x="3560233" y="5774126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30C724B7-83D4-382D-7F62-AE0876953C9A}"/>
              </a:ext>
            </a:extLst>
          </p:cNvPr>
          <p:cNvSpPr txBox="1"/>
          <p:nvPr/>
        </p:nvSpPr>
        <p:spPr>
          <a:xfrm>
            <a:off x="2675274" y="5701173"/>
            <a:ext cx="68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ro-RO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E32B251F-682B-64A7-59EE-2EC2126C8C50}"/>
              </a:ext>
            </a:extLst>
          </p:cNvPr>
          <p:cNvSpPr/>
          <p:nvPr/>
        </p:nvSpPr>
        <p:spPr>
          <a:xfrm>
            <a:off x="7923604" y="5244614"/>
            <a:ext cx="2127183" cy="8245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F946F23-68CE-F12C-AC2C-F057596CF052}"/>
              </a:ext>
            </a:extLst>
          </p:cNvPr>
          <p:cNvSpPr/>
          <p:nvPr/>
        </p:nvSpPr>
        <p:spPr>
          <a:xfrm>
            <a:off x="7923604" y="5238807"/>
            <a:ext cx="2127183" cy="31854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06DB834E-94A3-72C1-1737-D0E636C3D199}"/>
              </a:ext>
            </a:extLst>
          </p:cNvPr>
          <p:cNvCxnSpPr/>
          <p:nvPr/>
        </p:nvCxnSpPr>
        <p:spPr>
          <a:xfrm>
            <a:off x="8154869" y="5238807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61990DD-E115-E88E-EE2B-0E7331B98BD0}"/>
              </a:ext>
            </a:extLst>
          </p:cNvPr>
          <p:cNvCxnSpPr/>
          <p:nvPr/>
        </p:nvCxnSpPr>
        <p:spPr>
          <a:xfrm>
            <a:off x="8372886" y="5249579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E3E3152A-25C9-6BBD-C00B-597E1F8F8A84}"/>
              </a:ext>
            </a:extLst>
          </p:cNvPr>
          <p:cNvCxnSpPr/>
          <p:nvPr/>
        </p:nvCxnSpPr>
        <p:spPr>
          <a:xfrm>
            <a:off x="9871486" y="5246886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E8DD4D9-DD7E-3296-38FE-44431C451F46}"/>
              </a:ext>
            </a:extLst>
          </p:cNvPr>
          <p:cNvCxnSpPr/>
          <p:nvPr/>
        </p:nvCxnSpPr>
        <p:spPr>
          <a:xfrm>
            <a:off x="9683102" y="5246886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FD670CF-FD82-D8A7-FFA6-B4BA3397D97E}"/>
              </a:ext>
            </a:extLst>
          </p:cNvPr>
          <p:cNvSpPr txBox="1"/>
          <p:nvPr/>
        </p:nvSpPr>
        <p:spPr>
          <a:xfrm>
            <a:off x="8798143" y="5173933"/>
            <a:ext cx="68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ro-RO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27FB7152-9D13-AA38-A0B2-C7D275F46D75}"/>
              </a:ext>
            </a:extLst>
          </p:cNvPr>
          <p:cNvSpPr/>
          <p:nvPr/>
        </p:nvSpPr>
        <p:spPr>
          <a:xfrm>
            <a:off x="7923604" y="5757641"/>
            <a:ext cx="2127183" cy="3252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A1C29F8-CC9F-DE3F-4565-4948E640EB95}"/>
              </a:ext>
            </a:extLst>
          </p:cNvPr>
          <p:cNvCxnSpPr/>
          <p:nvPr/>
        </p:nvCxnSpPr>
        <p:spPr>
          <a:xfrm>
            <a:off x="8154869" y="5757641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45BC91DC-A25E-D807-B4B8-63AB2301FB83}"/>
              </a:ext>
            </a:extLst>
          </p:cNvPr>
          <p:cNvCxnSpPr/>
          <p:nvPr/>
        </p:nvCxnSpPr>
        <p:spPr>
          <a:xfrm>
            <a:off x="8372886" y="5768413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8D9380E6-B1E8-7A18-6043-59739593AE6E}"/>
              </a:ext>
            </a:extLst>
          </p:cNvPr>
          <p:cNvCxnSpPr/>
          <p:nvPr/>
        </p:nvCxnSpPr>
        <p:spPr>
          <a:xfrm>
            <a:off x="9871486" y="5765720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62AFE35E-5273-1C4D-036E-E4471FEC9BFC}"/>
              </a:ext>
            </a:extLst>
          </p:cNvPr>
          <p:cNvCxnSpPr/>
          <p:nvPr/>
        </p:nvCxnSpPr>
        <p:spPr>
          <a:xfrm>
            <a:off x="9683102" y="5765720"/>
            <a:ext cx="0" cy="313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11767BE8-1C6D-623E-2A0C-5D9E9A233EC2}"/>
              </a:ext>
            </a:extLst>
          </p:cNvPr>
          <p:cNvSpPr txBox="1"/>
          <p:nvPr/>
        </p:nvSpPr>
        <p:spPr>
          <a:xfrm>
            <a:off x="8798143" y="5692767"/>
            <a:ext cx="68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ro-RO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941C83C7-F8EC-F342-5CF4-CCC0E16D38A8}"/>
              </a:ext>
            </a:extLst>
          </p:cNvPr>
          <p:cNvSpPr txBox="1"/>
          <p:nvPr/>
        </p:nvSpPr>
        <p:spPr>
          <a:xfrm rot="5400000">
            <a:off x="2764192" y="5463345"/>
            <a:ext cx="318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ro-RO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75C4D18-822E-D008-3975-09BD7A734A5D}"/>
              </a:ext>
            </a:extLst>
          </p:cNvPr>
          <p:cNvSpPr txBox="1"/>
          <p:nvPr/>
        </p:nvSpPr>
        <p:spPr>
          <a:xfrm rot="5400000">
            <a:off x="8913281" y="5446599"/>
            <a:ext cx="318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ro-RO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YYYYYY - Imgflip">
            <a:extLst>
              <a:ext uri="{FF2B5EF4-FFF2-40B4-BE49-F238E27FC236}">
                <a16:creationId xmlns:a16="http://schemas.microsoft.com/office/drawing/2014/main" id="{1884F3E5-BCBB-6754-423E-364EAF414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266" y="1843991"/>
            <a:ext cx="5514510" cy="309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95BDB7FF-74F1-856E-B24D-FE28121793D0}"/>
              </a:ext>
            </a:extLst>
          </p:cNvPr>
          <p:cNvSpPr/>
          <p:nvPr/>
        </p:nvSpPr>
        <p:spPr>
          <a:xfrm>
            <a:off x="3010328" y="713832"/>
            <a:ext cx="6996701" cy="3855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why conditional and unconditional 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5539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36B9F-EE0B-6FEC-C285-3BF7E1462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5318E4-8FB3-8645-E610-2F7D4AD05956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Shape 0">
            <a:extLst>
              <a:ext uri="{FF2B5EF4-FFF2-40B4-BE49-F238E27FC236}">
                <a16:creationId xmlns:a16="http://schemas.microsoft.com/office/drawing/2014/main" id="{02F3D61E-9D62-EFC0-7198-BD3229B6A46E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18B951-E99E-C949-139A-6325D1A43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794" y="4030583"/>
            <a:ext cx="5662222" cy="27490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DC0E7E-E1D9-4E2C-4605-319D58D8F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794" y="393947"/>
            <a:ext cx="5662222" cy="31260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9B8B33-8FE0-55AB-31C0-3060F064FED9}"/>
              </a:ext>
            </a:extLst>
          </p:cNvPr>
          <p:cNvSpPr txBox="1"/>
          <p:nvPr/>
        </p:nvSpPr>
        <p:spPr>
          <a:xfrm>
            <a:off x="550617" y="1402824"/>
            <a:ext cx="2254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Remember this from lab 5 ?</a:t>
            </a:r>
            <a:endParaRPr lang="ro-RO" sz="24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49D63A-8DDE-606A-BD74-B17F121BD06F}"/>
              </a:ext>
            </a:extLst>
          </p:cNvPr>
          <p:cNvSpPr txBox="1"/>
          <p:nvPr/>
        </p:nvSpPr>
        <p:spPr>
          <a:xfrm>
            <a:off x="550617" y="4624180"/>
            <a:ext cx="2254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This is him now.</a:t>
            </a:r>
          </a:p>
          <a:p>
            <a:r>
              <a:rPr lang="en-US" sz="2400" i="1" dirty="0"/>
              <a:t>Feel old yet?</a:t>
            </a:r>
            <a:endParaRPr lang="ro-RO" sz="2400" i="1" dirty="0"/>
          </a:p>
        </p:txBody>
      </p:sp>
      <p:pic>
        <p:nvPicPr>
          <p:cNvPr id="2050" name="Picture 2" descr="I Cant Remember GIFs | Tenor">
            <a:extLst>
              <a:ext uri="{FF2B5EF4-FFF2-40B4-BE49-F238E27FC236}">
                <a16:creationId xmlns:a16="http://schemas.microsoft.com/office/drawing/2014/main" id="{7956A511-D124-512A-4024-71E8BE6F2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7808" y="843928"/>
            <a:ext cx="1863973" cy="1601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C7CAAF-0EB6-BF31-A306-C31EC0F064EB}"/>
              </a:ext>
            </a:extLst>
          </p:cNvPr>
          <p:cNvCxnSpPr/>
          <p:nvPr/>
        </p:nvCxnSpPr>
        <p:spPr>
          <a:xfrm>
            <a:off x="0" y="3786027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778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6409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E4FA7AF-1148-52A1-5E00-E78A6BD255E0}"/>
              </a:ext>
            </a:extLst>
          </p:cNvPr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867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1239377-AFAE-8459-D692-5946FB8E2BB9}"/>
              </a:ext>
            </a:extLst>
          </p:cNvPr>
          <p:cNvSpPr/>
          <p:nvPr/>
        </p:nvSpPr>
        <p:spPr>
          <a:xfrm>
            <a:off x="853440" y="2255520"/>
            <a:ext cx="1115705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Diffusion:</a:t>
            </a:r>
          </a:p>
          <a:p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Images</a:t>
            </a:r>
          </a:p>
          <a:p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in the Latent Space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denoising steps on 4×64×64, then decode to 512×512.</a:t>
            </a:r>
            <a:endParaRPr lang="en-US" sz="1733" dirty="0"/>
          </a:p>
        </p:txBody>
      </p:sp>
      <p:sp>
        <p:nvSpPr>
          <p:cNvPr id="51" name="Shape 0">
            <a:extLst>
              <a:ext uri="{FF2B5EF4-FFF2-40B4-BE49-F238E27FC236}">
                <a16:creationId xmlns:a16="http://schemas.microsoft.com/office/drawing/2014/main" id="{F5D54BDC-211A-00DC-5F04-1A3E7B926E86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7A21D8E-505C-6765-5455-9852F9499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84" y="1341120"/>
            <a:ext cx="10146832" cy="52857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6409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E4FA7AF-1148-52A1-5E00-E78A6BD255E0}"/>
              </a:ext>
            </a:extLst>
          </p:cNvPr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867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1239377-AFAE-8459-D692-5946FB8E2BB9}"/>
              </a:ext>
            </a:extLst>
          </p:cNvPr>
          <p:cNvSpPr/>
          <p:nvPr/>
        </p:nvSpPr>
        <p:spPr>
          <a:xfrm>
            <a:off x="853440" y="2255520"/>
            <a:ext cx="1115705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Images</a:t>
            </a:r>
          </a:p>
          <a:p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Text Prompts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3206C-FA54-D6AC-0555-86FED38F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444C3F-01D1-075B-222B-2438F8128412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4A33FA-FC3A-D62F-9925-933636F70307}"/>
              </a:ext>
            </a:extLst>
          </p:cNvPr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Existing Images with the strength Parameter</a:t>
            </a:r>
            <a:endParaRPr lang="en-US" sz="3467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24EA82-88B9-E403-6CD2-E2DF0E28A2DD}"/>
              </a:ext>
            </a:extLst>
          </p:cNvPr>
          <p:cNvSpPr/>
          <p:nvPr/>
        </p:nvSpPr>
        <p:spPr>
          <a:xfrm>
            <a:off x="548640" y="950976"/>
            <a:ext cx="1109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an existing image to latent space, add noise, then denoise with a new text prompt.</a:t>
            </a:r>
            <a:endParaRPr lang="en-US" sz="1733" dirty="0"/>
          </a:p>
        </p:txBody>
      </p:sp>
      <p:sp>
        <p:nvSpPr>
          <p:cNvPr id="49" name="Shape 0">
            <a:extLst>
              <a:ext uri="{FF2B5EF4-FFF2-40B4-BE49-F238E27FC236}">
                <a16:creationId xmlns:a16="http://schemas.microsoft.com/office/drawing/2014/main" id="{362FC1D9-02F9-A0D1-740C-31F0559C4864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098" name="Picture 2" descr="Wtf Girl GIFs | Tenor">
            <a:extLst>
              <a:ext uri="{FF2B5EF4-FFF2-40B4-BE49-F238E27FC236}">
                <a16:creationId xmlns:a16="http://schemas.microsoft.com/office/drawing/2014/main" id="{8095FFEF-DE45-3C35-68B6-9691D093A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793" y="1602785"/>
            <a:ext cx="5738414" cy="4851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0965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Existing Images with the strength Parameter</a:t>
            </a:r>
            <a:endParaRPr lang="en-US" sz="3467" dirty="0"/>
          </a:p>
        </p:txBody>
      </p:sp>
      <p:sp>
        <p:nvSpPr>
          <p:cNvPr id="49" name="Shape 0">
            <a:extLst>
              <a:ext uri="{FF2B5EF4-FFF2-40B4-BE49-F238E27FC236}">
                <a16:creationId xmlns:a16="http://schemas.microsoft.com/office/drawing/2014/main" id="{B2B2D8BD-129A-F439-C3F8-0637A24E335C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243F962D-40B2-36FA-C5F8-5A0EE3C0F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071" y="1714081"/>
            <a:ext cx="9186322" cy="47853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B305027-8AFB-4957-AFC6-2CF5D809D71B}"/>
                  </a:ext>
                </a:extLst>
              </p14:cNvPr>
              <p14:cNvContentPartPr/>
              <p14:nvPr/>
            </p14:nvContentPartPr>
            <p14:xfrm>
              <a:off x="2906855" y="3451865"/>
              <a:ext cx="1688760" cy="333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B305027-8AFB-4957-AFC6-2CF5D809D7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43855" y="3388865"/>
                <a:ext cx="181440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52EEDCA-7239-43DD-D1B9-F558AB7C684A}"/>
                  </a:ext>
                </a:extLst>
              </p14:cNvPr>
              <p14:cNvContentPartPr/>
              <p14:nvPr/>
            </p14:nvContentPartPr>
            <p14:xfrm>
              <a:off x="3291068" y="2992825"/>
              <a:ext cx="1247400" cy="313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52EEDCA-7239-43DD-D1B9-F558AB7C68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28428" y="2930185"/>
                <a:ext cx="137304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493440A3-BADF-CCCA-F96A-247D184393C3}"/>
              </a:ext>
            </a:extLst>
          </p:cNvPr>
          <p:cNvGrpSpPr/>
          <p:nvPr/>
        </p:nvGrpSpPr>
        <p:grpSpPr>
          <a:xfrm>
            <a:off x="2872305" y="3033889"/>
            <a:ext cx="1646363" cy="376896"/>
            <a:chOff x="1407317" y="3246144"/>
            <a:chExt cx="1646363" cy="37689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585FA2-647B-4719-807F-22CB0E0ACC8D}"/>
                    </a:ext>
                  </a:extLst>
                </p14:cNvPr>
                <p14:cNvContentPartPr/>
                <p14:nvPr/>
              </p14:nvContentPartPr>
              <p14:xfrm>
                <a:off x="1407317" y="3246144"/>
                <a:ext cx="605880" cy="21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585FA2-647B-4719-807F-22CB0E0ACC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44317" y="3183144"/>
                  <a:ext cx="731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08A4252-2462-991C-0081-5DB639322ABF}"/>
                    </a:ext>
                  </a:extLst>
                </p14:cNvPr>
                <p14:cNvContentPartPr/>
                <p14:nvPr/>
              </p14:nvContentPartPr>
              <p14:xfrm>
                <a:off x="1441517" y="3409224"/>
                <a:ext cx="553680" cy="209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08A4252-2462-991C-0081-5DB639322AB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78877" y="3346224"/>
                  <a:ext cx="6793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2E62C8-BD04-608A-A67C-8F17924F23F9}"/>
                    </a:ext>
                  </a:extLst>
                </p14:cNvPr>
                <p14:cNvContentPartPr/>
                <p14:nvPr/>
              </p14:nvContentPartPr>
              <p14:xfrm>
                <a:off x="1918960" y="3286080"/>
                <a:ext cx="1134720" cy="336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2E62C8-BD04-608A-A67C-8F17924F23F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55960" y="3223080"/>
                  <a:ext cx="1260360" cy="46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BEFB1FA-BA5A-EE5F-0D2B-0152752F2F52}"/>
              </a:ext>
            </a:extLst>
          </p:cNvPr>
          <p:cNvSpPr txBox="1"/>
          <p:nvPr/>
        </p:nvSpPr>
        <p:spPr>
          <a:xfrm>
            <a:off x="2129118" y="2916453"/>
            <a:ext cx="30993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sz="1400" dirty="0"/>
              <a:t> a zebra walks on th</a:t>
            </a:r>
            <a:r>
              <a:rPr lang="en-US" sz="1400" dirty="0"/>
              <a:t>e </a:t>
            </a:r>
            <a:r>
              <a:rPr lang="ro-RO" sz="1400" dirty="0"/>
              <a:t>white, </a:t>
            </a:r>
            <a:br>
              <a:rPr lang="en-US" sz="1400" dirty="0"/>
            </a:br>
            <a:r>
              <a:rPr lang="ro-RO" sz="1400" dirty="0"/>
              <a:t>snow-covered ground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6B8867-3F6A-CEA4-B777-74C324B9E34C}"/>
              </a:ext>
            </a:extLst>
          </p:cNvPr>
          <p:cNvSpPr/>
          <p:nvPr/>
        </p:nvSpPr>
        <p:spPr>
          <a:xfrm>
            <a:off x="831471" y="3283318"/>
            <a:ext cx="866273" cy="71515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350" dirty="0">
              <a:solidFill>
                <a:schemeClr val="tx1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5BF69E-9011-D856-A169-61A31479674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955" y="1691514"/>
            <a:ext cx="1404580" cy="1404580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55AA0F2-AB97-986F-81CA-D1D8FB0F38A9}"/>
              </a:ext>
            </a:extLst>
          </p:cNvPr>
          <p:cNvCxnSpPr>
            <a:cxnSpLocks/>
          </p:cNvCxnSpPr>
          <p:nvPr/>
        </p:nvCxnSpPr>
        <p:spPr>
          <a:xfrm>
            <a:off x="1257735" y="3096094"/>
            <a:ext cx="0" cy="1872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929FD50-3EE3-5AB4-481B-E7F089E69DBD}"/>
              </a:ext>
            </a:extLst>
          </p:cNvPr>
          <p:cNvSpPr txBox="1"/>
          <p:nvPr/>
        </p:nvSpPr>
        <p:spPr>
          <a:xfrm>
            <a:off x="643779" y="3358098"/>
            <a:ext cx="124165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VAE</a:t>
            </a:r>
            <a:br>
              <a:rPr lang="en-US" sz="1700" dirty="0"/>
            </a:br>
            <a:r>
              <a:rPr lang="en-US" sz="1700" dirty="0"/>
              <a:t>Encoder</a:t>
            </a:r>
            <a:endParaRPr lang="ro-RO" sz="17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5E0F094-FF74-956F-28C2-83DA716CE7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1872" y="4653502"/>
            <a:ext cx="1241659" cy="124573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EE56751-9CE4-02E4-8CD7-CDD999E6176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905" y="1235352"/>
            <a:ext cx="1241659" cy="43133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1AEDC62-BF00-033F-19CB-4C3F217A806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25190" y="4645170"/>
            <a:ext cx="1241563" cy="1254062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1DFEEEE2-BA11-F0A5-BAA0-DBA521CE1D4A}"/>
              </a:ext>
            </a:extLst>
          </p:cNvPr>
          <p:cNvGrpSpPr/>
          <p:nvPr/>
        </p:nvGrpSpPr>
        <p:grpSpPr>
          <a:xfrm>
            <a:off x="1349980" y="4770884"/>
            <a:ext cx="3065576" cy="1475089"/>
            <a:chOff x="1387832" y="4983139"/>
            <a:chExt cx="3065576" cy="1475089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2FA76DE-78E5-D448-EECE-74B4FAC253F8}"/>
                    </a:ext>
                  </a:extLst>
                </p14:cNvPr>
                <p14:cNvContentPartPr/>
                <p14:nvPr/>
              </p14:nvContentPartPr>
              <p14:xfrm>
                <a:off x="1387832" y="5542748"/>
                <a:ext cx="947160" cy="915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2FA76DE-78E5-D448-EECE-74B4FAC253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25192" y="5479748"/>
                  <a:ext cx="1072800" cy="10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97E54D7-A2FC-7D2F-5D7D-3202952181AE}"/>
                    </a:ext>
                  </a:extLst>
                </p14:cNvPr>
                <p14:cNvContentPartPr/>
                <p14:nvPr/>
              </p14:nvContentPartPr>
              <p14:xfrm>
                <a:off x="2191712" y="5643188"/>
                <a:ext cx="389880" cy="490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97E54D7-A2FC-7D2F-5D7D-3202952181A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28712" y="5580188"/>
                  <a:ext cx="51552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D846B9B-6E25-A7E3-AC4E-586D5C837034}"/>
                    </a:ext>
                  </a:extLst>
                </p14:cNvPr>
                <p14:cNvContentPartPr/>
                <p14:nvPr/>
              </p14:nvContentPartPr>
              <p14:xfrm>
                <a:off x="3169648" y="4983139"/>
                <a:ext cx="1283760" cy="778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D846B9B-6E25-A7E3-AC4E-586D5C8370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06648" y="4920139"/>
                  <a:ext cx="1409400" cy="90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0497F025-62FD-AD1B-A86D-0EF6F969C2E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36585" y="5607874"/>
            <a:ext cx="1190177" cy="119417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447EBD4-5BDC-CFD8-1D9B-B7064A1B81E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8568" y="4645170"/>
            <a:ext cx="1210025" cy="1245731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06F4D9E5-A33F-00E4-4482-1BBA0BAEC8B9}"/>
              </a:ext>
            </a:extLst>
          </p:cNvPr>
          <p:cNvGrpSpPr/>
          <p:nvPr/>
        </p:nvGrpSpPr>
        <p:grpSpPr>
          <a:xfrm>
            <a:off x="4454464" y="5262322"/>
            <a:ext cx="578880" cy="7560"/>
            <a:chOff x="4444190" y="5231500"/>
            <a:chExt cx="578880" cy="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8129334-EC71-1DDA-BB61-D29D487F798F}"/>
                    </a:ext>
                  </a:extLst>
                </p14:cNvPr>
                <p14:cNvContentPartPr/>
                <p14:nvPr/>
              </p14:nvContentPartPr>
              <p14:xfrm>
                <a:off x="5022710" y="5238700"/>
                <a:ext cx="36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8129334-EC71-1DDA-BB61-D29D487F798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59710" y="51757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3A08529-30CD-EAA2-ED59-F59455B15743}"/>
                    </a:ext>
                  </a:extLst>
                </p14:cNvPr>
                <p14:cNvContentPartPr/>
                <p14:nvPr/>
              </p14:nvContentPartPr>
              <p14:xfrm>
                <a:off x="4444190" y="5231500"/>
                <a:ext cx="496440" cy="7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3A08529-30CD-EAA2-ED59-F59455B1574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81190" y="5168860"/>
                  <a:ext cx="622080" cy="1332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86B1370-1D46-9A15-CE57-FEE09C0ABDE9}"/>
              </a:ext>
            </a:extLst>
          </p:cNvPr>
          <p:cNvCxnSpPr/>
          <p:nvPr/>
        </p:nvCxnSpPr>
        <p:spPr>
          <a:xfrm>
            <a:off x="2016874" y="5262322"/>
            <a:ext cx="3108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F935981-9CFC-8637-0395-A0CC89D3284C}"/>
              </a:ext>
            </a:extLst>
          </p:cNvPr>
          <p:cNvCxnSpPr>
            <a:cxnSpLocks/>
          </p:cNvCxnSpPr>
          <p:nvPr/>
        </p:nvCxnSpPr>
        <p:spPr>
          <a:xfrm>
            <a:off x="1261924" y="4007095"/>
            <a:ext cx="2683" cy="1800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02AF240-5593-1D94-EB92-A6D7D0FB9D2D}"/>
              </a:ext>
            </a:extLst>
          </p:cNvPr>
          <p:cNvCxnSpPr>
            <a:cxnSpLocks/>
          </p:cNvCxnSpPr>
          <p:nvPr/>
        </p:nvCxnSpPr>
        <p:spPr>
          <a:xfrm flipV="1">
            <a:off x="3460185" y="5262322"/>
            <a:ext cx="0" cy="367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Plus Sign 80">
            <a:extLst>
              <a:ext uri="{FF2B5EF4-FFF2-40B4-BE49-F238E27FC236}">
                <a16:creationId xmlns:a16="http://schemas.microsoft.com/office/drawing/2014/main" id="{5C9C03AD-2F7E-FDA1-D640-8AE22AC40A4B}"/>
              </a:ext>
            </a:extLst>
          </p:cNvPr>
          <p:cNvSpPr/>
          <p:nvPr/>
        </p:nvSpPr>
        <p:spPr>
          <a:xfrm>
            <a:off x="3488373" y="5346876"/>
            <a:ext cx="197877" cy="21408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2" name="Shape 3">
            <a:extLst>
              <a:ext uri="{FF2B5EF4-FFF2-40B4-BE49-F238E27FC236}">
                <a16:creationId xmlns:a16="http://schemas.microsoft.com/office/drawing/2014/main" id="{359ECCF5-59DB-7A05-8910-2DEA01F3543C}"/>
              </a:ext>
            </a:extLst>
          </p:cNvPr>
          <p:cNvSpPr/>
          <p:nvPr/>
        </p:nvSpPr>
        <p:spPr>
          <a:xfrm>
            <a:off x="2543741" y="983129"/>
            <a:ext cx="9514886" cy="585216"/>
          </a:xfrm>
          <a:prstGeom prst="rect">
            <a:avLst/>
          </a:prstGeom>
          <a:solidFill>
            <a:srgbClr val="D6E4F7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A546DF4D-A02F-606A-D28D-0FBA9219BFB4}"/>
              </a:ext>
            </a:extLst>
          </p:cNvPr>
          <p:cNvSpPr/>
          <p:nvPr/>
        </p:nvSpPr>
        <p:spPr>
          <a:xfrm>
            <a:off x="2543740" y="983129"/>
            <a:ext cx="98437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 from text-to-image generation</a:t>
            </a:r>
            <a:r>
              <a:rPr lang="en-US" sz="1467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instead of starting from pure noise, we start from the encoded image with a controlled amount of noise added. The strength parameter determines how far the result can deviate from the original.</a:t>
            </a:r>
            <a:endParaRPr lang="en-US" sz="1467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C45FADBA-EB56-2C11-2733-5C9D5EDC5C5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7419" y="4228744"/>
            <a:ext cx="1190791" cy="4763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7F2C06B-C4FB-3E95-A4FA-5262293CCB79}"/>
                  </a:ext>
                </a:extLst>
              </p14:cNvPr>
              <p14:cNvContentPartPr/>
              <p14:nvPr/>
            </p14:nvContentPartPr>
            <p14:xfrm>
              <a:off x="9985037" y="2408424"/>
              <a:ext cx="2008800" cy="4953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77F2C06B-C4FB-3E95-A4FA-5262293CCB7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922397" y="2345424"/>
                <a:ext cx="213444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ACB4D6A-7F82-B2B0-46C7-D28F79B5E607}"/>
                  </a:ext>
                </a:extLst>
              </p14:cNvPr>
              <p14:cNvContentPartPr/>
              <p14:nvPr/>
            </p14:nvContentPartPr>
            <p14:xfrm>
              <a:off x="10005917" y="2534064"/>
              <a:ext cx="1570680" cy="8510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ACB4D6A-7F82-B2B0-46C7-D28F79B5E60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942917" y="2471424"/>
                <a:ext cx="1696320" cy="9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B914ED2-A329-6F24-DDBB-3BE91F737BEB}"/>
                  </a:ext>
                </a:extLst>
              </p14:cNvPr>
              <p14:cNvContentPartPr/>
              <p14:nvPr/>
            </p14:nvContentPartPr>
            <p14:xfrm>
              <a:off x="9979277" y="2541264"/>
              <a:ext cx="1132560" cy="11822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B914ED2-A329-6F24-DDBB-3BE91F737BE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916277" y="2478264"/>
                <a:ext cx="1258200" cy="13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980D256-A7EE-C767-238C-43741DBC18F3}"/>
                  </a:ext>
                </a:extLst>
              </p14:cNvPr>
              <p14:cNvContentPartPr/>
              <p14:nvPr/>
            </p14:nvContentPartPr>
            <p14:xfrm>
              <a:off x="10134150" y="2971660"/>
              <a:ext cx="1737000" cy="11664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980D256-A7EE-C767-238C-43741DBC18F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071150" y="2909020"/>
                <a:ext cx="1862640" cy="129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3A70BDF-446E-D61D-0DD9-0E2E9380D415}"/>
              </a:ext>
            </a:extLst>
          </p:cNvPr>
          <p:cNvGrpSpPr/>
          <p:nvPr/>
        </p:nvGrpSpPr>
        <p:grpSpPr>
          <a:xfrm>
            <a:off x="10136670" y="2581780"/>
            <a:ext cx="1780920" cy="1469880"/>
            <a:chOff x="10136670" y="2581780"/>
            <a:chExt cx="1780920" cy="146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67076D6-0E9B-5A5E-3D9A-F5D26A02058C}"/>
                    </a:ext>
                  </a:extLst>
                </p14:cNvPr>
                <p14:cNvContentPartPr/>
                <p14:nvPr/>
              </p14:nvContentPartPr>
              <p14:xfrm>
                <a:off x="10916430" y="3091540"/>
                <a:ext cx="911880" cy="617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67076D6-0E9B-5A5E-3D9A-F5D26A02058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853430" y="3028540"/>
                  <a:ext cx="1037520" cy="7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88017D8-D448-0092-37DF-6F5E0F083F16}"/>
                    </a:ext>
                  </a:extLst>
                </p14:cNvPr>
                <p14:cNvContentPartPr/>
                <p14:nvPr/>
              </p14:nvContentPartPr>
              <p14:xfrm>
                <a:off x="11791230" y="2605180"/>
                <a:ext cx="126360" cy="1446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88017D8-D448-0092-37DF-6F5E0F083F1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728230" y="2542180"/>
                  <a:ext cx="252000" cy="15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2ED6B3A-932D-E847-D545-E3C47E38E461}"/>
                    </a:ext>
                  </a:extLst>
                </p14:cNvPr>
                <p14:cNvContentPartPr/>
                <p14:nvPr/>
              </p14:nvContentPartPr>
              <p14:xfrm>
                <a:off x="10748670" y="2581780"/>
                <a:ext cx="1120320" cy="323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2ED6B3A-932D-E847-D545-E3C47E38E46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686030" y="2519140"/>
                  <a:ext cx="124596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BB67720-4836-70C8-89CC-2DE3F9AD3B3A}"/>
                    </a:ext>
                  </a:extLst>
                </p14:cNvPr>
                <p14:cNvContentPartPr/>
                <p14:nvPr/>
              </p14:nvContentPartPr>
              <p14:xfrm>
                <a:off x="10136670" y="2919100"/>
                <a:ext cx="678960" cy="561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BB67720-4836-70C8-89CC-2DE3F9AD3B3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073670" y="2856100"/>
                  <a:ext cx="80460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200ACFA-4A9F-D5FF-95F1-A553DF95E190}"/>
                    </a:ext>
                  </a:extLst>
                </p14:cNvPr>
                <p14:cNvContentPartPr/>
                <p14:nvPr/>
              </p14:nvContentPartPr>
              <p14:xfrm>
                <a:off x="10140990" y="2730460"/>
                <a:ext cx="360" cy="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200ACFA-4A9F-D5FF-95F1-A553DF95E19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077990" y="26678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3824AB5-0B62-32FC-B24C-605F189CE319}"/>
                    </a:ext>
                  </a:extLst>
                </p14:cNvPr>
                <p14:cNvContentPartPr/>
                <p14:nvPr/>
              </p14:nvContentPartPr>
              <p14:xfrm>
                <a:off x="10874310" y="2952580"/>
                <a:ext cx="86040" cy="25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3824AB5-0B62-32FC-B24C-605F189CE3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811310" y="2889940"/>
                  <a:ext cx="211680" cy="15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A6DD79C-7291-E996-31B8-F5FA6BB1F9A0}"/>
                  </a:ext>
                </a:extLst>
              </p14:cNvPr>
              <p14:cNvContentPartPr/>
              <p14:nvPr/>
            </p14:nvContentPartPr>
            <p14:xfrm>
              <a:off x="10579470" y="2992900"/>
              <a:ext cx="1110240" cy="6580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A6DD79C-7291-E996-31B8-F5FA6BB1F9A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516470" y="2930260"/>
                <a:ext cx="1235880" cy="78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56C3E3D-B3A7-0D19-30AF-45FDF396AE94}"/>
                  </a:ext>
                </a:extLst>
              </p14:cNvPr>
              <p14:cNvContentPartPr/>
              <p14:nvPr/>
            </p14:nvContentPartPr>
            <p14:xfrm>
              <a:off x="10145310" y="3955900"/>
              <a:ext cx="1324800" cy="2494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56C3E3D-B3A7-0D19-30AF-45FDF396AE9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082670" y="3893260"/>
                <a:ext cx="1450440" cy="37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B2B372A-BC3E-F2C7-B43B-C1D3C3C514B4}"/>
              </a:ext>
            </a:extLst>
          </p:cNvPr>
          <p:cNvGrpSpPr/>
          <p:nvPr/>
        </p:nvGrpSpPr>
        <p:grpSpPr>
          <a:xfrm>
            <a:off x="10729000" y="4058720"/>
            <a:ext cx="402757" cy="76680"/>
            <a:chOff x="10729000" y="4058720"/>
            <a:chExt cx="402757" cy="7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098A9DF-16DD-8F13-B566-D1104C981A5D}"/>
                    </a:ext>
                  </a:extLst>
                </p14:cNvPr>
                <p14:cNvContentPartPr/>
                <p14:nvPr/>
              </p14:nvContentPartPr>
              <p14:xfrm>
                <a:off x="10921960" y="4135040"/>
                <a:ext cx="360" cy="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098A9DF-16DD-8F13-B566-D1104C981A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858960" y="40720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A500BBD-B776-5F0A-879B-B95E4CAFB107}"/>
                    </a:ext>
                  </a:extLst>
                </p14:cNvPr>
                <p14:cNvContentPartPr/>
                <p14:nvPr/>
              </p14:nvContentPartPr>
              <p14:xfrm>
                <a:off x="10763560" y="4135040"/>
                <a:ext cx="97560" cy="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A500BBD-B776-5F0A-879B-B95E4CAFB10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700560" y="4072040"/>
                  <a:ext cx="223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32B991F-022E-E98E-DACD-EF233B9276DE}"/>
                    </a:ext>
                  </a:extLst>
                </p14:cNvPr>
                <p14:cNvContentPartPr/>
                <p14:nvPr/>
              </p14:nvContentPartPr>
              <p14:xfrm>
                <a:off x="10729000" y="4135040"/>
                <a:ext cx="360" cy="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32B991F-022E-E98E-DACD-EF233B9276D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666000" y="40720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09565D9-CC93-BEA1-0A94-A5B08CC1B52D}"/>
                    </a:ext>
                  </a:extLst>
                </p14:cNvPr>
                <p14:cNvContentPartPr/>
                <p14:nvPr/>
              </p14:nvContentPartPr>
              <p14:xfrm>
                <a:off x="11049040" y="4058720"/>
                <a:ext cx="360" cy="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09565D9-CC93-BEA1-0A94-A5B08CC1B52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986040" y="39957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C1C27A6-F106-66D8-7FD9-7227C5CB385B}"/>
                    </a:ext>
                  </a:extLst>
                </p14:cNvPr>
                <p14:cNvContentPartPr/>
                <p14:nvPr/>
              </p14:nvContentPartPr>
              <p14:xfrm>
                <a:off x="11043640" y="4083920"/>
                <a:ext cx="360" cy="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C1C27A6-F106-66D8-7FD9-7227C5CB385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981000" y="40212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BBAD9D9-18CC-1688-CEC4-27A3F33707DA}"/>
                    </a:ext>
                  </a:extLst>
                </p14:cNvPr>
                <p14:cNvContentPartPr/>
                <p14:nvPr/>
              </p14:nvContentPartPr>
              <p14:xfrm>
                <a:off x="10911880" y="4094360"/>
                <a:ext cx="360" cy="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BBAD9D9-18CC-1688-CEC4-27A3F33707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848880" y="40317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C919554-A8A6-8A8B-3236-59EF2EE87A35}"/>
                    </a:ext>
                  </a:extLst>
                </p14:cNvPr>
                <p14:cNvContentPartPr/>
                <p14:nvPr/>
              </p14:nvContentPartPr>
              <p14:xfrm>
                <a:off x="11131397" y="4127217"/>
                <a:ext cx="360" cy="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C919554-A8A6-8A8B-3236-59EF2EE87A3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68397" y="406457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F0C29E9-9E33-9CE3-9231-C3EF6CF59879}"/>
                    </a:ext>
                  </a:extLst>
                </p14:cNvPr>
                <p14:cNvContentPartPr/>
                <p14:nvPr/>
              </p14:nvContentPartPr>
              <p14:xfrm>
                <a:off x="11129237" y="4129377"/>
                <a:ext cx="360" cy="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F0C29E9-9E33-9CE3-9231-C3EF6CF5987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66237" y="406673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193491B-2416-19B1-6CA9-56DBAAEDB64A}"/>
                    </a:ext>
                  </a:extLst>
                </p14:cNvPr>
                <p14:cNvContentPartPr/>
                <p14:nvPr/>
              </p14:nvContentPartPr>
              <p14:xfrm>
                <a:off x="11122757" y="4127217"/>
                <a:ext cx="360" cy="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193491B-2416-19B1-6CA9-56DBAAEDB64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60117" y="406457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BBB94E1-4FA4-DD12-9E92-9CC5CFA600C1}"/>
                    </a:ext>
                  </a:extLst>
                </p14:cNvPr>
                <p14:cNvContentPartPr/>
                <p14:nvPr/>
              </p14:nvContentPartPr>
              <p14:xfrm>
                <a:off x="11118797" y="4125057"/>
                <a:ext cx="360" cy="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BBB94E1-4FA4-DD12-9E92-9CC5CFA600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55797" y="406241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481667F-5B62-D1D2-327F-53B68C797ADD}"/>
                    </a:ext>
                  </a:extLst>
                </p14:cNvPr>
                <p14:cNvContentPartPr/>
                <p14:nvPr/>
              </p14:nvContentPartPr>
              <p14:xfrm>
                <a:off x="11097557" y="4105977"/>
                <a:ext cx="360" cy="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481667F-5B62-D1D2-327F-53B68C797A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34557" y="404333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4EABD78-D0A1-3379-9BB1-0F2CBAAFF8DC}"/>
                    </a:ext>
                  </a:extLst>
                </p14:cNvPr>
                <p14:cNvContentPartPr/>
                <p14:nvPr/>
              </p14:nvContentPartPr>
              <p14:xfrm>
                <a:off x="11080637" y="4095537"/>
                <a:ext cx="360" cy="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4EABD78-D0A1-3379-9BB1-0F2CBAAFF8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17637" y="403289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A3109FD-54DA-82CC-B86B-6EA8AD9D9BCA}"/>
                    </a:ext>
                  </a:extLst>
                </p14:cNvPr>
                <p14:cNvContentPartPr/>
                <p14:nvPr/>
              </p14:nvContentPartPr>
              <p14:xfrm>
                <a:off x="10966157" y="4091217"/>
                <a:ext cx="360" cy="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A3109FD-54DA-82CC-B86B-6EA8AD9D9BC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903517" y="402857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581AC23-65FF-D812-8F1C-F47CB8D67661}"/>
                    </a:ext>
                  </a:extLst>
                </p14:cNvPr>
                <p14:cNvContentPartPr/>
                <p14:nvPr/>
              </p14:nvContentPartPr>
              <p14:xfrm>
                <a:off x="10968317" y="4102017"/>
                <a:ext cx="360" cy="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581AC23-65FF-D812-8F1C-F47CB8D6766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905677" y="403901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ABF4147-EBD0-8E6B-0A9D-6420927A694C}"/>
                    </a:ext>
                  </a:extLst>
                </p14:cNvPr>
                <p14:cNvContentPartPr/>
                <p14:nvPr/>
              </p14:nvContentPartPr>
              <p14:xfrm>
                <a:off x="11078477" y="4102017"/>
                <a:ext cx="360" cy="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ABF4147-EBD0-8E6B-0A9D-6420927A69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015477" y="403901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3" name="Picture 132">
            <a:extLst>
              <a:ext uri="{FF2B5EF4-FFF2-40B4-BE49-F238E27FC236}">
                <a16:creationId xmlns:a16="http://schemas.microsoft.com/office/drawing/2014/main" id="{0F8D5561-EB97-5C2E-E18E-A9D0236751D1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0383228" y="2752005"/>
            <a:ext cx="1401989" cy="13997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D0C876E-4E49-22E5-6E3E-5E1DA89E8812}"/>
                  </a:ext>
                </a:extLst>
              </p14:cNvPr>
              <p14:cNvContentPartPr/>
              <p14:nvPr/>
            </p14:nvContentPartPr>
            <p14:xfrm>
              <a:off x="10367128" y="1819326"/>
              <a:ext cx="1446120" cy="4629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D0C876E-4E49-22E5-6E3E-5E1DA89E881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304128" y="1756686"/>
                <a:ext cx="1571760" cy="588600"/>
              </a:xfrm>
              <a:prstGeom prst="rect">
                <a:avLst/>
              </a:prstGeom>
            </p:spPr>
          </p:pic>
        </mc:Fallback>
      </mc:AlternateContent>
      <p:pic>
        <p:nvPicPr>
          <p:cNvPr id="137" name="Picture 136">
            <a:extLst>
              <a:ext uri="{FF2B5EF4-FFF2-40B4-BE49-F238E27FC236}">
                <a16:creationId xmlns:a16="http://schemas.microsoft.com/office/drawing/2014/main" id="{B7E1DFA3-928E-7F99-CD96-04655914CAC0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0505139" y="2229895"/>
            <a:ext cx="1209844" cy="466790"/>
          </a:xfrm>
          <a:prstGeom prst="rect">
            <a:avLst/>
          </a:prstGeom>
        </p:spPr>
      </p:pic>
      <p:sp>
        <p:nvSpPr>
          <p:cNvPr id="138" name="Rectangle 1">
            <a:extLst>
              <a:ext uri="{FF2B5EF4-FFF2-40B4-BE49-F238E27FC236}">
                <a16:creationId xmlns:a16="http://schemas.microsoft.com/office/drawing/2014/main" id="{AD221961-2E85-2E94-6F14-B13FFEED8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850" y="6049486"/>
            <a:ext cx="154966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noise (4 x 64 x 64)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F789E8F-ABDC-97DD-7378-6E94600493FE}"/>
              </a:ext>
            </a:extLst>
          </p:cNvPr>
          <p:cNvSpPr txBox="1"/>
          <p:nvPr/>
        </p:nvSpPr>
        <p:spPr>
          <a:xfrm>
            <a:off x="580315" y="6234585"/>
            <a:ext cx="259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/>
              <a:t>amount</a:t>
            </a:r>
            <a:r>
              <a:rPr lang="en-US" dirty="0"/>
              <a:t> </a:t>
            </a:r>
            <a:r>
              <a:rPr lang="ro-RO" dirty="0"/>
              <a:t>controlled by </a:t>
            </a:r>
            <a:r>
              <a:rPr lang="ro-RO" i="1" dirty="0"/>
              <a:t>strength</a:t>
            </a:r>
            <a:r>
              <a:rPr lang="en-US" dirty="0"/>
              <a:t> parameter</a:t>
            </a:r>
            <a:endParaRPr lang="ro-RO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013A5-AA2D-FD79-0326-9B7F485E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64D388-DB01-18DA-DCA9-F4028D4E69B9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852E4B-44BC-69FB-CBAE-15E0A300DDB0}"/>
              </a:ext>
            </a:extLst>
          </p:cNvPr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Existing Images with the strength Parameter</a:t>
            </a:r>
            <a:endParaRPr lang="en-US" sz="3467" dirty="0"/>
          </a:p>
        </p:txBody>
      </p:sp>
      <p:sp>
        <p:nvSpPr>
          <p:cNvPr id="49" name="Shape 0">
            <a:extLst>
              <a:ext uri="{FF2B5EF4-FFF2-40B4-BE49-F238E27FC236}">
                <a16:creationId xmlns:a16="http://schemas.microsoft.com/office/drawing/2014/main" id="{A6138A1D-7A76-1AD8-05B1-617A326B2344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8ACE2BB-14C3-40A3-5E79-AB4511528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33" y="4852098"/>
            <a:ext cx="10307533" cy="186511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224C3AD-012E-8561-AD7E-1A6F90FE6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983" y="1420440"/>
            <a:ext cx="1404580" cy="1404580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69F6BCE-2ACE-9C92-4B98-3D63A3EADA86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3002563" y="2122730"/>
            <a:ext cx="3607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45280270-FC59-40BC-779A-E1BCD3FC1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933" y="964278"/>
            <a:ext cx="1241659" cy="431339"/>
          </a:xfrm>
          <a:prstGeom prst="rect">
            <a:avLst/>
          </a:prstGeom>
        </p:spPr>
      </p:pic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A96B8E8-4958-8DD3-0FD1-39533DFC12A8}"/>
              </a:ext>
            </a:extLst>
          </p:cNvPr>
          <p:cNvSpPr/>
          <p:nvPr/>
        </p:nvSpPr>
        <p:spPr>
          <a:xfrm>
            <a:off x="3363349" y="1743669"/>
            <a:ext cx="866273" cy="71515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1350" dirty="0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2B5343-EE6A-20BC-B3D7-B63A803D17CB}"/>
              </a:ext>
            </a:extLst>
          </p:cNvPr>
          <p:cNvSpPr txBox="1"/>
          <p:nvPr/>
        </p:nvSpPr>
        <p:spPr>
          <a:xfrm>
            <a:off x="3175657" y="1818449"/>
            <a:ext cx="124165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VAE</a:t>
            </a:r>
            <a:br>
              <a:rPr lang="en-US" sz="1700" dirty="0"/>
            </a:br>
            <a:r>
              <a:rPr lang="en-US" sz="1700" dirty="0"/>
              <a:t>Encoder</a:t>
            </a:r>
            <a:endParaRPr lang="ro-RO" sz="17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B0C03EFC-5BB2-46BE-3113-054B7DEE3C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408" y="1503938"/>
            <a:ext cx="1210025" cy="124573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7167BC8-17B3-0BB4-74C6-66068085CB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259" y="1087512"/>
            <a:ext cx="1190791" cy="47631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87B89B50-5B43-06B4-DBFB-9023512358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2" y="1468627"/>
            <a:ext cx="1241563" cy="1254062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BC91F3A-0D67-7296-4868-0ACCAAB0AF45}"/>
              </a:ext>
            </a:extLst>
          </p:cNvPr>
          <p:cNvCxnSpPr>
            <a:cxnSpLocks/>
          </p:cNvCxnSpPr>
          <p:nvPr/>
        </p:nvCxnSpPr>
        <p:spPr>
          <a:xfrm>
            <a:off x="4229622" y="2101247"/>
            <a:ext cx="3607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Picture 64">
            <a:extLst>
              <a:ext uri="{FF2B5EF4-FFF2-40B4-BE49-F238E27FC236}">
                <a16:creationId xmlns:a16="http://schemas.microsoft.com/office/drawing/2014/main" id="{225CB1E5-ACAF-3082-A26C-0B3FDF366C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4787" y="1081923"/>
            <a:ext cx="1190791" cy="476316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8006040-3D62-B45E-5494-9905B87EDAC7}"/>
              </a:ext>
            </a:extLst>
          </p:cNvPr>
          <p:cNvCxnSpPr/>
          <p:nvPr/>
        </p:nvCxnSpPr>
        <p:spPr>
          <a:xfrm>
            <a:off x="5871086" y="2084919"/>
            <a:ext cx="3108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1E29B24B-71DF-3B2C-A5A3-CEF401954B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2849" y="2695000"/>
            <a:ext cx="1190177" cy="1194172"/>
          </a:xfrm>
          <a:prstGeom prst="rect">
            <a:avLst/>
          </a:prstGeom>
        </p:spPr>
      </p:pic>
      <p:sp>
        <p:nvSpPr>
          <p:cNvPr id="68" name="Plus Sign 67">
            <a:extLst>
              <a:ext uri="{FF2B5EF4-FFF2-40B4-BE49-F238E27FC236}">
                <a16:creationId xmlns:a16="http://schemas.microsoft.com/office/drawing/2014/main" id="{4AB2A146-26C2-FB0A-F2DD-0F271FEF4685}"/>
              </a:ext>
            </a:extLst>
          </p:cNvPr>
          <p:cNvSpPr/>
          <p:nvPr/>
        </p:nvSpPr>
        <p:spPr>
          <a:xfrm>
            <a:off x="7388278" y="2326960"/>
            <a:ext cx="197877" cy="21408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9" name="Rectangle 1">
            <a:extLst>
              <a:ext uri="{FF2B5EF4-FFF2-40B4-BE49-F238E27FC236}">
                <a16:creationId xmlns:a16="http://schemas.microsoft.com/office/drawing/2014/main" id="{DDAACFFD-8509-0F33-03CF-A1CEDB563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114" y="3136612"/>
            <a:ext cx="154966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noise (4 x 64 x 64)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05A159D-CF81-C6FA-903E-02D6DCE36A46}"/>
              </a:ext>
            </a:extLst>
          </p:cNvPr>
          <p:cNvCxnSpPr>
            <a:cxnSpLocks/>
            <a:stCxn id="67" idx="0"/>
          </p:cNvCxnSpPr>
          <p:nvPr/>
        </p:nvCxnSpPr>
        <p:spPr>
          <a:xfrm flipH="1" flipV="1">
            <a:off x="7333685" y="2084919"/>
            <a:ext cx="4253" cy="610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2134894-73F4-2485-2B17-802EF9DF864F}"/>
              </a:ext>
            </a:extLst>
          </p:cNvPr>
          <p:cNvSpPr txBox="1"/>
          <p:nvPr/>
        </p:nvSpPr>
        <p:spPr>
          <a:xfrm>
            <a:off x="4512585" y="3215539"/>
            <a:ext cx="259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/>
              <a:t>amount</a:t>
            </a:r>
            <a:r>
              <a:rPr lang="en-US" dirty="0"/>
              <a:t> </a:t>
            </a:r>
            <a:r>
              <a:rPr lang="ro-RO" dirty="0"/>
              <a:t>controlled by </a:t>
            </a:r>
            <a:r>
              <a:rPr lang="ro-RO" i="1" dirty="0"/>
              <a:t>strength</a:t>
            </a:r>
            <a:r>
              <a:rPr lang="en-US" dirty="0"/>
              <a:t> parameter</a:t>
            </a:r>
            <a:endParaRPr lang="ro-RO" dirty="0"/>
          </a:p>
        </p:txBody>
      </p:sp>
      <p:sp>
        <p:nvSpPr>
          <p:cNvPr id="74" name="Right Brace 73">
            <a:extLst>
              <a:ext uri="{FF2B5EF4-FFF2-40B4-BE49-F238E27FC236}">
                <a16:creationId xmlns:a16="http://schemas.microsoft.com/office/drawing/2014/main" id="{F0B2625C-2781-5DC4-3073-E33DA8722BF2}"/>
              </a:ext>
            </a:extLst>
          </p:cNvPr>
          <p:cNvSpPr/>
          <p:nvPr/>
        </p:nvSpPr>
        <p:spPr>
          <a:xfrm rot="16200000">
            <a:off x="6025285" y="-512865"/>
            <a:ext cx="141427" cy="1030753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E7B07FE-4011-3177-19F6-38E9AE673600}"/>
              </a:ext>
            </a:extLst>
          </p:cNvPr>
          <p:cNvCxnSpPr>
            <a:cxnSpLocks/>
          </p:cNvCxnSpPr>
          <p:nvPr/>
        </p:nvCxnSpPr>
        <p:spPr>
          <a:xfrm>
            <a:off x="9605433" y="2722689"/>
            <a:ext cx="0" cy="16030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FD4F9C4-A4CA-7A82-CE91-1400AADB7D2E}"/>
              </a:ext>
            </a:extLst>
          </p:cNvPr>
          <p:cNvCxnSpPr>
            <a:cxnSpLocks/>
          </p:cNvCxnSpPr>
          <p:nvPr/>
        </p:nvCxnSpPr>
        <p:spPr>
          <a:xfrm flipH="1">
            <a:off x="6095999" y="4325755"/>
            <a:ext cx="35094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F1EA218-5139-9A97-02E1-0E8B3A71A9CF}"/>
              </a:ext>
            </a:extLst>
          </p:cNvPr>
          <p:cNvCxnSpPr>
            <a:cxnSpLocks/>
            <a:endCxn id="74" idx="1"/>
          </p:cNvCxnSpPr>
          <p:nvPr/>
        </p:nvCxnSpPr>
        <p:spPr>
          <a:xfrm flipH="1">
            <a:off x="6095999" y="4325755"/>
            <a:ext cx="1" cy="244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954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A9652-93F3-7080-446D-5FAA2200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9DFE17-8D6D-826D-B758-D295A8655F62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Picture 2" descr="What I cannot create, I do not understand&quot; - Richard Feynman At the end of  March, I stepped down from the position of PrecisionLoop's CEO. The last  4.5 years at AI startups">
            <a:extLst>
              <a:ext uri="{FF2B5EF4-FFF2-40B4-BE49-F238E27FC236}">
                <a16:creationId xmlns:a16="http://schemas.microsoft.com/office/drawing/2014/main" id="{9D02F9B2-1C03-5E0E-3150-DA618318D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234" y="918833"/>
            <a:ext cx="9003532" cy="502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651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426720" y="1072896"/>
            <a:ext cx="853440" cy="1755648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6720" y="1072896"/>
            <a:ext cx="85344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133" dirty="0"/>
          </a:p>
        </p:txBody>
      </p:sp>
      <p:sp>
        <p:nvSpPr>
          <p:cNvPr id="6" name="Shape 4"/>
          <p:cNvSpPr/>
          <p:nvPr/>
        </p:nvSpPr>
        <p:spPr>
          <a:xfrm>
            <a:off x="1280160" y="1072896"/>
            <a:ext cx="4962144" cy="1755648"/>
          </a:xfrm>
          <a:prstGeom prst="rect">
            <a:avLst/>
          </a:prstGeom>
          <a:solidFill>
            <a:srgbClr val="EE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6464" y="1170432"/>
            <a:ext cx="473049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crop bird.png and cat.png</a:t>
            </a:r>
            <a:endParaRPr lang="en-US" sz="1533" dirty="0"/>
          </a:p>
        </p:txBody>
      </p:sp>
      <p:sp>
        <p:nvSpPr>
          <p:cNvPr id="8" name="Text 6"/>
          <p:cNvSpPr/>
          <p:nvPr/>
        </p:nvSpPr>
        <p:spPr>
          <a:xfrm>
            <a:off x="1426464" y="1560576"/>
            <a:ext cx="473049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center_crop() and resize to 512×512. Name them image3 and image4. Print shapes.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26464" y="2243328"/>
            <a:ext cx="4730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Expected: both torch.Size([3, 512, 512]).</a:t>
            </a:r>
            <a:endParaRPr lang="en-US" sz="1267" dirty="0"/>
          </a:p>
        </p:txBody>
      </p:sp>
      <p:sp>
        <p:nvSpPr>
          <p:cNvPr id="10" name="Shape 8"/>
          <p:cNvSpPr/>
          <p:nvPr/>
        </p:nvSpPr>
        <p:spPr>
          <a:xfrm>
            <a:off x="6315456" y="1072896"/>
            <a:ext cx="853440" cy="1755648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5456" y="1072896"/>
            <a:ext cx="85344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133" dirty="0"/>
          </a:p>
        </p:txBody>
      </p:sp>
      <p:sp>
        <p:nvSpPr>
          <p:cNvPr id="12" name="Shape 10"/>
          <p:cNvSpPr/>
          <p:nvPr/>
        </p:nvSpPr>
        <p:spPr>
          <a:xfrm>
            <a:off x="7168896" y="1072896"/>
            <a:ext cx="496214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170432"/>
            <a:ext cx="473049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image3 and image4 with VAE</a:t>
            </a:r>
            <a:endParaRPr lang="en-US" sz="1533" dirty="0"/>
          </a:p>
        </p:txBody>
      </p:sp>
      <p:sp>
        <p:nvSpPr>
          <p:cNvPr id="14" name="Text 12"/>
          <p:cNvSpPr/>
          <p:nvPr/>
        </p:nvSpPr>
        <p:spPr>
          <a:xfrm>
            <a:off x="7315200" y="1560576"/>
            <a:ext cx="473049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pretrained VAE encoder to compress both images to the latent space (4×64×64). Name them latent3 and latent4.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2243328"/>
            <a:ext cx="4730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Same noise tensor as used for the beaver/dolphin encoding.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426720" y="2974848"/>
            <a:ext cx="853440" cy="1755648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6720" y="2974848"/>
            <a:ext cx="85344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133" dirty="0"/>
          </a:p>
        </p:txBody>
      </p:sp>
      <p:sp>
        <p:nvSpPr>
          <p:cNvPr id="18" name="Shape 16"/>
          <p:cNvSpPr/>
          <p:nvPr/>
        </p:nvSpPr>
        <p:spPr>
          <a:xfrm>
            <a:off x="1280160" y="2974848"/>
            <a:ext cx="4962144" cy="1755648"/>
          </a:xfrm>
          <a:prstGeom prst="rect">
            <a:avLst/>
          </a:prstGeom>
          <a:solidFill>
            <a:srgbClr val="EE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26464" y="3072384"/>
            <a:ext cx="473049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originals vs latents in 1×4 grid</a:t>
            </a:r>
            <a:endParaRPr lang="en-US" sz="1533" dirty="0"/>
          </a:p>
        </p:txBody>
      </p:sp>
      <p:sp>
        <p:nvSpPr>
          <p:cNvPr id="20" name="Text 18"/>
          <p:cNvSpPr/>
          <p:nvPr/>
        </p:nvSpPr>
        <p:spPr>
          <a:xfrm>
            <a:off x="1426464" y="3462528"/>
            <a:ext cx="473049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image3, latent3, image4, latent4 in a list. Plot in a 1×4 grid. Label each as 'original image' or 'latent image'.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26464" y="4145280"/>
            <a:ext cx="4730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Repeat the latent pixels ×8 in each direction (numpy .repeat) so all 4 images are the same display size.</a:t>
            </a:r>
            <a:endParaRPr lang="en-US" sz="1267" dirty="0"/>
          </a:p>
        </p:txBody>
      </p:sp>
      <p:sp>
        <p:nvSpPr>
          <p:cNvPr id="22" name="Shape 20"/>
          <p:cNvSpPr/>
          <p:nvPr/>
        </p:nvSpPr>
        <p:spPr>
          <a:xfrm>
            <a:off x="6315456" y="2974848"/>
            <a:ext cx="853440" cy="1755648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5456" y="2974848"/>
            <a:ext cx="85344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133" dirty="0"/>
          </a:p>
        </p:txBody>
      </p:sp>
      <p:sp>
        <p:nvSpPr>
          <p:cNvPr id="24" name="Shape 22"/>
          <p:cNvSpPr/>
          <p:nvPr/>
        </p:nvSpPr>
        <p:spPr>
          <a:xfrm>
            <a:off x="7168896" y="2974848"/>
            <a:ext cx="496214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072384"/>
            <a:ext cx="473049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latent3 &amp; latent4, compare</a:t>
            </a:r>
            <a:endParaRPr lang="en-US" sz="1533" dirty="0"/>
          </a:p>
        </p:txBody>
      </p:sp>
      <p:sp>
        <p:nvSpPr>
          <p:cNvPr id="26" name="Text 24"/>
          <p:cNvSpPr/>
          <p:nvPr/>
        </p:nvSpPr>
        <p:spPr>
          <a:xfrm>
            <a:off x="7315200" y="3462528"/>
            <a:ext cx="473049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VAE decoder on latent3 and latent4. Name them reconstruct3 and reconstruct4. Plot originals vs reconstructed in a 1×4 grid.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4145280"/>
            <a:ext cx="4730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torch.clip(reconstruct[0].permute(1,2,0), 0, 1).detach().cpu().numpy() gives the plottable array.</a:t>
            </a:r>
            <a:endParaRPr lang="en-US" sz="1267" dirty="0"/>
          </a:p>
        </p:txBody>
      </p:sp>
      <p:sp>
        <p:nvSpPr>
          <p:cNvPr id="28" name="Shape 26"/>
          <p:cNvSpPr/>
          <p:nvPr/>
        </p:nvSpPr>
        <p:spPr>
          <a:xfrm>
            <a:off x="426720" y="4876800"/>
            <a:ext cx="853440" cy="1755648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6720" y="4876800"/>
            <a:ext cx="85344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133" dirty="0"/>
          </a:p>
        </p:txBody>
      </p:sp>
      <p:sp>
        <p:nvSpPr>
          <p:cNvPr id="30" name="Shape 28"/>
          <p:cNvSpPr/>
          <p:nvPr/>
        </p:nvSpPr>
        <p:spPr>
          <a:xfrm>
            <a:off x="1280160" y="4876800"/>
            <a:ext cx="4962144" cy="1755648"/>
          </a:xfrm>
          <a:prstGeom prst="rect">
            <a:avLst/>
          </a:prstGeom>
          <a:solidFill>
            <a:srgbClr val="EE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26464" y="4974336"/>
            <a:ext cx="473049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horse with dog prompt (strength=0.5)</a:t>
            </a:r>
            <a:endParaRPr lang="en-US" sz="1533" dirty="0"/>
          </a:p>
        </p:txBody>
      </p:sp>
      <p:sp>
        <p:nvSpPr>
          <p:cNvPr id="32" name="Text 30"/>
          <p:cNvSpPr/>
          <p:nvPr/>
        </p:nvSpPr>
        <p:spPr>
          <a:xfrm>
            <a:off x="1426464" y="5364480"/>
            <a:ext cx="473049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'A dog walks on the white, snow-covered ground'. Use strength=0.5, cfg_scale=8, seed=42. Plot the output.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26464" y="6047232"/>
            <a:ext cx="4730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Call pipeline.generate() with the horse image as input_image. Changing only the prompt turns the horse into a dog.</a:t>
            </a:r>
            <a:endParaRPr lang="en-US" sz="1267" dirty="0"/>
          </a:p>
        </p:txBody>
      </p:sp>
      <p:sp>
        <p:nvSpPr>
          <p:cNvPr id="34" name="Shape 32"/>
          <p:cNvSpPr/>
          <p:nvPr/>
        </p:nvSpPr>
        <p:spPr>
          <a:xfrm>
            <a:off x="6315456" y="4876800"/>
            <a:ext cx="853440" cy="1755648"/>
          </a:xfrm>
          <a:prstGeom prst="rect">
            <a:avLst/>
          </a:prstGeom>
          <a:solidFill>
            <a:srgbClr val="1F5BAD"/>
          </a:solidFill>
          <a:ln w="12700">
            <a:solidFill>
              <a:srgbClr val="1F5B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5456" y="4876800"/>
            <a:ext cx="85344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133" dirty="0"/>
          </a:p>
        </p:txBody>
      </p:sp>
      <p:sp>
        <p:nvSpPr>
          <p:cNvPr id="36" name="Shape 34"/>
          <p:cNvSpPr/>
          <p:nvPr/>
        </p:nvSpPr>
        <p:spPr>
          <a:xfrm>
            <a:off x="7168896" y="4876800"/>
            <a:ext cx="4962144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4974336"/>
            <a:ext cx="473049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exercise 5 with cfg_scale=5</a:t>
            </a:r>
            <a:endParaRPr lang="en-US" sz="1533" dirty="0"/>
          </a:p>
        </p:txBody>
      </p:sp>
      <p:sp>
        <p:nvSpPr>
          <p:cNvPr id="38" name="Text 36"/>
          <p:cNvSpPr/>
          <p:nvPr/>
        </p:nvSpPr>
        <p:spPr>
          <a:xfrm>
            <a:off x="7315200" y="5364480"/>
            <a:ext cx="473049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settings as exercise 5 but set cfg_scale=5. Compare the result to cfg_scale=8.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0" y="6047232"/>
            <a:ext cx="4730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Lower cfg_scale → less prompt adherence. The dog may look less convincing but the output will be more diverse.</a:t>
            </a:r>
            <a:endParaRPr lang="en-US" sz="1267" dirty="0"/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C57EDAD3-AD78-8B58-3C2F-8D83A7120239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EF26-4B97-CD5D-FFA4-5453AE156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9E1100-23EA-F7D3-2D36-6EFF4DD03810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91DDBC-EAC7-4C00-DDC8-0681CF02DD8A}"/>
              </a:ext>
            </a:extLst>
          </p:cNvPr>
          <p:cNvSpPr/>
          <p:nvPr/>
        </p:nvSpPr>
        <p:spPr>
          <a:xfrm>
            <a:off x="548640" y="146304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Note on Image Dimensions</a:t>
            </a:r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ADBF927E-5F61-AC7D-9E8B-36953C587ED5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5FB413-FB50-EAAB-764F-93BEDF91587F}"/>
              </a:ext>
            </a:extLst>
          </p:cNvPr>
          <p:cNvSpPr txBox="1"/>
          <p:nvPr/>
        </p:nvSpPr>
        <p:spPr>
          <a:xfrm>
            <a:off x="214044" y="1008952"/>
            <a:ext cx="1176391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lab materials reference image dimensions of </a:t>
            </a:r>
            <a:r>
              <a:rPr lang="en-US" sz="2400" b="1" dirty="0"/>
              <a:t>512×512</a:t>
            </a:r>
            <a:r>
              <a:rPr lang="en-US" sz="2400" dirty="0"/>
              <a:t> (pixel space) and </a:t>
            </a:r>
            <a:r>
              <a:rPr lang="en-US" sz="2400" b="1" dirty="0"/>
              <a:t>64×64</a:t>
            </a:r>
            <a:r>
              <a:rPr lang="en-US" sz="2400" dirty="0"/>
              <a:t> (latent space).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However, the code uses </a:t>
            </a:r>
            <a:r>
              <a:rPr lang="en-US" sz="2400" b="1" dirty="0"/>
              <a:t>128×128</a:t>
            </a:r>
            <a:r>
              <a:rPr lang="en-US" sz="2400" dirty="0"/>
              <a:t> and </a:t>
            </a:r>
            <a:r>
              <a:rPr lang="en-US" sz="2400" b="1" dirty="0"/>
              <a:t>16×16</a:t>
            </a:r>
            <a:r>
              <a:rPr lang="en-US" sz="2400" dirty="0"/>
              <a:t> respectively, due to memory constraints in Google </a:t>
            </a:r>
            <a:r>
              <a:rPr lang="en-US" sz="2400" dirty="0" err="1"/>
              <a:t>Colab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the </a:t>
            </a:r>
            <a:r>
              <a:rPr lang="en-US" sz="2400" b="1" dirty="0"/>
              <a:t>Image Modification</a:t>
            </a:r>
            <a:r>
              <a:rPr lang="en-US" sz="2400" dirty="0"/>
              <a:t> section, you may need to restart the runtime to free up memory before proceeding.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larger dimensions are conceptually correct — we simply cannot use them here due to hardware limitations. We apologize for the inconvenience!</a:t>
            </a:r>
          </a:p>
        </p:txBody>
      </p:sp>
      <p:pic>
        <p:nvPicPr>
          <p:cNvPr id="2050" name="Picture 2" descr="Sticker personalizat: Atat s-a putut">
            <a:extLst>
              <a:ext uri="{FF2B5EF4-FFF2-40B4-BE49-F238E27FC236}">
                <a16:creationId xmlns:a16="http://schemas.microsoft.com/office/drawing/2014/main" id="{E8F15967-D6FD-2FE5-0553-464FF0B01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500" y="5163936"/>
            <a:ext cx="6242999" cy="169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78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1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crop bird.png and cat.png</a:t>
            </a:r>
          </a:p>
        </p:txBody>
      </p:sp>
      <p:sp>
        <p:nvSpPr>
          <p:cNvPr id="6" name="Shape 4"/>
          <p:cNvSpPr/>
          <p:nvPr/>
        </p:nvSpPr>
        <p:spPr>
          <a:xfrm>
            <a:off x="487680" y="877824"/>
            <a:ext cx="11216640" cy="534872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16591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Download the two image files, bird.png and cat.png, and place them in the files folder. Apply the </a:t>
            </a:r>
            <a:r>
              <a:rPr lang="en-US" sz="1333" i="1" dirty="0" err="1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center_crop</a:t>
            </a:r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function on them, and then resize them to a size of  3×512×512 . Name them image3 and image4, respectively. Print out the shape of the two processed images.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87680" y="1560574"/>
            <a:ext cx="11522810" cy="4283299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torchvision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transforms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center_crop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                   # same function from section 1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width, height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img.size</a:t>
            </a:r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= min(width, height)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   = (width  - new) / 2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    = (height - new) / 2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  = (width  + new) / 2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bottom = (height + new) / 2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img.crop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((left, top, right, bottom))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transforms.ToTensor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image3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center_crop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Image.open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("files/bird.png")).resize((512, 512))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image4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center_crop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Image.open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("files/cat.png" )).resize((512, 512))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image3 = transform(image3)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image4 = transform(image4)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print(image3.shape, image4.shape)</a:t>
            </a:r>
            <a:endParaRPr lang="en-US" sz="1310" dirty="0"/>
          </a:p>
        </p:txBody>
      </p:sp>
      <p:sp>
        <p:nvSpPr>
          <p:cNvPr id="9" name="Text 7"/>
          <p:cNvSpPr/>
          <p:nvPr/>
        </p:nvSpPr>
        <p:spPr>
          <a:xfrm>
            <a:off x="658368" y="1682496"/>
            <a:ext cx="10875264" cy="287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7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ED410FB3-AA17-542C-3085-63E78DE7E9BC}"/>
              </a:ext>
            </a:extLst>
          </p:cNvPr>
          <p:cNvSpPr/>
          <p:nvPr/>
        </p:nvSpPr>
        <p:spPr>
          <a:xfrm>
            <a:off x="487679" y="6105999"/>
            <a:ext cx="11522809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AD91543-BDF6-0B17-2EC3-6E8290075F68}"/>
              </a:ext>
            </a:extLst>
          </p:cNvPr>
          <p:cNvSpPr/>
          <p:nvPr/>
        </p:nvSpPr>
        <p:spPr>
          <a:xfrm>
            <a:off x="487679" y="6105999"/>
            <a:ext cx="8441677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
</a:t>
            </a:r>
            <a:r>
              <a:rPr lang="en-US" sz="1400" dirty="0">
                <a:solidFill>
                  <a:srgbClr val="1B4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torch.Size([3, 512, 512])   torch.Size([3, 512, 512])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2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image3 and image4 with VAE</a:t>
            </a:r>
          </a:p>
        </p:txBody>
      </p:sp>
      <p:sp>
        <p:nvSpPr>
          <p:cNvPr id="6" name="Shape 4"/>
          <p:cNvSpPr/>
          <p:nvPr/>
        </p:nvSpPr>
        <p:spPr>
          <a:xfrm>
            <a:off x="487680" y="877824"/>
            <a:ext cx="11216640" cy="534872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0142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Use the VAE encoder to compress the two images, image3 and image4, to the latent space so that they have a shape of  4×64×64 . Name the two latent images latent3 and latent4.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87680" y="2330596"/>
            <a:ext cx="11522810" cy="2106650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Reuse the same noise tensor used in section 1.2 (shape 1×4×64×64)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torch.distributions.Normal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(0, 1)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N.sample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torch.Size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([1, 4, 64, 64]))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latent3 = encoder(image3.unsqueeze(0), noise)[0]   # add batch dim → encode → remove batch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latent4 = encoder(image4.unsqueeze(0), noise)[0]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print(latent3.shape, latent4.shape)</a:t>
            </a:r>
            <a:endParaRPr lang="en-US" sz="1310" dirty="0"/>
          </a:p>
        </p:txBody>
      </p:sp>
      <p:sp>
        <p:nvSpPr>
          <p:cNvPr id="9" name="Text 7"/>
          <p:cNvSpPr/>
          <p:nvPr/>
        </p:nvSpPr>
        <p:spPr>
          <a:xfrm>
            <a:off x="658368" y="2452517"/>
            <a:ext cx="10875264" cy="287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7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C0F8735B-CB9F-7019-447C-F8601ABB52E0}"/>
              </a:ext>
            </a:extLst>
          </p:cNvPr>
          <p:cNvSpPr/>
          <p:nvPr/>
        </p:nvSpPr>
        <p:spPr>
          <a:xfrm>
            <a:off x="487680" y="4708035"/>
            <a:ext cx="1152281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0620168-392D-21E9-56F0-F7F8B77CAAA4}"/>
              </a:ext>
            </a:extLst>
          </p:cNvPr>
          <p:cNvSpPr/>
          <p:nvPr/>
        </p:nvSpPr>
        <p:spPr>
          <a:xfrm>
            <a:off x="528433" y="4692794"/>
            <a:ext cx="11175887" cy="5059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
</a:t>
            </a:r>
            <a:r>
              <a:rPr lang="en-US" sz="1400" dirty="0">
                <a:solidFill>
                  <a:srgbClr val="1B4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torch.Size([4, 64, 64])   torch.Size([4, 64, 64])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3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originals vs </a:t>
            </a:r>
            <a:r>
              <a:rPr lang="en-US" sz="2933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latents</a:t>
            </a:r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1×4 grid</a:t>
            </a:r>
          </a:p>
        </p:txBody>
      </p:sp>
      <p:sp>
        <p:nvSpPr>
          <p:cNvPr id="6" name="Shape 4"/>
          <p:cNvSpPr/>
          <p:nvPr/>
        </p:nvSpPr>
        <p:spPr>
          <a:xfrm>
            <a:off x="487680" y="877824"/>
            <a:ext cx="11216640" cy="534872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5501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Plot the two original images, image3 and image4, and the two latent images, latent3 and latent4, in a  1×4  grid to compare them.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87680" y="1783417"/>
            <a:ext cx="11522810" cy="4196759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matplotlib.pyplot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</a:t>
            </a:r>
            <a:endParaRPr lang="en-US" sz="128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np</a:t>
            </a:r>
          </a:p>
          <a:p>
            <a:endParaRPr lang="en-US" sz="128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imgs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image3.permute(1, 2, 0),                         # original bird  (512×512×3)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torch.clip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(latent3.permute(1, 2, 0), -1, 1)      # bird latent    (64×64×4)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.detach().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.repeat(8, axis=0)                           #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upsample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×8 → 512×512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.repeat(8, axis=1)[:, :, :3] / 2 + 0.5,      # show first 3 channels, shift to [0,1]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image4.permute(1, 2, 0),                         # original cat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torch.clip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(latent4.permute(1, 2, 0), -1, 1).detach().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().repeat(8, axis=0).repeat(8, axis=1)[:, :, :3] / 2 + 0.5,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endParaRPr lang="en-US" sz="128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figsize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=(12, 3), dpi=100)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range(4):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plt.subplot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(1, 4,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+ 1)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imgs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("original image" if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2 == 0 else "latent image")</a:t>
            </a:r>
          </a:p>
          <a:p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plt.axis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("off")</a:t>
            </a:r>
          </a:p>
          <a:p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r>
              <a:rPr lang="en-US" sz="128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</a:t>
            </a:r>
            <a:r>
              <a:rPr lang="en-US" sz="128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</p:txBody>
      </p:sp>
      <p:sp>
        <p:nvSpPr>
          <p:cNvPr id="9" name="Text 7"/>
          <p:cNvSpPr/>
          <p:nvPr/>
        </p:nvSpPr>
        <p:spPr>
          <a:xfrm>
            <a:off x="658368" y="1905339"/>
            <a:ext cx="10875264" cy="287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7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73D52-B7EC-3205-F50F-489FBB956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F16232-BABB-1A29-75BC-917F95E2D2EB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560F54-BBBF-ED07-0139-7608C882EDB4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A9AD79-F752-41AF-EB72-3222377F3C6E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3</a:t>
            </a:r>
            <a:endParaRPr lang="en-US" sz="1467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10B2E3-F3B4-3CEF-D406-0B0A058EAD7A}"/>
              </a:ext>
            </a:extLst>
          </p:cNvPr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originals vs </a:t>
            </a:r>
            <a:r>
              <a:rPr lang="en-US" sz="2933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latents</a:t>
            </a:r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1×4 grid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ADA9CCF-DF42-0013-E0A1-05F3F634F5F2}"/>
              </a:ext>
            </a:extLst>
          </p:cNvPr>
          <p:cNvSpPr/>
          <p:nvPr/>
        </p:nvSpPr>
        <p:spPr>
          <a:xfrm>
            <a:off x="487680" y="877824"/>
            <a:ext cx="11216640" cy="534872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D17856E-FDBC-FE36-B5B4-4A408E8E00CC}"/>
              </a:ext>
            </a:extLst>
          </p:cNvPr>
          <p:cNvSpPr/>
          <p:nvPr/>
        </p:nvSpPr>
        <p:spPr>
          <a:xfrm>
            <a:off x="658368" y="895501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Plot the two original images, image3 and image4, and the two latent images, latent3 and latent4, in a  1×4  grid to compare them.</a:t>
            </a:r>
            <a:endParaRPr lang="en-US" sz="1333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685B67-9C06-6A7A-F067-52A06E4F3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08" y="2520014"/>
            <a:ext cx="11430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49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4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latent3 &amp; latent4, compare</a:t>
            </a:r>
          </a:p>
        </p:txBody>
      </p:sp>
      <p:sp>
        <p:nvSpPr>
          <p:cNvPr id="6" name="Shape 4"/>
          <p:cNvSpPr/>
          <p:nvPr/>
        </p:nvSpPr>
        <p:spPr>
          <a:xfrm>
            <a:off x="487680" y="877824"/>
            <a:ext cx="11216640" cy="534872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02208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Use the pretrained VAE decoder to convert the two latent images, latent3 and latent4, into two high-dimensional images. Name them reconstruct3 and reconstruct4, respectively. Then, plot the two original images, image3 and image4, and the two reconstructed images in a  1×4  grid to compare them.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87680" y="1839707"/>
            <a:ext cx="11522810" cy="4297683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reconstruct3 = decoder(latent3.unsqueeze(0))   # (1, 3, 512, 512)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reconstruct4 = decoder(latent4.unsqueeze(0))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print(reconstruct3.shape, reconstruct4.shape)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Plot originals vs reconstructed ───────────────────────────────────────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image3.permute(1, 2, 0),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torch.clip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(reconstruct3[0].permute(1, 2, 0), 0, 1).detach().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image4.permute(1, 2, 0),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torch.clip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(reconstruct4[0].permute(1, 2, 0), 0, 1).detach().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figsize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=(12, 3), dpi=100)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range(4):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plt.subplot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(1, 4,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+ 1)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("original image" if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2 == 0 else "reconstructed image")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plt.axis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("off")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10" dirty="0"/>
          </a:p>
        </p:txBody>
      </p:sp>
      <p:sp>
        <p:nvSpPr>
          <p:cNvPr id="9" name="Text 7"/>
          <p:cNvSpPr/>
          <p:nvPr/>
        </p:nvSpPr>
        <p:spPr>
          <a:xfrm>
            <a:off x="658368" y="1961629"/>
            <a:ext cx="10875264" cy="287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7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DF7FC-79D4-71FF-C9C6-E7316EC20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245ABF-7DE6-A8C6-F25A-F115D9432234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741FEC-07ED-BF6C-0F5B-658CD102EFC3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C72255-2E23-75B9-9013-AB7A050FCA8B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4</a:t>
            </a:r>
            <a:endParaRPr lang="en-US" sz="1467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A3D239-7E4E-5928-128B-98E202E3C36A}"/>
              </a:ext>
            </a:extLst>
          </p:cNvPr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latent3 &amp; latent4, compare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3782F0-1ED3-374B-2D5F-A79386F0936E}"/>
              </a:ext>
            </a:extLst>
          </p:cNvPr>
          <p:cNvSpPr/>
          <p:nvPr/>
        </p:nvSpPr>
        <p:spPr>
          <a:xfrm>
            <a:off x="487680" y="877824"/>
            <a:ext cx="11216640" cy="534872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229CD97-9135-5215-07C1-EC6CA8B3AF9C}"/>
              </a:ext>
            </a:extLst>
          </p:cNvPr>
          <p:cNvSpPr/>
          <p:nvPr/>
        </p:nvSpPr>
        <p:spPr>
          <a:xfrm>
            <a:off x="658368" y="902208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Use the pretrained VAE decoder to convert the two latent images, latent3 and latent4, into two high-dimensional images. Name them reconstruct3 and reconstruct4, respectively. Then, plot the two original images, image3 and image4, and the two reconstructed images in a  1×4  grid to compare them.</a:t>
            </a:r>
            <a:endParaRPr lang="en-US" sz="1333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9AB16E-6B3D-0003-1396-659A6F187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443012"/>
            <a:ext cx="11430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42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horse with dog prompt (strength=0.5)</a:t>
            </a:r>
          </a:p>
        </p:txBody>
      </p:sp>
      <p:sp>
        <p:nvSpPr>
          <p:cNvPr id="6" name="Shape 4"/>
          <p:cNvSpPr/>
          <p:nvPr/>
        </p:nvSpPr>
        <p:spPr>
          <a:xfrm>
            <a:off x="487680" y="877824"/>
            <a:ext cx="11216640" cy="534872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02208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Use “A dog walks on the white, snow-covered ground” as the prompt to modify the existing horse image. Set the strength parameter to 0.5, the </a:t>
            </a:r>
            <a:r>
              <a:rPr lang="en-US" sz="1333" i="1" dirty="0" err="1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cfg_scale</a:t>
            </a:r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parameter to 8, and the random state number (i.e., the seed argument in the generate() function) to 42. Plot the generated image.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87680" y="1560575"/>
            <a:ext cx="11522810" cy="5229692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= 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model_loader.preload_models_from_standard_weights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("files/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hollie-mengert.ckpt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device) </a:t>
            </a:r>
          </a:p>
          <a:p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input_image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Image.open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("files/horse.png")   # original horse image</a:t>
            </a:r>
          </a:p>
          <a:p>
            <a:endParaRPr lang="en-US" sz="125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uncond_prompt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""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"A dog walks on the white, snow-covered ground."</a:t>
            </a:r>
          </a:p>
          <a:p>
            <a:endParaRPr lang="en-US" sz="125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output_image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pipeline.generate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         = prompt,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uncond_prompt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uncond_prompt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input_image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input_image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strength        = 0.5,                 # use 50% of denoising schedule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do_cfg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= True,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cfg_scale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8,                   # standard guidance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sampler_name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"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ddpm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n_inference_steps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50,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seed            = 42,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          = models,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device          = device,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idle_device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"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tokenizer       = tokenizer,</a:t>
            </a:r>
          </a:p>
          <a:p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endParaRPr lang="en-US" sz="125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figsize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=(5, 5), dpi=100)</a:t>
            </a:r>
          </a:p>
          <a:p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output_image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plt.axis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("off")</a:t>
            </a:r>
          </a:p>
          <a:p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r>
              <a:rPr lang="en-US" sz="12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</a:t>
            </a: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1682496"/>
            <a:ext cx="10875264" cy="287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7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1EF6F-5239-0754-E918-D88FA172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9CDDD0-BDD9-94EE-5C49-1BCE378E3584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1C50F75-C20D-52B7-1467-F73D9FF1AFF1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2C69EB-07C7-3C9C-F205-5A73AFBB4358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</a:t>
            </a:r>
            <a:endParaRPr lang="en-US" sz="1467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DCC2FB-022F-5775-B1BB-B7A349496AE4}"/>
              </a:ext>
            </a:extLst>
          </p:cNvPr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horse with dog prompt (strength=0.5)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FACCEF3-06E8-A9BE-C4A8-E7695CC8B6DF}"/>
              </a:ext>
            </a:extLst>
          </p:cNvPr>
          <p:cNvSpPr/>
          <p:nvPr/>
        </p:nvSpPr>
        <p:spPr>
          <a:xfrm>
            <a:off x="487680" y="877824"/>
            <a:ext cx="11216640" cy="534872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C9D0CC-B6CC-0C1D-7C08-7079325267AE}"/>
              </a:ext>
            </a:extLst>
          </p:cNvPr>
          <p:cNvSpPr/>
          <p:nvPr/>
        </p:nvSpPr>
        <p:spPr>
          <a:xfrm>
            <a:off x="658368" y="902208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Use “A dog walks on the white, snow-covered ground” as the prompt to modify the existing horse image. Set the strength parameter to 0.5, the </a:t>
            </a:r>
            <a:r>
              <a:rPr lang="en-US" sz="1333" i="1" dirty="0" err="1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cfg_scale</a:t>
            </a:r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parameter to 8, and the random state number (i.e., the seed argument in the generate() function) to 42. Plot the generated image.</a:t>
            </a:r>
            <a:endParaRPr lang="en-US" sz="1333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D50152-B497-7F2A-ACBB-9E9211F9B0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179852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78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exercise 5 with </a:t>
            </a:r>
            <a:r>
              <a:rPr lang="en-US" sz="2933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cfg_scale</a:t>
            </a:r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=5</a:t>
            </a:r>
          </a:p>
        </p:txBody>
      </p:sp>
      <p:sp>
        <p:nvSpPr>
          <p:cNvPr id="6" name="Shape 4"/>
          <p:cNvSpPr/>
          <p:nvPr/>
        </p:nvSpPr>
        <p:spPr>
          <a:xfrm>
            <a:off x="487680" y="877824"/>
            <a:ext cx="11216640" cy="534872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98168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Change the </a:t>
            </a:r>
            <a:r>
              <a:rPr lang="en-US" sz="1333" i="1" dirty="0" err="1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cfg_scale</a:t>
            </a:r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parameter to 5 in the last code cell, and check to see what the output looks like.</a:t>
            </a:r>
          </a:p>
          <a:p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87680" y="1560574"/>
            <a:ext cx="11522810" cy="4686113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  <p:txBody>
          <a:bodyPr/>
          <a:lstStyle/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"A dog walks on the white, snow-covered ground."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output_image_cfg5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pipeline.generate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         = prompt,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uncond_prompt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uncond_prompt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input_image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input_image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# same horse.png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strength        = 0.5,               # same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do_cfg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= True,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cfg_scale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5,                 # ← ONLY CHANGE: 8 → 5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sampler_name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"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ddpm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n_inference_steps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50,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seed            = 42,                # same seed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          = models,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device          = device,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idle_device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"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tokenizer       = tokenizer,</a:t>
            </a:r>
          </a:p>
          <a:p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endParaRPr lang="en-US" sz="131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figsize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=(5, 5), dpi=100)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(output_image_cfg5)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plt.axis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("off")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r>
              <a:rPr lang="en-US" sz="131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</a:t>
            </a:r>
            <a:r>
              <a:rPr lang="en-US" sz="131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endParaRPr lang="en-US" sz="1310" dirty="0"/>
          </a:p>
        </p:txBody>
      </p:sp>
      <p:sp>
        <p:nvSpPr>
          <p:cNvPr id="9" name="Text 7"/>
          <p:cNvSpPr/>
          <p:nvPr/>
        </p:nvSpPr>
        <p:spPr>
          <a:xfrm>
            <a:off x="658368" y="1682496"/>
            <a:ext cx="10875264" cy="287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7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F2394-9931-1DF8-0E51-86F8B418A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15842F-4639-6E5C-0E32-190F62625DC2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A91BBF-A15F-12EB-1E93-67494957CBB6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36018F-7801-AA99-813C-258A669F511E}"/>
              </a:ext>
            </a:extLst>
          </p:cNvPr>
          <p:cNvSpPr/>
          <p:nvPr/>
        </p:nvSpPr>
        <p:spPr>
          <a:xfrm>
            <a:off x="487680" y="170688"/>
            <a:ext cx="8778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</a:t>
            </a:r>
            <a:endParaRPr lang="en-US" sz="1467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4BA6A0-327B-579C-D9AC-DD7ECEB86F9F}"/>
              </a:ext>
            </a:extLst>
          </p:cNvPr>
          <p:cNvSpPr/>
          <p:nvPr/>
        </p:nvSpPr>
        <p:spPr>
          <a:xfrm>
            <a:off x="1511808" y="195072"/>
            <a:ext cx="10192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exercise 5 with </a:t>
            </a:r>
            <a:r>
              <a:rPr lang="en-US" sz="2933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cfg_scale</a:t>
            </a:r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=5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6BFA04-DCF2-0D29-8D2D-11E939A585A7}"/>
              </a:ext>
            </a:extLst>
          </p:cNvPr>
          <p:cNvSpPr/>
          <p:nvPr/>
        </p:nvSpPr>
        <p:spPr>
          <a:xfrm>
            <a:off x="487680" y="877824"/>
            <a:ext cx="11216640" cy="534872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D7E3A13-8123-6791-A810-EFFD20D847E0}"/>
              </a:ext>
            </a:extLst>
          </p:cNvPr>
          <p:cNvSpPr/>
          <p:nvPr/>
        </p:nvSpPr>
        <p:spPr>
          <a:xfrm>
            <a:off x="658368" y="998168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Change the </a:t>
            </a:r>
            <a:r>
              <a:rPr lang="en-US" sz="1333" i="1" dirty="0" err="1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cfg_scale</a:t>
            </a:r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parameter to 5 in the last code cell, and check to see what the output looks like.</a:t>
            </a:r>
          </a:p>
          <a:p>
            <a:endParaRPr lang="en-US" sz="1333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DCFC29-5ACE-0BF0-8C90-D4A772CE8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558" y="1808145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76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449321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2658</TotalTime>
  <Words>2894</Words>
  <Application>Microsoft Office PowerPoint</Application>
  <PresentationFormat>Widescreen</PresentationFormat>
  <Paragraphs>330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Consolas</vt:lpstr>
      <vt:lpstr>Courier New</vt:lpstr>
      <vt:lpstr>Office Theme</vt:lpstr>
      <vt:lpstr>Grafică asistată de calculator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ionut grigore</cp:lastModifiedBy>
  <cp:revision>102</cp:revision>
  <dcterms:created xsi:type="dcterms:W3CDTF">2024-09-13T06:53:36Z</dcterms:created>
  <dcterms:modified xsi:type="dcterms:W3CDTF">2026-05-04T22:11:38Z</dcterms:modified>
</cp:coreProperties>
</file>