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96" r:id="rId3"/>
    <p:sldId id="259" r:id="rId4"/>
    <p:sldId id="402" r:id="rId5"/>
    <p:sldId id="403" r:id="rId6"/>
    <p:sldId id="404" r:id="rId7"/>
    <p:sldId id="258" r:id="rId8"/>
    <p:sldId id="408" r:id="rId9"/>
    <p:sldId id="410" r:id="rId10"/>
    <p:sldId id="411" r:id="rId11"/>
    <p:sldId id="412" r:id="rId12"/>
    <p:sldId id="409" r:id="rId13"/>
    <p:sldId id="413" r:id="rId14"/>
    <p:sldId id="407" r:id="rId15"/>
    <p:sldId id="406" r:id="rId16"/>
    <p:sldId id="320" r:id="rId17"/>
    <p:sldId id="415" r:id="rId18"/>
    <p:sldId id="262" r:id="rId19"/>
    <p:sldId id="416" r:id="rId20"/>
    <p:sldId id="418" r:id="rId21"/>
    <p:sldId id="321" r:id="rId22"/>
    <p:sldId id="264" r:id="rId23"/>
    <p:sldId id="420" r:id="rId24"/>
    <p:sldId id="421" r:id="rId25"/>
    <p:sldId id="322" r:id="rId26"/>
    <p:sldId id="266" r:id="rId27"/>
    <p:sldId id="422" r:id="rId28"/>
    <p:sldId id="423" r:id="rId29"/>
    <p:sldId id="323" r:id="rId30"/>
    <p:sldId id="268" r:id="rId31"/>
    <p:sldId id="425" r:id="rId32"/>
    <p:sldId id="424" r:id="rId33"/>
    <p:sldId id="269" r:id="rId34"/>
    <p:sldId id="426" r:id="rId35"/>
    <p:sldId id="427" r:id="rId36"/>
    <p:sldId id="318" r:id="rId37"/>
    <p:sldId id="270" r:id="rId38"/>
    <p:sldId id="396" r:id="rId39"/>
    <p:sldId id="397" r:id="rId40"/>
    <p:sldId id="398" r:id="rId41"/>
    <p:sldId id="399" r:id="rId42"/>
    <p:sldId id="400" r:id="rId43"/>
    <p:sldId id="428" r:id="rId44"/>
    <p:sldId id="401" r:id="rId45"/>
    <p:sldId id="429" r:id="rId46"/>
    <p:sldId id="294"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F3D4CF-906D-4A2B-A884-17E1ADF724F4}" v="30" dt="2024-09-14T18:53:25.7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83129" autoAdjust="0"/>
  </p:normalViewPr>
  <p:slideViewPr>
    <p:cSldViewPr snapToGrid="0">
      <p:cViewPr varScale="1">
        <p:scale>
          <a:sx n="55" d="100"/>
          <a:sy n="55" d="100"/>
        </p:scale>
        <p:origin x="9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9:29:19.108"/>
    </inkml:context>
    <inkml:brush xml:id="br0">
      <inkml:brushProperty name="width" value="0.35" units="cm"/>
      <inkml:brushProperty name="height" value="0.35" units="cm"/>
      <inkml:brushProperty name="color" value="#FFFFFF"/>
    </inkml:brush>
  </inkml:definitions>
  <inkml:trace contextRef="#ctx0" brushRef="#br0">1 1 24575,'2564'0'-1365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9:29:28.198"/>
    </inkml:context>
    <inkml:brush xml:id="br0">
      <inkml:brushProperty name="width" value="0.35" units="cm"/>
      <inkml:brushProperty name="height" value="0.35" units="cm"/>
      <inkml:brushProperty name="color" value="#FFFFFF"/>
    </inkml:brush>
  </inkml:definitions>
  <inkml:trace contextRef="#ctx0" brushRef="#br0">3617 30 24575,'-18'8'0,"0"-1"0,0-1 0,-1 0 0,0-2 0,-27 4 0,-97 3 0,113-10 0,-583 3 0,332-6 0,-9 3 0,-322-3 0,339-10 0,-112-2 0,233 15 0,410-1-41,254 2-274,-4 22-312,-400-16 96,250 31-1501,-347-37 1975,46 11-35,-54-12 94,-1 0 0,1 0 0,0 0-1,-1 0 1,1 1 0,-1-1 0,1 1 0,-1-1 0,0 1-1,0 0 1,0 0 0,0 0 0,0 0 0,0 0-1,2 4 1,-3-4 6,-1-1-1,1 1 0,-1-1 0,0 1 1,1-1-1,-1 1 0,0 0 0,0-1 0,0 1 1,0 0-1,-1-1 0,1 1 0,0-1 1,0 1-1,-1 0 0,1-1 0,-1 1 1,0-1-1,1 1 0,-1-1 0,0 0 1,0 1-1,0-1 0,0 0 0,0 1 1,0-1-1,0 0 0,-1 0 0,1 0 1,-2 1-1,-6 5 161,0 0 1,-1-1-1,-12 7 1,18-11-85,-42 20 378,0-2-1,-1-2 1,-2-2-1,1-2 1,-86 13-1,-266 11-742,295-31 312,-1179 51-4782,1102-53 3864,146-4 670,-37-5 0,70 4 210,1 0 1,-1-1-1,0 1 1,1-1-1,-1 0 1,0 0-1,1 0 1,-5-2-1,7 3 7,0 0-1,0-1 1,-1 1-1,1 0 1,0 0-1,0-1 1,-1 1 0,1 0-1,0 0 1,0-1-1,0 1 1,-1 0-1,1 0 1,0-1 0,0 1-1,0 0 1,0-1-1,0 1 1,0 0-1,0-1 1,0 1-1,0 0 1,0-1 0,0 1-1,0 0 1,0-1-1,0 1 1,0 0-1,0-1 1,0 1-1,0 0 1,0-1 0,0 1-1,1 0 1,-1 0-1,0-1 1,0 1-1,3-3 20,1 0 0,-1 0 1,0 1-1,1-1 0,-1 1 0,1 0 0,-1 0 0,8-2 0,37-13 577,1 3 1,63-11 0,-110 25-585,178-31 974,243-10 0,180 27-766,-559 13-232,213 3 600,-246-2-565,1 0 0,-1 1 0,0 1 0,11 2 0,-22-4-23,1 0 0,0 0 0,-1 0 0,1 1 0,-1-1 0,1 0 0,-1 0 0,1 0 0,-1 1 0,0-1 0,1 0 0,-1 0 0,1 1 0,-1-1 0,1 0 0,-1 1 0,0-1 0,1 1 0,-1-1 0,0 0 0,0 1 0,1-1 0,-1 1 0,0-1 0,0 1 0,1-1 0,-1 1 0,0-1 0,0 1 0,0-1 0,0 1 0,0-1 0,0 1 0,0-1 0,0 1 0,0-1 0,0 1 0,0 0 0,0-1 0,0 1 0,0-1 0,-1 1 0,1-1 0,0 1 0,0-1 0,-1 0 0,1 1 0,-1 0 0,-2 3 0,0-1 0,0 0 0,0 0 0,0 0 0,-1 0 0,0 0 0,1 0 0,-1-1 0,0 0 0,-5 2 0,-51 20 0,60-24 0,-271 66 898,236-57-521,35-9-374,0 0 0,0 0 0,1 0-1,-1 0 1,0 0 0,0 0-1,0 0 1,0 1 0,0-1 0,0 0-1,1 0 1,-1 0 0,0 0 0,0 0-1,0 0 1,0 0 0,0 0 0,0 0-1,0 0 1,0 0 0,0 1-1,1-1 1,-1 0 0,0 0 0,0 0-1,0 0 1,0 0 0,0 0 0,0 1-1,0-1 1,0 0 0,0 0-1,0 0 1,0 0 0,0 0 0,0 0-1,0 1 1,0-1 0,0 0 0,0 0-1,0 0 1,0 0 0,0 0 0,0 0-1,0 1 1,0-1 0,0 0-1,0 0 1,0 0 0,-1 0 0,1 0-1,0 0 1,0 0 0,0 1 0,0-1-1,0 0 1,0 0 0,0 0-1,62 4 17,370-6-19,-10 1 0,-420 1 0,31-1 0,1 2 0,0 2 0,0 1 0,36 9 0,-66-12 0,1 0 0,-1 0 0,0 1 0,0-1 0,-1 1 0,1 0 0,0 0 0,0 0 0,-1 1 0,0 0 0,1-1 0,-1 1 0,0 0 0,5 7 0,-7-9 0,-1 0 0,1 1 0,-1-1 0,1 1 0,-1-1 0,0 1 0,1-1 0,-1 1 0,0-1 0,0 1 0,0-1 0,0 1 0,0-1 0,0 1 0,-1-1 0,1 0 0,-1 2 0,0 1 0,-1-1 0,1 0 0,-1 0 0,0 0 0,0 0 0,0 0 0,0 0 0,-1-1 0,-3 4 0,-17 14 0,-1-2 0,0-1 0,-2-1 0,1-1 0,-54 21 0,-151 41 0,-335 55 0,539-127 0,22-3 0,5-1 0,38-3 0,596-47 0,-566 50 0,-66-1 0,0 0 0,0 0 0,0 1 0,0-1 0,-1 1 0,1 0 0,5 2 0,-8-3 0,0 0 0,0 0 0,0 0 0,0 0 0,1 0 0,-1 1 0,0-1 0,0 0 0,0 0 0,0 0 0,0 0 0,0 0 0,0 0 0,0 0 0,0 1 0,0-1 0,0 0 0,0 0 0,0 0 0,0 0 0,0 0 0,0 0 0,0 1 0,0-1 0,0 0 0,0 0 0,0 0 0,0 0 0,0 0 0,0 0 0,0 1 0,0-1 0,0 0 0,0 0 0,0 0 0,0 0 0,0 0 0,0 0 0,-1 0 0,1 0 0,0 1 0,0-1 0,0 0 0,0 0 0,0 0 0,0 0 0,0 0 0,0 0 0,-1 0 0,1 0 0,-17 6 0,-21 1 0,0-2 0,-51 1 0,69-6 0,-777 13-1512,655-13 1311,73 0 134,-252-3-20,5-22 95,288 21-8,0-1 0,-40-13 0,64 17 0,-1-1 0,1 0 0,0 1 0,0-1 0,0-1 0,0 1 0,0 0 0,1-1 0,-1 0 0,1 0 0,-6-6 0,8 7 0,0 0 0,0 1 0,1-1 0,-1 0 0,1 0 0,-1 0 0,1 0 0,0 1 0,-1-1 0,1 0 0,0 0 0,0 0 0,1 0 0,-1 0 0,0 1 0,1-1 0,-1 0 0,1 0 0,-1 0 0,1 1 0,0-1 0,0 0 0,0 1 0,0-1 0,0 0 0,0 1 0,0-1 0,2-1 0,5-6 0,0 1 0,1 0 0,-1 0 0,2 1 0,-1 0 0,1 0 0,16-8 0,84-33 0,-27 20-74,2 4 0,0 4 0,1 3 0,111-8 0,349 9-297,-402 19 371,-130-3 33,0 1-1,-1 1 1,1 0 0,17 5 0,-30-6-13,0-1 0,0 0 0,0 1 1,0-1-1,0 1 0,0-1 0,0 1 1,0 0-1,0-1 0,-1 1 0,1 0 1,0 0-1,0-1 0,-1 1 0,1 0 1,0 1-1,-1-1-2,1 0 0,-1-1-1,0 1 1,0-1 0,0 1 0,0 0-1,0-1 1,0 1 0,-1 0 0,1-1 0,0 1-1,0-1 1,0 1 0,0 0 0,-1-1 0,1 1-1,0-1 1,-1 1 0,1-1 0,0 1-1,-1-1 1,1 1 0,-1-1 0,0 1 0,-6 4 69,1 0 0,-2 0 0,1-1 1,0 0-1,-1-1 0,0 0 1,-9 3-1,-60 19-7,-96 16-1,-90 4-87,88-16-9,172-29 14,1 1-1,-1-1 1,0 0 0,0 1 0,1-1 0,-1 1 0,0 0 0,1 0 0,-1 0 0,-3 3 0,10-3 27,1 0 0,0 0 0,0 0 1,0-1-1,0 0 0,5 0 1,219 1 600,-153-1-571,196-2-218,74 1-529,66-2 192,838 9-2278,-969 8 1987,-224-9 592,58 13 0,-110-17 195,1 0 0,0 0-1,-1 0 1,1 1 0,-1 0-1,0 0 1,1 1-1,-1 0 1,0 0 0,0 0-1,5 4 1,-10-6 5,1-1 0,-1 1 0,0-1 0,1 1 0,-1-1 0,0 1 0,1-1 0,-1 1 0,0 0 0,0-1 0,0 1 0,1-1 0,-1 1 0,0 0 0,0-1 0,0 1 0,0-1 0,0 1 0,0 0 0,0-1 0,0 1 0,0-1 0,-1 1 0,1 0 0,0 0 0,-1 0 0,0 0 0,0 1 0,0-1 0,0 0 0,0 0 0,0 0 0,0 0 0,0 0 0,-1 0 0,1 0 0,0 0 0,-2 0 0,-10 5 32,1-2-1,-1 1 1,0-2-1,-21 4 1,-206 20 734,-8-19-659,203-7-26,17-1 8,-668-4 2822,678 3-2884,0-1 0,-28-5 0,45 7-27,0-1 0,-1 1 0,1 0 0,0 0 0,0-1 0,-1 1 0,1-1 0,0 1 0,0-1 0,0 0 0,0 1 0,0-1 0,-1 0 0,1 0 0,1 0 0,-1 0 0,0 0 0,0 0 0,0 0 0,0 0 0,1 0 0,-1 0 0,0 0 0,1 0 0,-1-1 0,1 1 0,-1 0 0,1 0 0,-1-3 0,2 1 0,0 1 0,-1 0 0,1-1 0,0 1 0,0 0 0,0-1 0,0 1 0,0 0 0,1 0 0,-1 0 0,1 0 0,0 0 0,-1 0 0,4-2 0,16-14 21,2 1 0,0 2 1,42-22-1,-51 28 58,65-31 203,1 3 0,1 4 1,152-40-1,265-29-539,-105 45-485,-192 30 565,-186 24 177,-18 1 0,-25 2 0,26 0 0,-42 0 20,-469-8 1027,-138-27-1031,356 8-16,23 2 0,254 24 0,-30-3 0,46 4 0,-1 0 0,1-1 0,-1 1 0,1-1 0,0 0 0,-1 0 0,1 0 0,0 0 0,-1 0 0,1 0 0,0-1 0,0 1 0,-3-3 0,5 3 0,0 0 0,-1 1 0,1-1 0,0 1 0,-1-1 0,1 0 0,0 1 0,0-1 0,0 0 0,0 1 0,0-1 0,0 0 0,0 1 0,0-1 0,0 0 0,0 0 0,0 1 0,0-1 0,0 1 0,1-1 0,-1 0 0,0 1 0,0-1 0,1 0 0,-1 1 0,0-1 0,1 1 0,-1-1 0,1 1 0,-1-1 0,1 1 0,-1-1 0,1 1 0,-1-1 0,1 1 0,-1 0 0,2-1 0,5-4 0,0 0 0,0 0 0,0 1 0,1 0 0,14-4 0,51-15 0,-59 19 0,120-30 0,2 6 0,149-11 0,287 19 0,-527 19 0,87-13 0,-124 13 0,57-5 0,111 4 0,-95 3 0,93 13 0,-17-1 0,502-10 0,-341-5 0,250 2 0,-1065-21 0,-75-13 0,417 33 0,-96 3 0,154 11 0,-6 0 0,74-10 0,1 2 0,0 0 0,-35 13 0,-25 4 0,-112 5 0,199-27 0,-1-1 0,1 1 0,-1 0 0,1 1 0,-1-1 0,1 0 0,-1 0 0,1 1 0,-1-1 0,1 0 0,0 1 0,-1 0 0,1-1 0,-2 2 0,5-1 0,0 0 0,0 0 0,0 0 0,1 0 0,-1 0 0,0 0 0,0-1 0,0 1 0,5-1 0,75 14 0,86 2 0,-95-10 0,551 25 0,2-29 0,-362-3 0,-244 1 0,-6-1 0,0 1 0,0 1 0,0 0 0,0 0 0,-1 2 0,1-1 0,15 6 0,-28-7 0,0-1 0,0 0 0,0 1 0,-1-1 0,1 0 0,0 1 0,0-1 0,0 1 0,0 0 0,0-1 0,-1 1 0,1 0 0,0-1 0,0 1 0,-1 0 0,1 0 0,-1-1 0,1 1 0,-1 0 0,1 0 0,-1 0 0,1 0 0,-1 0 0,0 0 0,1 2 0,-1-2 0,-1 1 0,1-1 0,0 1 0,-1-1 0,1 1 0,-1-1 0,0 1 0,0-1 0,1 0 0,-1 1 0,0-1 0,0 0 0,0 0 0,0 0 0,-2 2 0,-5 4 0,-2 1 0,1-2 0,-16 10 0,22-14 0,-20 10 0,0-1 0,0-2 0,-1 0 0,0-1 0,0-1 0,-34 4 0,-153 9 0,-400-15 0,349-7 0,63 1 0,-256 3 0,415-1 0,1 2 0,-72 15 0,90-12 0,0 0 0,1 1 0,0 1 0,0 1 0,1 1 0,-33 21 0,38-20 0,-1-2 0,1 1 0,1 1 0,0 0 0,0 1 0,1 0 0,-11 15 0,22-26 0,0 1 0,0-1 0,0 0 0,0 1 0,0-1 0,0 1 0,1-1 0,-1 1 0,1-1 0,-1 1 0,1 0 0,0-1 0,0 1 0,-1-1 0,1 1 0,0 0 0,0-1 0,1 3 0,0-3 0,-1 1 0,1-1 0,0 0 0,0 0 0,0 0 0,0 0 0,0 0 0,0 0 0,0 0 0,0 0 0,1 0 0,-1 0 0,0 0 0,1-1 0,-1 1 0,0-1 0,1 1 0,-1-1 0,1 1 0,-1-1 0,0 0 0,1 0 0,2 0 0,21 2 0,0-2 0,-1-1 0,1-1 0,26-6 0,-41 7 0,420-78 0,-337 61 0,336-75 0,-408 88 0,31-11 0,-35 9 0,1 2 0,27-6 0,-40 10 0,1 1 0,0-1 0,0 1 0,0 0 0,0 1 0,0-1 0,0 1 0,-1 1 0,1-1 0,0 1 0,9 4 0,8 4 0,0-1 0,0-1 0,0-1 0,35 5 0,94 4 0,-116-14 0,-33-2 0,0 1 0,0-1 0,0 1 0,0-1 0,0 1 0,0 0 0,0 0 0,0 0 0,0 0 0,0 1 0,0-1 0,0 1 0,-1 0 0,1 0 0,-1 0 0,0 0 0,1 0 0,-1 0 0,0 1 0,0-1 0,3 6 0,-3-4 0,0 0 0,-1 1 0,0-1 0,0 1 0,0-1 0,0 1 0,0-1 0,-1 1 0,0-1 0,0 1 0,-1 0 0,1-1 0,-1 1 0,-2 8 0,-2 2 0,0 0 0,-2-1 0,0 1 0,0-1 0,-1-1 0,-1 1 0,-14 16 0,-2 0 0,-54 48 0,35-41 0,-2-2 0,-51 29 0,-105 50 0,177-100 0,-21 13 0,31-17 0,0-1 0,-1 0 0,0-1 0,-32 10 0,44-17 0,1 0 0,-1-1 0,0 0 0,1 0 0,-1 0 0,1 0 0,-1 0 0,1-1 0,-1 1 0,1-1 0,-1 0 0,1 0 0,-1 0 0,1-1 0,0 1 0,0-1 0,0 0 0,0 0 0,0 0 0,0 0 0,0-1 0,1 1 0,-1-1 0,1 1 0,-1-1 0,-2-4 0,-3-6 0,0 0 0,1 0 0,1-1 0,0 1 0,-5-16 0,-14-49 0,-21-105 0,39 145 0,2 1 0,1-1 0,2 0 0,2 0 0,5-42 0,-5 72 0,1 1 0,0-1 0,1 1 0,0 0 0,0 0 0,0 0 0,1 0 0,0 0 0,0 0 0,1 1 0,7-12 0,-11 18 0,1-1 0,-1 0 0,1 1 0,-1-1 0,1 0 0,0 1 0,-1-1 0,1 1 0,0-1 0,-1 1 0,1-1 0,0 1 0,-1-1 0,1 1 0,0 0 0,0 0 0,0-1 0,-1 1 0,1 0 0,0 0 0,0 0 0,0 0 0,0 0 0,-1 0 0,1 0 0,0 0 0,1 0 0,0 1 0,-1 0 0,0 0 0,0 0 0,0 0 0,0 0 0,-1 0 0,1 0 0,0 0 0,0 0 0,-1 0 0,1 1 0,0-1 0,-1 0 0,1 0 0,-1 2 0,3 7 0,-1 0 0,0-1 0,0 17 0,-3 15 0,-1 0 0,-2 0 0,-2-1 0,-2 0 0,-16 49 0,24-88 0,-2 3 0,1 0 0,0 0 0,0 1 0,0-1 0,0 0 0,1 1 0,0-1 0,0 8 0,0-11 0,0 0 0,1-1 0,-1 1 0,0-1 0,0 1 0,1-1 0,-1 1 0,0-1 0,1 1 0,-1-1 0,1 1 0,-1-1 0,1 1 0,-1-1 0,1 0 0,-1 1 0,1-1 0,-1 0 0,1 1 0,-1-1 0,1 0 0,0 0 0,-1 0 0,2 1 0,1-1 0,-1 0 0,1 0 0,0 0 0,0 0 0,0 0 0,0-1 0,0 1 0,3-2 0,39-14 0,-2-1 0,0-2 0,56-35 0,-51 27 0,-31 18 0,209-108 0,-170 91 0,0 3 0,67-17 0,-114 37 0,1 1 0,0 0 0,0 1 0,0-1 0,0 2 0,15 0 0,-23 0 0,0 1 0,1-1 0,-1 0 0,0 1 0,0 0 0,1 0 0,-1-1 0,0 1 0,0 0 0,0 1 0,0-1 0,0 0 0,0 0 0,0 1 0,-1-1 0,1 1 0,0 0 0,-1 0 0,1-1 0,-1 1 0,0 0 0,0 0 0,1 0 0,-1 0 0,0 1 0,-1-1 0,1 0 0,0 0 0,-1 0 0,1 1 0,-1-1 0,0 4 0,1 4 0,-1 1 0,-1 0 0,0 0 0,-1-1 0,0 1 0,0-1 0,-1 1 0,-7 16 0,-42 79 0,25-61 0,-2-1 0,-2-2 0,-46 50 0,-123 102 0,136-130 0,57-56 0,2-3 0,10-13 0,15-19 0,45-50 0,336-371 0,-399 445 0,0 1 0,1-1 0,-1 1 0,0 0 0,1 0 0,0 0 0,-1 0 0,1 1 0,0-1 0,0 1 0,0 0 0,0-1 0,5 0 0,-7 2 0,0 0 0,0 0 0,-1 1 0,1-1 0,0 0 0,0 0 0,-1 0 0,1 1 0,0-1 0,-1 0 0,1 1 0,0-1 0,-1 1 0,1-1 0,0 1 0,-1-1 0,1 1 0,-1-1 0,1 1 0,-1 0 0,1 0 0,1 2 0,-1-1 0,0 1 0,1 0 0,-1 0 0,0 0 0,0 1 0,0 3 0,7 45 0,3 91 0,-13 59 0,0-84 0,1-99 0,1-6 0,0 1 0,0 0 0,1-1 0,4 17 0,-5-30 0,0 1 0,0 0 0,0 0 0,0-1 0,0 1 0,1 0 0,-1 0 0,0-1 0,0 1 0,1 0 0,-1-1 0,0 1 0,1-1 0,-1 1 0,1 0 0,-1-1 0,1 1 0,-1-1 0,1 1 0,0-1 0,-1 1 0,1-1 0,-1 0 0,1 1 0,0-1 0,-1 0 0,1 1 0,0-1 0,0 0 0,-1 0 0,1 0 0,0 0 0,-1 0 0,1 1 0,0-1 0,0-1 0,-1 1 0,1 0 0,0 0 0,0 0 0,-1 0 0,1 0 0,0-1 0,-1 1 0,1 0 0,0-1 0,-1 1 0,1 0 0,0-1 0,-1 1 0,1-1 0,-1 1 0,1-1 0,-1 1 0,1-1 0,-1 1 0,1-2 0,4-3 0,-1 1 0,0-1 0,0 0 0,0-1 0,4-7 0,10-27 0,-3 0 0,0-2 0,-3 0 0,-2 0 0,6-47 0,-11 46 0,0-52 0,-7 156 0,-2 0 0,-2-1 0,-3 0 0,-31 107 0,15-91 0,-3-1 0,-4-1 0,-50 87 0,-41 69 0,109-204 0,0-2 0,-2 1 0,-1-2 0,-1-1 0,-1 0 0,-1-1 0,-40 32 0,49-44 0,-1-1 0,0-1 0,-1 0 0,-26 10 0,-58 13 0,23-8 0,-18 7 0,37-13 0,2 3 0,-72 34 0,113-45 0,1 1 0,0-1 0,0 2 0,-14 16 0,181-180 0,-81 85 0,348-324 0,-285 275 0,178-115 0,-291 217 0,-11 5 0,1 2 0,0 0 0,0 0 0,26-9 0,-39 18 0,0-1 0,0 0 0,0 1 0,0-1 0,0 1 0,0 0 0,0 0 0,0 0 0,1 0 0,-1 0 0,0 0 0,0 1 0,0-1 0,0 1 0,0-1 0,0 1 0,0 0 0,0 0 0,0 0 0,0 0 0,-1 0 0,1 0 0,0 1 0,-1-1 0,1 0 0,0 1 0,-1-1 0,0 1 0,1 0 0,-1-1 0,2 4 0,0 3 0,1 0 0,-1 0 0,0 0 0,0 1 0,-1-1 0,2 15 0,3 31 0,-1 80 0,-11 61 0,1-81 0,-2 418 0,6-525 0,0-4 0,1 1 0,-1-1 0,0 0 0,0 0 0,0 1 0,-1-1 0,1 0 0,-1 0 0,0 1 0,0-1 0,0 0 0,0 0 0,0 0 0,-3 3 0,4-6 0,0 1 0,-1-1 0,1 0 0,0 0 0,-1 0 0,1 0 0,-1 0 0,1 0 0,0 0 0,-1 0 0,1 0 0,0 0 0,-1 0 0,1 0 0,0-1 0,-1 1 0,1 0 0,-1 0 0,1 0 0,0 0 0,0-1 0,-1 1 0,1 0 0,0 0 0,-1-1 0,1 1 0,0 0 0,0 0 0,-1-1 0,1 1 0,0 0 0,0-1 0,0 1 0,-1 0 0,1-1 0,0 1 0,0 0 0,0-1 0,0 1 0,0 0 0,0-1 0,0 0 0,-5-13 0,1 0 0,1 0 0,0 0 0,1-1 0,-1-17 0,2 22 0,-7-92 0,4 0 0,5-1 0,18-131 0,-18 227 0,0-6 0,1 1 0,0-1 0,1 0 0,0 1 0,1-1 0,9-18 0,-8 27 0,-3 9 0,-3 7 0,-1-1 0,0 1 0,0 0 0,-2-1 0,1 0 0,-9 17 0,11-25 0,-33 75 0,-3-1 0,-3-3 0,-4-1 0,-66 85 0,-238 249 0,339-397 0,0 0 0,1 0 0,1 1 0,-9 15 0,13-20 0,0 1 0,0-1 0,1 1 0,0 0 0,0 0 0,1 0 0,0 0 0,0 0 0,1 11 0,5 72-1365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9:29:36.307"/>
    </inkml:context>
    <inkml:brush xml:id="br0">
      <inkml:brushProperty name="width" value="0.35" units="cm"/>
      <inkml:brushProperty name="height" value="0.35" units="cm"/>
      <inkml:brushProperty name="color" value="#FFFFFF"/>
    </inkml:brush>
  </inkml:definitions>
  <inkml:trace contextRef="#ctx0" brushRef="#br0">2301 55 24575,'-108'0'0,"-438"-11"0,423 3 0,-706-27 0,203 36 0,625-1 0,-2-1 0,-1 1 0,0 0 0,0 0 0,1 0 0,-1 0 0,0 1 0,1 0 0,-1-1 0,0 1 0,1 1 0,-1-1 0,1 0 0,0 1 0,-1 0 0,-5 3 0,9-4 0,-1-1 0,1 1 0,-1 0 0,1-1 0,0 1 0,-1 0 0,1-1 0,0 1 0,-1 0 0,1 0 0,0-1 0,0 1 0,0 0 0,-1 0 0,1-1 0,0 1 0,0 0 0,0 0 0,0 0 0,0-1 0,1 1 0,-1 0 0,0 0 0,0-1 0,0 1 0,1 0 0,-1 0 0,0-1 0,1 1 0,-1 0 0,1-1 0,-1 1 0,1 0 0,-1-1 0,1 1 0,-1-1 0,1 1 0,0-1 0,0 1 0,4 4 0,1-1 0,0-1 0,11 7 0,15 5 0,1-1 0,0-2 0,36 9 0,110 17 0,-141-31 0,907 148-1451,-506-98 1451,7-33 0,-413-24 242,1-2 0,-1-1 0,0-1 0,0-2-1,44-14 1,137-38-242,-54 15 0,100-19 0,-120 22 0,159-41 0,-231 67 0,1 3 0,102-4 0,-3 18 0,-702 0 0,279-5 0,-801 2 0,1103 2 0,65 12 0,-75-9 0,855 108-1441,-727-96 1386,1008 131 18,-1099-135 37,91 28 0,-156-38 0,30 11 0,-37-13 0,-1 0 0,0-1 0,1 1 0,-1 0 0,0 0 0,1 0 0,-1 0 0,0 0 0,0 0 0,0 0 0,0 0 0,0 1 0,0-1 0,0 0 0,0 1 0,0-1 0,-1 0 0,1 1 0,0 1 0,-1-2 0,0 0 0,0 0 0,0 0 0,0-1 0,-1 1 0,1 0 0,0 0 0,0 0 0,-1 0 0,1 0 0,0-1 0,-1 1 0,1 0 0,-1 0 0,1-1 0,-1 1 0,0 0 0,1-1 0,-1 1 0,1 0 0,-1-1 0,0 1 0,-1 0 0,-20 11 0,-16 2 181,-1-1 0,-1-2 0,-44 7 0,45-11 21,1 2 0,0 1 1,-65 27-1,92-32-202,-120 62 0,105-52 0,1 1 0,-44 37 0,48-31 0,0 1 0,2 1 0,-24 37 0,5-5 0,-3-2 0,3 3 0,-53 102 0,88-154 0,1-1 0,1 1 0,-1 0 0,0 0 0,1 0 0,0 0 0,1 0 0,-1 0 0,1 9 0,0-11 0,1 0 0,-1 0 0,1 0 0,0 0 0,0 0 0,0 0 0,0-1 0,1 1 0,-1 0 0,1-1 0,0 1 0,-1-1 0,1 1 0,0-1 0,1 0 0,-1 0 0,3 2 0,4 3 0,1-2 0,0 1 0,0-1 0,0-1 0,0 1 0,1-2 0,0 0 0,-1 0 0,1-1 0,12 2 0,21 0 0,50-2 0,-78-2 0,-4 0 0,136-5 0,-145 4 0,-1 1 0,1-1 0,0 0 0,-1 0 0,1 0 0,0 0 0,-1 0 0,1-1 0,-1 1 0,0-1 0,0 0 0,1 0 0,-1 1 0,0-2 0,0 1 0,-1 0 0,1 0 0,0 0 0,-1-1 0,1 1 0,-1-1 0,0 1 0,0-1 0,0 0 0,0 1 0,0-1 0,-1 0 0,1 0 0,-1-4 0,2-6 0,-2 1 0,1-1 0,-2 0 0,0 1 0,-4-20 0,4 26 0,-1 0 0,0 1 0,0-1 0,-1 0 0,0 1 0,0 0 0,0-1 0,-1 1 0,1 1 0,-1-1 0,0 0 0,-1 1 0,1 0 0,-1 0 0,0 0 0,0 1 0,-6-4 0,-12-6 0,0 1 0,-43-14 0,57 22 0,-354-101 0,111 37 0,-96-50 0,340 114 0,-1 1 0,1 0 0,-1 0 0,0 1 0,1 0 0,-1 1 0,0 0 0,0 0 0,0 1 0,0 0 0,0 1 0,0-1 0,0 2 0,-9 2 0,-124 37 0,-150 41 0,208-63 0,-129 13 0,-227-25 0,310-9 0,-290-17 0,301 5 0,-176-43 0,281 54 0,1-1 0,0 0 0,0-1 0,-17-9 0,28 13 0,0 0 0,-1-1 0,1 1 0,0 0 0,0-1 0,0 1 0,0-1 0,0 0 0,0 0 0,1 0 0,-1 0 0,1 0 0,-1 0 0,1 0 0,0 0 0,-1-1 0,1 1 0,0 0 0,1-1 0,-1 1 0,0-1 0,1 1 0,-1-1 0,1 1 0,0-1 0,0 1 0,0-1 0,0 0 0,0 1 0,1-5 0,0 5 0,1 0 0,-1-1 0,0 1 0,1 0 0,-1 0 0,1 0 0,0 0 0,-1 0 0,1 0 0,0 1 0,0-1 0,0 0 0,0 1 0,1 0 0,-1-1 0,0 1 0,1 0 0,-1 0 0,0 0 0,4 0 0,9-3 0,-1 1 0,21-2 0,-27 4 0,131-9 0,157 9 0,-169 3 0,1195 1 0,-1049-18 0,-179 7 0,215-16 0,33 18 0,-335 6-273,0 0 0,0 0 0,0 1 0,10 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9:29:37.305"/>
    </inkml:context>
    <inkml:brush xml:id="br0">
      <inkml:brushProperty name="width" value="0.35" units="cm"/>
      <inkml:brushProperty name="height" value="0.35" units="cm"/>
      <inkml:brushProperty name="color" value="#FFFFFF"/>
    </inkml:brush>
  </inkml:definitions>
  <inkml:trace contextRef="#ctx0" brushRef="#br0">597 797 24575,'1'-6'0,"0"-1"0,1 1 0,-1 0 0,1 0 0,1 0 0,-1 0 0,1 0 0,0 1 0,4-7 0,1-1 0,11-18 0,1 1 0,1 1 0,2 0 0,0 2 0,51-44 0,151-102 0,-122 105 0,3 4 0,3 5 0,140-54 0,-236 108 0,30-10 0,-41 14 0,0 0 0,0 1 0,0-1 0,0 1 0,0-1 0,0 1 0,1 0 0,-1 0 0,0 0 0,0 0 0,0 1 0,1-1 0,-1 0 0,2 2 0,-3-2 0,-1 1 0,1-1 0,-1 1 0,0-1 0,1 1 0,-1 0 0,0-1 0,0 1 0,1-1 0,-1 1 0,0 0 0,0-1 0,0 1 0,0 0 0,0-1 0,0 1 0,0 0 0,0-1 0,0 1 0,0 0 0,0-1 0,0 1 0,0-1 0,-1 1 0,1 0 0,0-1 0,0 1 0,-1-1 0,1 1 0,0 0 0,-1-1 0,1 1 0,-1-1 0,0 1 0,-7 13 0,0 0 0,-1-1 0,-1-1 0,0 1 0,-20 17 0,4-7 0,-52 35 0,36-33-24,0-2-1,-2-2 1,0-2 0,-1-1-1,-1-3 1,-67 14-1,4-9-133,-194 10-1,-244-26 62,511-6 97,-45-8 0,75 9 0,0 0 0,1-1 0,-1 1 0,1-1 0,0 0 0,0-1 0,-9-4 0,13 6 0,1 1 0,-1-1 0,0 1 0,1-1 0,-1 1 0,1-1 0,-1 1 0,1-1 0,0 0 0,-1 1 0,1-1 0,0 0 0,-1 1 0,1-1 0,0 0 0,0 0 0,-1 1 0,1-1 0,0 0 0,0 0 0,0 1 0,0-2 0,1 0 0,-1 0 0,1 1 0,0-1 0,-1 1 0,1-1 0,0 1 0,0-1 0,0 1 0,0-1 0,0 1 0,1 0 0,-1 0 0,0-1 0,2 0 0,6-5 0,1 1 0,-1 0 0,1 0 0,1 1 0,-1 0 0,13-3 0,79-21 0,22 3 0,160-12 0,129 16 0,-362 20-97,-17 0-196,1 2 1,-1 1-1,43 6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9:29:48.634"/>
    </inkml:context>
    <inkml:brush xml:id="br0">
      <inkml:brushProperty name="width" value="0.35" units="cm"/>
      <inkml:brushProperty name="height" value="0.35" units="cm"/>
      <inkml:brushProperty name="color" value="#FFFFFF"/>
    </inkml:brush>
  </inkml:definitions>
  <inkml:trace contextRef="#ctx0" brushRef="#br0">10186 785 20815,'1237'-783'0,"-12656"1107"0,21601 135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9:30:02.546"/>
    </inkml:context>
    <inkml:brush xml:id="br0">
      <inkml:brushProperty name="width" value="0.35" units="cm"/>
      <inkml:brushProperty name="height" value="0.35" units="cm"/>
      <inkml:brushProperty name="color" value="#FFFFFF"/>
    </inkml:brush>
  </inkml:definitions>
  <inkml:trace contextRef="#ctx0" brushRef="#br0">1 198 24575,'0'404'0,"0"-876"0,0 468 0,3-57 0,-3 56 0,1 0 0,0 0 0,0 1 0,0-1 0,1 0 0,-1 1 0,1-1 0,1 1 0,3-8 0,-5 11 0,0 0 0,0 1 0,-1-1 0,1 0 0,0 0 0,0 0 0,0 1 0,0-1 0,0 1 0,0-1 0,0 1 0,0-1 0,0 1 0,1-1 0,-1 1 0,0 0 0,0 0 0,0-1 0,0 1 0,1 0 0,0 0 0,2 1 0,-1-1 0,0 1 0,0 0 0,0 0 0,0 0 0,0 0 0,5 3 0,3 3 0,-1 0 0,0 0 0,10 10 0,-5-2 0,-1 1 0,0 1 0,-2 0 0,0 1 0,-1 0 0,0 1 0,11 31 0,-20-45 0,0-1 0,0 0 0,0 0 0,1 0 0,-1-1 0,1 1 0,0 0 0,0-1 0,4 4 0,-6-6 0,1 0 0,-1-1 0,0 1 0,1 0 0,-1-1 0,1 1 0,-1-1 0,1 0 0,-1 1 0,1-1 0,0 0 0,-1 0 0,1 0 0,-1 0 0,1 0 0,-1 0 0,1 0 0,-1-1 0,1 1 0,-1-1 0,1 1 0,-1-1 0,1 1 0,-1-1 0,1 0 0,-1 0 0,0 0 0,0 0 0,1 0 0,0-1 0,36-31 0,-38 33 0,1-1 0,-1 1 0,1 0 0,-1 0 0,1-1 0,-1 1 0,1 0 0,0 0 0,-1 0 0,1 0 0,-1 0 0,1 0 0,-1 0 0,1 0 0,0 0 0,-1 0 0,1 0 0,-1 0 0,1 0 0,-1 0 0,1 1 0,-1-1 0,1 0 0,-1 0 0,1 1 0,-1-1 0,1 0 0,-1 1 0,1-1 0,-1 0 0,1 1 0,-1-1 0,0 1 0,1-1 0,-1 1 0,0-1 0,1 0 0,-1 1 0,0 0 0,1-1 0,-1 1 0,0-1 0,0 1 0,0-1 0,0 1 0,0-1 0,0 1 0,0 1 0,5 32 0,-5-8 0,-2 0 0,-1 0 0,-9 44 0,-33 75 0,-28 19 0,32-80 0,34-66 0,20-33 0,62-70 0,161-143 0,-172 171 0,2-2 0,2 2 0,100-61 0,-136 98 0,1 1 0,0 3 0,2 0 0,0 2 0,0 2 0,2 1 0,-1 2 0,43-5 0,-70 13 0,-1 0 0,0 1 0,1 0 0,-1 0 0,17 3 0,-23-2 0,1 0 0,-1 0 0,0-1 0,1 1 0,-1 1 0,1-1 0,-1 0 0,0 1 0,0-1 0,0 1 0,0-1 0,0 1 0,0 0 0,0 0 0,-1 0 0,1 0 0,-1 0 0,1 0 0,-1 1 0,0-1 0,0 0 0,1 4 0,0 2 0,0 1 0,0-1 0,-1 1 0,0 0 0,-1 0 0,0 0 0,-1-1 0,1 1 0,-2 0 0,1 0 0,-1-1 0,-5 14 0,-3 5 0,-1 1 0,-22 37 0,2-13 0,-3-1 0,-2-2 0,-2-1 0,-2-2 0,-2-2 0,-2-1 0,-2-3 0,-75 52 0,108-83 0,0 0 0,0-1 0,-1 0 0,-1-1 0,-18 7 0,32-14 0,0 1 0,-1-1 0,1 0 0,-1 1 0,1-1 0,0 0 0,-1 0 0,1 0 0,-1 0 0,1 0 0,-1 0 0,1-1 0,0 1 0,-1 0 0,1-1 0,-1 1 0,0-1 0,1 0 0,0 0 0,0 0 0,1 0 0,-1 0 0,0 1 0,1-1 0,-1 0 0,1 0 0,-1 0 0,1 0 0,0 0 0,-1 0 0,1 0 0,0-1 0,0 1 0,0 0 0,0 0 0,0 0 0,0 0 0,0 0 0,0 0 0,0 0 0,0 0 0,1-2 0,4-13 0,1 0 0,0 0 0,1 1 0,1 0 0,0 0 0,19-24 0,7-7 0,2 0 0,1 3 0,3 1 0,2 2 0,1 2 0,2 2 0,1 2 0,87-49 0,-56 44 0,-74 37 0,27-17 0,-29 18 0,-1 1 0,1 0 0,-1-1 0,0 1 0,1 0 0,-1-1 0,0 1 0,1 0 0,-1-1 0,0 1 0,0-1 0,1 1 0,-1 0 0,0-1 0,0 1 0,0-1 0,0 1 0,0-1 0,1 1 0,-1-1 0,0 1 0,0-1 0,0 1 0,0-1 0,0 1 0,-1 0 0,1-1 0,0 1 0,0-1 0,0 1 0,0-1 0,0 1 0,-1-1 0,1 1 0,0 0 0,0-1 0,-1 1 0,1-1 0,0 1 0,0 0 0,-1-1 0,1 1 0,-1 0 0,1-1 0,0 1 0,-1 0 0,1 0 0,-1-1 0,1 1 0,0 0 0,-1 0 0,1 0 0,-1 0 0,1 0 0,-1 0 0,1-1 0,-1 1 0,-14-4 0,0 1 0,0 0 0,0 1 0,0 1 0,-19 0 0,5 0 0,-1031-23 0,1041 24 0,24 0 0,29 1 0,1558-1-668,-1057 25 1072,-509-23-251,-213 0-42,-536-3-111,1037 1-156,1789 10-3624,797 6-2066,-2869-17 6485,-29 1-391,-5 0 50,-13 1 251,-635 22 4802,-8-18-4141,-1793-6-4557,4537 1 5762,-1361 0-2541,-3325 0-827,2559 0 953,74 0 0,250 0 0,-31 0-140,65 0-423,2445 0-703,-2946 0 1266,-24 0 0,-810 1 33,-1120-3 68,1928-3-101,100-5 0,91 5 0,20 5 0,0 0 0,0-1 0,0 1 0,0 0 0,0 0 0,0 0 0,-1 0 0,1 0 0,0 0 0,0 0 0,0 0 0,0 0 0,0-1 0,0 1 0,0 0 0,0 0 0,0 0 0,0 0 0,0 0 0,0 0 0,0 0 0,0-1 0,0 1 0,0 0 0,0 0 0,0 0 0,0 0 0,0 0 0,0 0 0,0-1 0,0 1 0,0 0 0,0 0 0,0 0 0,0 0 0,0 0 0,0 0 0,0-1 0,0 1 0,0 0 0,0 0 0,0 0 0,0 0 0,0 0 0,1 0 0,-1 0 0,0 0 0,0-1 0,0 1 0,0 0 0,0 0 0,0 0 0,0 0 0,1 0 0,-1 0 0,0 0 0,0 0 0,0 0 0,0 0 0,0 0 0,0 0 0,1 0 0,-1 0 0,0 0 0,11-3 0,1 1 0,-1 0 0,20-1 0,115-5 0,73 3 0,60 2-42,1524 1-3019,-1188 3 1569,-545-1 1365,173 6 2,-227-5 369,-1 1 0,18 5-1,-32-7-206,0 0 1,1 1-1,-1-1 1,0 1-1,0-1 0,1 1 1,-1-1-1,0 1 0,0 0 1,0-1-1,0 1 1,0 0-1,2 2 0,-3-3-12,0 1-1,0-1 1,1 0-1,-1 1 1,0-1-1,0 1 1,0-1-1,0 0 1,0 1-1,0-1 0,0 1 1,0-1-1,0 1 1,0-1-1,0 0 1,0 1-1,0-1 1,-1 1-1,1-1 1,0 0-1,0 1 0,0-1 1,0 1-1,-1-1 1,1 0-1,-1 1 1,-2 3 173,0-1 0,-1 0 0,1-1 0,-1 1 1,-7 3-1,6-3-65,-21 12 580,-1-2 0,0-1 0,-1 0 1,0-3-1,-34 8 0,-152 20 1532,188-34-2042,-134 19-42,-149 21-81,6 26-105,273-58 25,1 1 0,-42 24 0,-1 1 0,55-29 0,-1-1 0,0 0 0,0-1 0,-1-1 0,1-1 0,-1-1 0,-23 2 0,-521-2 0,297-6 0,-1229 3-1365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9:30:03.978"/>
    </inkml:context>
    <inkml:brush xml:id="br0">
      <inkml:brushProperty name="width" value="0.35" units="cm"/>
      <inkml:brushProperty name="height" value="0.35" units="cm"/>
      <inkml:brushProperty name="color" value="#FFFFFF"/>
    </inkml:brush>
  </inkml:definitions>
  <inkml:trace contextRef="#ctx0" brushRef="#br0">0 192 24575,'3182'0'-7368,"-2821"1"9470,407-3 1203,-472-8-2647,-284 9-630,-1 0 1,0 0-1,20-6 1,-31 7-29,1 0 0,-1 0 0,0 0 0,0-1 0,1 1 0,-1 0 0,0 0 0,0 0 0,1 0 0,-1 0 0,0 0 0,0 0 0,0-1 0,1 1 0,-1 0 0,0 0 0,0 0 0,0 0 0,0-1 0,1 1 0,-1 0 0,0 0 0,0 0 0,0-1 0,0 1 0,0 0 0,0 0 0,0-1 0,1 1 0,-1 0 0,0 0 0,0-1 0,0 1 0,0 0 0,0 0 0,0-1 0,0 1 0,-12-8 0,-20-2 0,-1 1 0,1 2 0,-42-3 0,70 9 0,-634-76 102,2 37-1371,527 39-4566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9:30:20.524"/>
    </inkml:context>
    <inkml:brush xml:id="br0">
      <inkml:brushProperty name="width" value="0.35" units="cm"/>
      <inkml:brushProperty name="height" value="0.35" units="cm"/>
      <inkml:brushProperty name="color" value="#FFFFFF"/>
    </inkml:brush>
  </inkml:definitions>
  <inkml:trace contextRef="#ctx0" brushRef="#br0">902 5503 24575,'-1'-1'0,"0"1"0,0 0 0,0-1 0,0 1 0,1-1 0,-1 1 0,0-1 0,0 0 0,1 1 0,-1-1 0,0 0 0,1 0 0,-1 1 0,1-1 0,-1 0 0,1 0 0,-1 0 0,1 0 0,0 0 0,-1 1 0,1-1 0,0 0 0,-1-2 0,0 0 0,-14-47 0,2 0 0,-11-87 0,13 65 0,-97-605-584,38-1-81,50 21 607,24 1 67,-1 260-13,-1-569-116,-3 950 278,0 1 0,0-1 0,-1 1 0,-1-1 0,0 1 0,-1 0 0,-1 0 0,-6-14 0,-29-83-158,34 98 0,6 13 0,0 0 0,-1 0 0,1 0 0,0 0 0,0 0 0,0 0 0,-1 1 0,1-1 0,0 0 0,0 0 0,0 0 0,0 0 0,-1 0 0,1 0 0,0 0 0,0 0 0,0 0 0,-1 1 0,1-1 0,0 0 0,0 0 0,0 0 0,0 0 0,0 0 0,0 1 0,-1-1 0,1 0 0,0 0 0,0 0 0,0 1 0,0-1 0,0 0 0,0 0 0,0 0 0,0 1 0,-8 31 0,6-23 0,-10 67 0,-4 81 0,7 83 0,8-178 0,9 993-1383,4-497 649,-8 1528-1982,-5-1436 5879,1-4468-5801,-65 4991 5631,-20-608-3197,-33-5-126,46-223 244,-6 45 86,55-290 0,15-76 0,8-16 0,-1 0 0,1 0 0,0 0 0,0 0 0,0 0 0,0 0 0,0 0 0,-1 0 0,1 0 0,0 0 0,0 0 0,0 0 0,0 0 0,0 0 0,-1 0 0,1 0 0,0 0 0,0 0 0,0 0 0,0 0 0,-1 0 0,1 0 0,0 0 0,0 0 0,0 0 0,0 0 0,0 0 0,-1 0 0,1 0 0,0 0 0,0 0 0,0 0 0,0-1 0,0 1 0,0 0 0,0 0 0,-1 0 0,1 0 0,0 0 0,0 0 0,0-1 0,0 1 0,0 0 0,0 0 0,0 0 0,0 0 0,0 0 0,0-1 0,-3-10 0,0 0 0,1 0 0,0 0 0,1-1 0,1 1 0,0 0 0,1-16 0,0-12 0,3-804-1235,0 276 130,36-940 27,-16 1222 336,31-125 148,-30 288 594,-23 114-8,0 1 0,1 0 0,-1 0-1,7-10 1,-9 16 10,1 1 0,-1-1 0,0 1-1,1-1 1,-1 1 0,1-1 0,-1 1-1,1-1 1,-1 1 0,1-1 0,-1 1 0,1 0-1,-1-1 1,1 1 0,-1 0 0,1-1 0,0 1-1,-1 0 1,1 0 0,0 0 0,-1 0-1,2-1 1,-1 2 6,-1-1 0,1 1 0,0-1-1,0 1 1,0-1 0,0 1 0,-1-1 0,1 1-1,0 0 1,-1-1 0,1 1 0,0 0 0,-1-1-1,1 1 1,-1 0 0,1 0 0,-1 0 0,1 0-1,-1 0 1,0 1 0,6 13 244,-1 1 0,5 26 0,16 99 315,10 72-466,8 65-265,58 526-1768,-2 895-1,-104-899 1306,1-544 2431,2-212-558,-7 45 1,6-72-680,-1 0 1,-2 0-1,1 0 1,-2-1-1,-11 24 1,15-36-407,-8 12 587,9-16-725,1 0 0,-1 0 1,1 0-1,-1 0 0,1 0 1,-1 0-1,1 0 0,-1 0 0,0 0 1,1 0-1,-1 0 0,1 0 1,-1 0-1,1 0 0,-1 0 0,1-1 1,-1 1-1,1 0 0,-1 0 0,1-1 1,-1 1-1,1 0 0,-1 0 1,1-1-1,-1 1 0,1-1 0,-1 1 1,1-1-1,0 1 0,-1 0 1,1-1-1,0 1 0,0-1 0,-1 1 1,1-1-1,0 1 0,0-1 1,0 0-1,-13-24 24,2 0 1,1-1-1,2 0 1,-7-31-1,14 56-46,-59-240-1,-86-278 0,66 319 0,-42-120 0,96 209 0,12 48 0,54 193 0,159 598 0,-180-636 0,49 185 0,-63-262 0,0 0 0,1 0 0,1-1 0,9 16 0,-15-29 0,0 0 0,-1 0 0,1 0 0,0 1 0,-1-1 0,1-1 0,0 1 0,0 0 0,0 0 0,0 0 0,0 0 0,0-1 0,0 1 0,0 0 0,0-1 0,0 1 0,1-1 0,-1 1 0,0-1 0,0 0 0,0 1 0,1-1 0,-1 0 0,0 0 0,0 0 0,1 0 0,-1 0 0,0 0 0,0 0 0,1 0 0,-1-1 0,0 1 0,0 0 0,0-1 0,1 1 0,-1-1 0,0 1 0,0-1 0,0 0 0,2-1 0,2-2 0,0-1 0,-1 0 0,1 0 0,-1 0 0,0-1 0,4-8 0,139-254 0,-47 109-342,222-267-1,168-107-342,-289 343 670,-170 165 51,1 2 0,0 1-1,2 2 1,71-32 0,-84 44 366,0 2 0,30-6 0,-50 12-402,1 0 0,-1 0 0,0-1 0,0 1 0,1 0 0,-1 1 0,0-1 0,1 0 0,-1 0 0,0 0 0,0 1 0,0-1 0,1 1 0,-1-1 0,0 1 0,0-1 0,0 1 0,0 0 0,0 0 0,0-1 0,0 1 0,0 0 0,0 0 0,0 0 0,0 0 0,-1 0 0,1 0 0,0 0 0,-1 0 0,1 0 0,-1 1 0,1-1 0,0 2 0,1 5 0,0 0 0,0 0 0,-1 0 0,1 11 0,-2-11 0,4 50 0,-5 81 0,-17 63 0,10-122 0,-50 312 0,38-306 0,-3 0 0,-53 121 0,40-126 0,-3-3 0,-53 78 0,66-117 0,-2-1 0,-2-1 0,-2-2 0,0-1 0,-56 44 0,86-77 0,1 1 0,-1-1 0,1 0 0,-1 0 0,0 0 0,0 0 0,1 0 0,-1 0 0,0 0 0,0-1 0,0 1 0,-2 0 0,3-2 0,0 1 0,0 0 0,0-1 0,0 1 0,0-1 0,1 0 0,-1 1 0,0-1 0,0 0 0,0 1 0,1-1 0,-1 0 0,0 0 0,1 0 0,-1 0 0,1 1 0,-1-1 0,1 0 0,-1 0 0,1 0 0,0 0 0,-1 0 0,1 0 0,0 0 0,0 0 0,0 0 0,0-3 0,-4-24 0,1-1 0,2-1 0,3-47 0,0 46 0,6-146-82,55-309 0,37 75-1882,-16 73 242,-114 428 1722,-22 42 399,-104 193 1,-108 111 1142,164-291-1287,-170 192-1,225-290-167,44-46-87,0 0 0,0 0 0,0 0 0,0 0 0,0 0 0,-1 0 0,1 0 0,0 0 0,-1-1 0,1 1 0,-1 0 0,1-1 0,-1 1 0,1-1 0,-1 0 0,-2 1 0,4-1 0,-1 0 0,0-1 0,0 1 0,1 0 0,-1-1 0,0 1 0,1 0 0,-1-1 0,1 1 0,-1-1 0,0 1 0,1-1 0,-1 1 0,1-1 0,-1 1 0,1-1 0,-1 0 0,1 1 0,0-1 0,-1 0 0,1 1 0,0-1 0,0 0 0,-1 0 0,-1-8 0,1 1 0,-1-1 0,2 1 0,-1-16 0,1 17 0,1-156 152,7 0 0,7 0 1,7 2-1,7 0 0,81-254 0,-103 392-152,11-31 0,-16 51 0,-1-1 0,1 1 0,-1 0 0,1-1 0,0 1 0,0 0 0,1 0 0,-1 0 0,1 1 0,3-4 0,-6 6 0,0 0 0,0-1 0,1 1 0,-1 0 0,0 0 0,0 0 0,1 0 0,-1 0 0,0 0 0,0-1 0,1 1 0,-1 0 0,0 0 0,0 0 0,1 0 0,-1 0 0,0 0 0,0 0 0,1 0 0,-1 0 0,0 0 0,0 1 0,1-1 0,-1 0 0,0 0 0,1 0 0,-1 0 0,0 0 0,0 0 0,0 0 0,1 1 0,6 12 0,-4 9 0,0-1 0,-1 1 0,-1-1 0,-1 1 0,-5 38 0,3-42 0,-8 91 0,-6-1 0,-51 185 0,39-203 0,-4-1 0,-4-2 0,-68 121 0,96-196 0,1 0 0,-16 18 0,22-29 0,1 0 0,-1 0 0,0 0 0,0 0 0,1 0 0,-1 0 0,0 0 0,0-1 0,0 1 0,0 0 0,0-1 0,0 1 0,0-1 0,0 1 0,0-1 0,0 1 0,0-1 0,-1 0 0,1 1 0,0-1 0,0 0 0,-2 0 0,3-1 0,-1 0 0,0 1 0,1-1 0,-1 0 0,1 0 0,-1 0 0,1 0 0,-1 0 0,1 0 0,-1 0 0,1 0 0,0 0 0,0 0 0,-1 0 0,1 0 0,0 0 0,0 0 0,0 0 0,0 0 0,0 0 0,0 0 0,1 0 0,-1-1 0,2-14 0,1 1 0,0-1 0,1 1 0,1 0 0,0 0 0,1 0 0,14-24 0,-11 23 0,1 1 0,0 0 0,1 1 0,0 0 0,1 1 0,24-21 0,-32 31 0,-1 0 0,1 1 0,0-1 0,-1 1 0,1 0 0,0 0 0,0 0 0,0 1 0,1-1 0,-1 1 0,0 0 0,7 0 0,-8 1 0,1 0 0,-1 0 0,0 1 0,0 0 0,0-1 0,0 1 0,0 0 0,0 1 0,-1-1 0,1 0 0,0 1 0,-1-1 0,1 1 0,0 0 0,-1 0 0,0 0 0,0 0 0,1 1 0,1 2 0,4 6 0,0 0 0,0 1 0,-2 0 0,1 0 0,-2 1 0,1-1 0,-2 1 0,4 14 0,18 113 0,-25-128 0,13 115 0,-3 164 0,-15-401 0,27-452-777,46 1-252,98-252 262,-100 575-252,131-303 0,-94 322 765,-70 156 48,3 1 1,59-74-1,-49 84 165,-43 47 67,1 1 0,0 0-1,1 0 1,-1 0-1,1 1 1,-1-1 0,10-2-1,-14 5 15,1 0 0,-1 1 0,1-1 0,-1 1 0,1-1-1,0 1 1,-1 0 0,1 0 0,-1-1 0,1 1 0,0 0-1,-1 1 1,1-1 0,-1 0 0,1 0 0,-1 1 0,1-1-1,0 1 1,-1-1 0,0 1 0,1 0 0,-1-1 0,1 1 0,-1 0-1,0 0 1,1 0 0,-1 0 0,0 0 0,0 0 0,0 0-1,0 1 1,0-1 0,1 2 0,1 3 95,0 0 0,-1 0 0,0 0 0,0 1 0,0-1 0,-1 1 0,1 8 0,6 72 1048,-6 130 0,-3-125-819,-30 639-1025,19-615 656,-6 0 0,-5-1 0,-5-1 0,-52 133 0,71-220 5,-2-1 0,-1-1 0,-2 1 0,0-2 0,-20 26 0,30-44 0,-1-1 0,0 0 0,0 0 0,-9 7 0,13-12 0,0 1 0,-1 0 0,1 0 0,0 0 0,0-1 0,-1 1 0,1-1 0,0 1 0,-1-1 0,1 0 0,-1 1 0,1-1 0,0 0 0,-1 0 0,1 0 0,-1 0 0,1 0 0,-1 0 0,1 0 0,0 0 0,-1-1 0,1 1 0,-1-1 0,1 1 0,0-1 0,-1 1 0,-1-2 0,0-1 0,-1-1 0,1 1 0,0-1 0,0 0 0,0 1 0,1-1 0,-1 0 0,1-1 0,0 1 0,-3-7 0,-15-56 0,14 47 0,-76-363 769,24-11-1029,34 222-317,-49-297-751,-16-122 127,27 0 1019,59 543 62,-7-113-21,10-169 0,7 288 849,0 30-372,1 12-7,-6 2-254,-1 0-1,1 0 1,0 0 0,-1 0-1,1 0 1,-1 0 0,0 1 0,0-1-1,1 3 1,10 25 291,-2 0 0,-1 0 1,-2 1-1,6 42 0,5 138-303,-17-199-57,11 808-702,-13-654 638,1-107 58,-4 236 0,-21-12 0,15-244 0,10-39 0,0 0 0,0 0 0,0 0 0,0 0 0,0 1 0,0-1 0,0 0 0,0 0 0,-1 0 0,1 0 0,0 0 0,0 0 0,0 1 0,0-1 0,0 0 0,0 0 0,0 0 0,0 0 0,-1 0 0,1 0 0,0 0 0,0 0 0,0 0 0,0 0 0,0 0 0,0 1 0,-1-1 0,1 0 0,0 0 0,0 0 0,0 0 0,0 0 0,-1 0 0,1 0 0,0 0 0,0 0 0,0 0 0,0 0 0,0 0 0,-1-1 0,1 1 0,0 0 0,0 0 0,0 0 0,0 0 0,0 0 0,0 0 0,-1 0 0,1 0 0,0 0 0,0 0 0,0 0 0,0-1 0,0 1 0,0 0 0,0 0 0,-8-23 0,0-31 0,-3-104 0,10 117 0,-11-1389-871,12 1410 980,1 27-91,-1 38-29,1 172 45,-4 918-2252,-52-6 1317,32-916 901,19-177 0,1-8 0,-1-1 0,0 1 0,-3-1 0,-17 50 0,15-65 0,9-12 0,0 0 0,-1 0 0,1 0 0,0 0 0,-1 0 0,1 0 0,0 0 0,0 0 0,-1 0 0,1 0 0,0 0 0,-1 0 0,1 0 0,0 0 0,0 0 0,-1 0 0,1-1 0,0 1 0,0 0 0,-1 0 0,1 0 0,0 0 0,0-1 0,-1 1 0,1 0 0,0 0 0,0-1 0,0 1 0,0 0 0,-1 0 0,1-1 0,0 1 0,0 0 0,0 0 0,0-1 0,-4-11 0,0 0 0,1 0 0,-3-22 0,-15-117 0,-7-79-70,-11-75-211,-197-1701-455,201 1653 736,11 58-153,9 76-460,12 93 460,7 95 153,0 30 0,0 7 0,12 53 0,14 91 0,12 81 35,14 74 108,114 755 48,-69 6-216,-92-812-117,-6 40 107,-4-274 187,-2-28 71,-2-47 367,-3-97 159,-2-89-494,-4-84 183,-8-68-492,4 81-119,-46-827-918,36 14 397,35 889 694,-7 220 0,1 1 0,0-1 0,2 0 0,-1 1 0,9-25 0,-10 39 0,-1 1 0,0-1 0,0 1 0,0-1 0,1 1 0,-1-1 0,0 1 0,1 0 0,-1-1 0,0 1 0,1-1 0,-1 1 0,0 0 0,1-1 0,-1 1 0,1 0 0,-1 0 0,1-1 0,-1 1 0,1 0 0,-1 0 0,0 0 0,1-1 0,0 1 0,-1 0 0,1 0 0,-1 0 0,1 0 0,-1 0 0,1 0 0,-1 0 0,1 0 0,-1 0 0,1 0 0,-1 0 0,1 1 0,-1-1 0,1 0 0,-1 0 0,1 1 0,2 1 0,-1 0 0,1 1 0,-1-1 0,1 1 0,-1 0 0,0 0 0,0 0 0,0 0 0,1 4 0,20 42 0,23 79 0,46 179-153,11 99-462,208 1183-697,-247-1087 772,-1 616-1,-62-1058 517,0-38 71,0 0 0,-2-1 0,-6 43 0,6-62 104,0-5 46,-1-22 274,-2-95 434,1-84-395,1-69-260,1-1458 1367,6 1433-1617,38-289 163,-39 562 180,0 1 0,1-1-1,1 1 1,13-33-1,-16 52-267,-1 0-1,1 0 1,0 0 0,0 0-1,7-8 1,-9 13-72,-1-1 0,1 1 0,-1-1 0,1 1 1,-1-1-1,1 1 0,-1 0 0,1-1 0,-1 1 0,1 0 1,0-1-1,-1 1 0,1 0 0,0 0 0,-1 0 0,1 0 1,0 0-1,-1-1 0,1 1 0,0 0 0,-1 0 0,2 1 1,-1-1-4,0 1 1,0 0 0,0-1 0,0 1 0,0 0 0,0 0 0,0 0 0,-1 0 0,1 0-1,0-1 1,-1 1 0,1 1 0,-1-1 0,1 0 0,-1 0 0,1 0 0,-1 0 0,1 2-1,2 13 0,0-1 0,2 29 0,3 111 0,-4 79-26,-4 65-81,-40 529 77,-74-10 33,77-650-3,33-151 0,-1 1 0,-13 29 0,18-46 0,0 0 0,-1-1 0,1 1 0,0 0 0,-1-1 0,1 1 0,0-1 0,-1 1 0,1-1 0,-1 1 0,1-1 0,-1 1 0,0-1 0,1 1 0,-1-1 0,1 1 0,-1-1 0,-1 1 0,2-1 0,0-1 0,-1 1 0,1 0 0,-1 0 0,1 0 0,-1-1 0,1 1 0,0 0 0,-1 0 0,1-1 0,0 1 0,-1 0 0,1-1 0,0 1 0,0 0 0,-1-1 0,1 1 0,0 0 0,0-1 0,-1 1 0,1-1 0,0 1 0,0-1 0,0 1 0,0-1 0,-3-12 0,0-1 0,1 1 0,0-21 0,-3-118 0,4-80-164,1-11-562,6-652-1718,33 11-120,-16 633 1908,-21 236 661,4-47 221,2 0 0,25-92 0,-32 151-226,-1 1 0,1-1 0,0 1 0,0-1 0,-1 1 0,1 0 0,1-1 0,-1 1 0,0 0-1,1 0 1,-1 0 0,1 0 0,-1 0 0,1 0 0,0 0 0,0 0 0,0 1 0,2-2 0,-3 3 1,0 0 1,0 0-1,0 0 1,-1 0-1,1 0 1,0 0-1,0 0 1,0 0-1,-1 0 1,1 1-1,0-1 1,0 0-1,-1 1 1,1-1-1,0 0 1,-1 1-1,1-1 1,0 1-1,-1-1 1,2 2-1,18 25 139,-6 4 269,20 55 1,24 109 573,5 71 0,120 1019-322,-135 5-5135,-52-1191 4249,0-279 1343,3 109-993,0-173 123,-1 14 452,14-763 1739,3 749-2211,10 0-1,60-247 0,-74 447 182,17-49 1,-26 88-338,0 0 0,0 0 1,0 1-1,1-1 0,-1 1 0,1-1 1,0 1-1,1 0 0,3-4 0,-6 7-62,-1 1-1,1-1 1,-1 1-1,1 0 1,0-1-1,-1 1 1,1 0-1,0-1 0,0 1 1,-1 0-1,1 0 1,0 0-1,-1 0 1,1 0-1,0 0 1,0 0-1,-1 0 1,1 0-1,0 0 1,0 0-1,-1 0 1,1 0-1,1 1 1,0 0-5,-1 0-1,1 0 1,-1 0 0,1 1 0,-1-1 0,1 0 0,-1 1 0,0-1 0,0 1 0,1 0-1,-1-1 1,1 4 0,5 11-3,0 1-1,-2 0 1,6 25-1,20 124-1,-3 72-164,-7 67-655,-26 1142-3062,-24-1170 3145,-2-66 147,3-68 470,25-132 119,1 0 0,-2 1 0,1-2 0,-7 13 0,10-22 0,0-1 0,0 0 1,0 0-1,0 0 1,0 1-1,0-1 1,0 0-1,-1 0 0,1 0 1,0 1-1,0-1 1,0 0-1,0 0 1,0 0-1,-1 0 0,1 0 1,0 1-1,0-1 1,0 0-1,0 0 1,-1 0-1,1 0 0,0 0 1,0 0-1,0 0 1,-1 0-1,1 0 1,0 0-1,0 0 0,0 0 1,-1 0-1,1 0 1,0 0-1,0 0 1,0 0-1,-1 0 0,1 0 1,0 0-1,0 0 1,0 0-1,-1 0 1,1 0-1,0 0 0,0 0 1,0 0-1,-1-1 1,1 1-1,-6-17 143,-1-28 357,3-1 0,2-65 0,2 50-197,-1-178 680,15-655 666,49 1-492,-36 681-993,-21 173 170,17-54 1,-9 62-149,-14 30-183,1 1 0,-1-1 1,1 0-1,-1 1 0,1-1 0,-1 0 0,1 1 0,0-1 1,-1 1-1,1-1 0,0 1 0,-1-1 0,1 1 0,0 0 1,-1-1-1,1 1 0,0 0 0,0-1 0,1 1 0,-2 0-3,1 0 0,0 0 0,0 1 0,-1-1 0,1 0-1,0 0 1,-1 1 0,1-1 0,0 0 0,-1 1 0,1-1 0,-1 1-1,1-1 1,-1 1 0,1-1 0,-1 1 0,1-1 0,-1 1-1,1-1 1,0 2 0,10 25-14,-1 14 14,-3 1 0,-1 0 0,0 69 0,-5-79 0,6 196-163,-24 1333-671,11-1477 1405,4-71-476,0-21-80,0-33-24,25-726 391,66-2 0,-23 401-382,-46 283 0,4 1 0,41-97 0,-62 175 0,31-66 57,-31 67-47,0-1 1,1 1 0,0-1-1,0 1 1,0 0-1,0 0 1,1 1 0,8-7-1,-12 10-9,0 0 0,1 0 0,-1 1 0,0-1 0,0 1 0,1-1 0,-1 1 0,0-1-1,1 1 1,-1 0 0,0 0 0,1-1 0,-1 1 0,0 0 0,1 0 0,-1 1 0,1-1 0,-1 0 0,0 0 0,1 1-1,-1-1 1,0 0 0,1 1 0,-1-1 0,0 1 0,0 0 0,0-1 0,1 1 0,-1 0 0,0 0 0,0 0-1,0 0 1,0 0 0,0 0 0,1 2 0,3 4-1,0 0-1,-1 1 1,1 0-1,4 14 1,11 31-7,-3 0 1,-2 1 0,13 94 0,2 181-684,-20 208 362,-25-5 61,13-478 281,-2 67-14,0-79 0,2-77 0,2-782-123,22 248 93,54 12 36,-50 450 158,-25 102-69,0 0 1,1 0-1,0 1 0,0-1 1,0 0-1,5-7 0,-7 12-86,0 0-1,0 0 0,1 0 1,-1 0-1,0 0 0,0 0 1,0 0-1,1-1 0,-1 1 1,0 0-1,0 0 0,0 0 1,1 0-1,-1 0 0,0 0 1,0 0-1,0 0 0,1 0 1,-1 0-1,0 0 0,0 0 1,0 0-1,1 0 0,-1 0 1,0 1-1,0-1 0,0 0 1,1 0-1,-1 0 0,0 0 1,0 0-1,0 0 0,0 0 1,1 1-1,-1-1 0,0 0 1,0 0-1,0 0 0,0 0 1,0 1-1,0-1 0,0 0 1,1 0-1,-1 0 0,0 0 1,0 1-1,0-1 0,0 0 1,0 1-1,6 28 337,0 88-223,-14 78-122,-23 74-164,-10-32-423,-10-2 0,-10-3 1,-132 323-1,108-359 719,19-70 398,64-124-519,-2 6 13,-1 0 0,0-1 1,0 1-1,-13 11 0,17-18-24,0-1 0,1 1 0,-1 0 0,0-1 0,1 0 0,-1 1 0,0-1 0,0 1 0,0-1 0,1 0 0,-1 1 0,0-1 0,0 0 0,0 0 0,1 0 0,-1 0 0,0 0 0,0 0 0,0 0 0,0 0 0,0 0 0,1 0 0,-2-1 0,0 0 0,1 0 0,-1 0 0,1 0 0,0 0 0,0 0 0,0-1 0,0 1 0,0 0 0,0-1 0,0 1 0,0-1 1,0 1-1,1-1 0,-1 0 0,1 1 0,-1-4 0,-4-18 0,0 0 0,-1-42 0,2-479-467,6 413 35,-1-36 86,8-268 116,26 7 245,12 176 337,-33 202 142,2 1 0,41-86 1,-47 115-346,21-30 1,-28 45-133,2-1 0,-1 1 0,0 1 0,1-1 0,0 0 0,0 1 0,0 0 0,11-6 0,-14 9-15,0 0-1,0 0 0,0 1 1,-1-1-1,1 0 1,0 1-1,0-1 0,0 1 1,1 0-1,-1 0 0,0-1 1,0 2-1,0-1 0,0 0 1,0 0-1,0 0 0,0 1 1,0-1-1,0 1 1,0 0-1,0 0 0,3 2 1,0 0-3,-1 0 0,0 1 1,0 0-1,0 0 0,-1 0 0,1 1 1,-1-1-1,4 8 0,6 11 1,-1 1 0,-2 0 0,12 38 0,17 93 0,0 89-56,-7 94 31,-16 1-1,-33 430 1,7-649 66,9-115-41,1 0 0,-1-1 0,0 1 0,0-1 0,0 0 0,-3 7 0,4-11 0,0 0 0,-1 0 0,1 0 0,0 0 0,0 0 0,0 0 0,0 0 0,0 0 0,-1 0 0,1 0 0,0 0 0,0 0 0,0 0 0,0 0 0,0 0 0,0 0 0,-1 0 0,1 0 0,0 0 0,0 0 0,0-1 0,0 1 0,0 0 0,0 0 0,0 0 0,0 0 0,0 0 0,-1 0 0,1-1 0,0 1 0,0 0 0,0 0 0,0 0 0,0 0 0,0 0 0,0-1 0,0 1 0,0 0 0,0 0 0,0 0 0,0 0 0,0 0 0,0-1 0,0 1 0,0 0 0,0 0 0,0 0 0,0 0 0,1 0 0,-3-24 0,6-70 0,28-159 0,-26 216 0,23-136 292,58-185 1,-55 256-147,4 0 0,5 3 0,57-99 0,-92 186-146,36-58 0,-37 62 0,1 0 0,-1 0 0,2 1 0,-1 0 0,12-9 0,-18 16 0,1-1 0,-1 0 0,1 1 0,0-1 0,-1 1 0,1-1 0,0 1 0,-1-1 0,1 1 0,0-1 0,0 1 0,-1 0 0,1 0 0,0-1 0,0 1 0,0 0 0,0 0 0,-1 0 0,1 0 0,0 0 0,0 0 0,0 0 0,0 0 0,0 0 0,-1 0 0,1 0 0,0 1 0,0-1 0,0 0 0,-1 1 0,1-1 0,0 0 0,0 1 0,-1-1 0,1 1 0,0-1 0,-1 1 0,1 0 0,-1-1 0,1 1 0,0 1 0,1 2 0,0 0 0,0 0 0,0 1 0,-1-1 0,1 1 0,0 9 0,2 26 0,-1 0 0,-3 0 0,-1 1 0,-7 39 0,-11 74-109,-60 228 0,-88 134-110,118-404 219,48-110 0,0 1 0,-1 0 0,1 0 0,-1-1 0,1 1 0,-1 0 0,0-1 0,0 0 0,0 1 0,0-1 0,-1 0 0,1 0 0,-3 2 0,4-4 0,1 0 0,0 0 0,-1 0 0,1-1 0,0 1 0,-1 0 0,1 0 0,0 0 0,-1 0 0,1 0 0,0-1 0,0 1 0,-1 0 0,1 0 0,0 0 0,0-1 0,0 1 0,-1 0 0,1 0 0,0-1 0,0 1 0,0 0 0,-1-1 0,1 1 0,0 0 0,0 0 0,0-1 0,0 1 0,0 0 0,0-1 0,0 1 0,0 0 0,0-1 0,-1-27 0,5-2 0,1 0 0,16-55 0,30-60 0,-23 69 0,198-470-706,-23 199 779,-159 283 181,4 2 0,2 2-1,61-57 1,-104 111-246,5-6-2,0 2 0,19-14 0,-28 22-6,0 0 0,0 0 0,0 1-1,0-1 1,0 1 0,0 0-1,0 0 1,1 0 0,-1 0 0,0 1-1,0-1 1,1 1 0,-1 0-1,1 0 1,-1 0 0,0 0 0,5 1-1,-5 0 0,-1 0 0,0 0-1,0 0 1,1 1 0,-1-1-1,0 1 1,0-1 0,0 1 0,-1-1-1,1 1 1,0 0 0,-1 0-1,1 0 1,-1 0 0,1 0-1,-1 0 1,0 0 0,0 1 0,0-1-1,0 0 1,0 1 0,-1-1-1,2 4 1,0 5 32,-1 1 0,0-1 1,-1 0-1,-1 16 0,-2 8 145,-1 0 0,-16 54 0,-32 75-81,1-35-516,-92 172 0,-104 103-421,241-395 842,-32 48 0,-72 83 0,88-121 0,22-19 0,0 1 0,-1-1 0,1 0 0,0 0 0,-1 1 0,1-1 0,0 0 0,-1 0 0,1 1 0,-1-1 0,1 0 0,-1 0 0,1 0 0,0 0 0,-1 0 0,1 0 0,-1 0 0,1 0 0,-1 0 0,1 0 0,0 0 0,-1 0 0,1 0 0,-1 0 0,0 0 0,1-1 0,0 1 0,-1-1 0,1 1 0,0-1 0,0 0 0,0 1 0,0-1 0,0 1 0,0-1 0,0 1 0,0-1 0,0 0 0,0 1 0,0-1 0,0 1 0,0-1 0,0 0 0,0 1 0,1-1 0,-1 0 0,11-25 0,21-26 0,1 1 0,52-58 0,35-32-268,162-146 0,165-98-303,-70 99 575,-274 216-404,197-98 0,-300 168 399,138-58-156,-125 53 158,1 1-1,0 0 0,0 1 1,0 1-1,0 0 1,0 1-1,27 2 0,-36-1 11,-1 1 0,1 0 0,0 0 0,-1 0 0,1 0 0,-1 1 0,1 0-1,-1 0 1,0 0 0,0 0 0,0 1 0,0-1 0,0 1 0,0 0 0,-1 1 0,1-1 0,-1 0-1,3 5 1,-2-1 36,0-1 0,-1 1 1,0 0-1,-1 0 0,1 0 0,-1 0 0,0 0 0,-1 0 0,0 1 0,0-1 0,-1 11 0,0 5-21,-2 0 1,0-1-1,-2 1 0,0 0 0,-9 23 1,-3 4 53,-30 62 0,9-41 7,-2-1-1,-4-2 1,-3-1-1,-2-3 1,-3-2-1,-3-2 1,-70 59 0,18-29-182,-3-4 0,-4-6 1,-157 85-1,180-116 95,-160 63 0,235-107 0,0 0 0,-1 0 0,-32 3 0,47-8 0,-1 1 0,0-1 0,1 0 0,-1 0 0,0 0 0,1-1 0,-1 1 0,0 0 0,1 0 0,-1-1 0,1 1 0,-1-1 0,1 0 0,-1 1 0,1-1 0,-2-1 0,2 1 0,1 1 0,-1-1 0,1 1 0,0-1 0,-1 0 0,1 1 0,0-1 0,-1 0 0,1 0 0,0 1 0,0-1 0,0 0 0,0 0 0,0 1 0,0-1 0,0 0 0,0 0 0,0 1 0,0-1 0,0 0 0,0 0 0,0 1 0,1-1 0,-1-1 0,4-4 0,-1-1 0,1 1 0,0-1 0,0 1 0,11-10 0,78-75 0,602-467-164,-380 329-750,429-235 0,-553 368 914,-167 84 0,1 2 0,0 1 0,28-7 0,-49 15 0,1 1 0,0-1 0,0 1 0,0 0 0,-1 0 0,7 1 0,-10-1 0,1 0 0,-1 1 0,1-1 0,-1 1 0,1-1 0,-1 1 0,1-1 0,-1 1 0,0 0 0,1 0 0,-1 0 0,0 0 0,0 0 0,0 0 0,2 1 0,-2-1 0,-1 1 0,1-1 0,0 1 0,0-1 0,-1 1 0,1-1 0,-1 1 0,1-1 0,-1 1 0,0 0 0,0-1 0,0 1 0,1-1 0,-2 3 0,1 1 0,-1 0 0,0 0 0,0 0 0,0 0 0,-4 8 0,-6 8 0,0-1 0,-2 1 0,-24 29 0,-98 103 0,19-40-14,-4-5 0,-242 164 0,176-154-16,-308 145-1,204-140 18,46-37 13,64-38 0,168-45 0,-1-1 0,0 0 0,0-1 0,0 0 0,0-1 0,-16-2 0,27 2 0,1 0 0,0 0 0,-1 0 0,1-1 0,0 1 0,-1-1 0,1 1 0,0 0 0,0-1 0,-1 0 0,1 1 0,0-1 0,0 0 0,0 0 0,0 0 0,0 1 0,0-1 0,0 0 0,0 0 0,0-1 0,0 1 0,1 0 0,-1 0 0,0 0 0,1 0 0,-1-1 0,1 1 0,-1 0 0,1-1 0,0 1 0,-1 0 0,1-1 0,0 1 0,0 0 0,0-1 0,0 1 0,1-2 0,1-6 0,1 2 0,0-1 0,0 0 0,1 1 0,0-1 0,1 1 0,-1 0 0,11-11 0,24-28 19,1 2 0,71-59 0,111-71 481,-195 154-409,1042-695 39,-990 670 361,116-49 1,-162 83-11,-32 11-462,-1 0 1,1 0 0,-1-1 0,1 1-1,0 0 1,-1 0 0,1 0 0,-1 0-1,1 0 1,0 0 0,-1 0-1,1 0 1,0 0 0,-1 0 0,1 0-1,-1 1 1,1-1 0,-1 0 0,1 0-1,0 1 1,0-1 0,-1 1-4,0-1-1,0 1 1,0 0 0,0-1 0,0 1 0,0-1-1,0 1 1,0 0 0,-1-1 0,1 1 0,0-1-1,0 1 1,0-1 0,-1 1 0,1-1 0,0 1-1,-1-1 1,1 1 0,0-1 0,-1 1 0,0 0 0,-21 22 206,-21 15-202,-2-2-1,-2-2 1,-73 41-1,-166 69-824,-36-12 761,214-99 733,105-32-669,0 0-1,0-1 1,1 1-1,-1-1 1,0 1 0,0-1-1,0 0 1,1 0-1,-1 0 1,0-1-1,0 1 1,0 0 0,1-1-1,-1 0 1,-4-1-1,7 1-18,-1 1 0,1-1 0,0 1 0,-1-1-1,1 1 1,0-1 0,0 1 0,-1-1 0,1 1 0,0-1 0,0 1-1,0-1 1,0 1 0,-1-1 0,1 0 0,0 1 0,0-1-1,0 1 1,0-1 0,0 1 0,1-1 0,-1 0 0,0 1 0,0-2-1,14-23-3,11-4 3,2 1 0,1 1 0,56-41 0,30-17 69,3 4 0,4 6 0,3 5 0,3 6 0,2 6 0,255-79 0,-360 130-69,-11 3 0,1-1 0,0 2 0,0 0 0,0 0 0,0 2 0,0-1 0,23 2 0,-35 0 0,-1 1 0,1-1 0,-1 0 0,1 0 0,-1 1 0,0-1 0,1 1 0,-1-1 0,1 1 0,-1 0 0,0 0 0,0-1 0,1 1 0,-1 0 0,0 0 0,0 0 0,0 0 0,0 0 0,0 1 0,0-1 0,0 0 0,0 0 0,-1 1 0,1-1 0,0 0 0,-1 1 0,1-1 0,-1 1 0,0-1 0,1 1 0,-1 1 0,0 2 0,0 1 0,0 0 0,-1-1 0,0 1 0,0-1 0,-1 0 0,1 1 0,-3 4 0,-8 19 0,-1-1 0,-2-1 0,0-1 0,-35 46 0,-96 93 0,-29 5-758,-7-7 1,-345 237-1,-528 226-485,930-558 1243,93-48 0,30-17 0,7-4 0,50-19 0,344-149-340,122-48 203,-509 212 327,0 1 1,0 0-1,22-3 0,-34 7-178,1-1 1,-1 1-1,0 0 1,1 0-1,-1 0 1,1 0-1,-1 0 1,0 0-1,1 0 1,-1 0-1,1 0 1,-1 1-1,0-1 1,1 0-1,-1 0 1,1 0-1,-1 0 1,0 1-1,1-1 1,-1 0-1,0 0 0,1 0 1,-1 1-1,0-1 1,1 0-1,-1 1 1,0-1-1,0 0 1,1 1-1,-1 0 10,0 0 0,0 0 0,-1 0 0,1 0 0,0 0 0,0-1 1,-1 1-1,1 0 0,0 0 0,-1 0 0,1-1 0,-1 1 0,1 0 0,-1 0 0,1-1 0,-2 2 0,-9 9 190,0 0 1,-1-1 0,0 0-1,-19 11 1,-69 39 528,99-60-736,-104 55-8,-4-4 1,-128 41 0,-236 52-503,468-142 517,1-1-10,-81 24 60,-116 18 1,194-43 6,0 1 0,0-1-1,1 0 1,-1 0 0,-10-2 0,16 2-64,1-1 0,-1 1 1,1 0-1,0 0 0,-1 0 0,1 0 1,-1 0-1,1 0 0,-1-1 1,1 1-1,0 0 0,-1 0 0,1-1 1,-1 1-1,1 0 0,0-1 1,-1 1-1,1 0 0,0-1 1,0 1-1,-1 0 0,1-1 0,0 1 1,0-1-1,-1 1 0,1-1 1,0 1-1,0 0 0,0-1 0,0-1-1,1 1 0,-1 0 0,1 0-1,-1 0 1,1-1 0,0 1 0,0 0-1,-1 0 1,1 0 0,0 0 0,0 0-1,0 1 1,0-1 0,0 0-1,0 0 1,1 0 0,12-8-4,1 1 0,0 0 0,19-7 0,118-40 0,74-20-164,67-17-655,1123-277-2559,-1151 319 2607,-84 29 357,-173 20 407,-1 1 1,1 0 0,0 0 0,-1 1-1,1 0 1,-1 0 0,0 0-1,1 1 1,13 6 0,-21-8 7,1 0 0,0 1-1,-1-1 1,1 1 0,-1-1 0,1 1 0,-1-1 0,1 1-1,-1-1 1,1 1 0,-1-1 0,0 1 0,1 0-1,-1-1 1,0 1 0,1 0 0,-1-1 0,0 1 0,0 0-1,0 0 1,1-1 0,-1 1 0,0 0 0,0 1-1,-1 0 11,1-1 0,-1 1 1,1 0-1,-1-1 0,0 1 0,0-1 0,0 1 0,0-1 0,0 1 0,0-1 0,0 0 0,-1 2 0,-8 6 119,0-1 1,-1 0-1,0-1 1,0 0 0,-15 7-1,-22 9 208,-52 16 0,-135 33-164,-92 7 11,-82 5-139,-1930 271-2352,2026-321 1539,121-21 158,122-14 470,64-1 143,10-1 5,35-6 5,114-17-14,104-15 22,84-14 66,-92 14 28,609-95 210,-8 31-107,-614 89 561,-202 15-448,68 6 1,-99-5-321,1 1 0,-1-1 1,1 1-1,-1 0 1,1 0-1,-1 0 1,0 1-1,5 2 1,-7-4-12,-1 1-1,0-1 1,1 0-1,-1 1 1,1-1 0,-1 0-1,0 1 1,1-1-1,-1 1 1,0-1 0,0 0-1,1 1 1,-1-1-1,0 1 1,0-1 0,0 1-1,0-1 1,0 1-1,1-1 1,-1 1 0,0-1-1,0 1 1,0-1-1,0 1 1,0-1 0,-1 1-1,1-1 1,0 1 0,0-1-1,0 1 1,0-1-1,0 1 1,-1-1 0,1 1-1,-5 4-1,1-1 0,-1 1 0,0-1 0,0 0 0,0-1 1,0 1-1,-1-1 0,-8 4 0,-144 60 1,-110 23-65,-121 14-194,-111 3 31,-812 114-941,3-50 44,1029-140 261,139-18 521,123-13 304,34-4 34,117-21 5,116-23 0,81-20 164,724-179 1298,-506 113-648,-217 60-722,-104 36 72,-205 35 41,-1 1-1,1 1 1,30 3 0,-51-2-189,0 0 0,-1 0 1,1 0-1,-1 0 0,1 0 0,0 0 1,-1 0-1,1 0 0,-1 0 1,1 0-1,-1 1 0,1-1 0,-1 0 1,1 1-1,-1-1 0,1 0 0,-1 1 1,1-1-1,-1 0 0,1 1 0,-1-1 1,1 1-1,-1-1 0,0 1 1,1-1-1,-1 1 0,0-1 0,0 1 1,1 0-1,-1 0 13,-1 0 0,0 1 1,1-1-1,-1 0 0,0 0 0,1 0 0,-1 0 1,0 0-1,0 0 0,0 0 0,0 0 0,0 0 0,0-1 1,0 1-1,-3 1 0,-24 14 207,-1-2 0,-37 14 0,-179 60-100,-112 22-300,-719 180-1729,-6-28 1628,1073-260 273,-240 57 812,99-23 71,94-20-451,51-13-396,7-2-18,29-2-11,95-15-15,91-19 0,73-18 164,53-14 615,46-18-287,613-159-2363,430-91 288,-1268 306 1523,-154 27 60,-1 1 0,1 0 0,-1 0 0,1 1 0,11 2 0,-20-2 0,-1 0 1,0 0-1,0 0 0,0 0 1,0 0-1,0 0 0,1 0 1,-1 0-1,0 0 0,0 0 1,0 0-1,0 0 0,0 0 1,0 0-1,1 1 0,-1-1 0,0 0 1,0 0-1,0 0 0,0 0 1,0 0-1,0 0 0,0 0 1,0 1-1,1-1 0,-1 0 1,0 0-1,0 0 0,0 0 1,0 0-1,0 1 0,0-1 1,0 0-1,0 0 0,0 0 1,0 0-1,0 0 0,0 1 1,0-1-1,0 0 0,0 0 1,0 0-1,0 0 0,0 0 1,0 1-1,0-1 0,0 0 1,-1 0-1,1 0 0,0 0 1,0 0-1,0 0 0,0 0 0,0 1 1,0-1-1,0 0 0,0 0 1,-1 0-1,1 0 0,0 0 1,0 0-1,0 0 0,-20 12 144,-86 25 675,-91 21 44,-85 15-359,-75 7 228,-1846 270-3303,1880-318 2571,93-13 0,42-7 0,391-23 0,49-8-164,90-16-655,72-19-139,850-139 35,0 0 984,-806 131-61,-93 16 0,-105 16 164,-99 20 655,-119 13-367,-41-3-424,0 0-1,1 0 1,-1 0 0,0 1-1,0-1 1,1 1 0,-1-1-1,0 1 1,0-1 0,0 1-1,0 0 1,1-1 0,-1 1-1,1 2 1,-1-3-17,-1 1 1,0 0 0,0-1-1,0 1 1,0-1-1,0 1 1,1-1-1,-1 1 1,0-1-1,0 1 1,-1 0 0,1-1-1,0 1 1,0-1-1,0 1 1,0-1-1,0 1 1,-1 0-1,1-1 1,0 1 0,0-1-1,-1 1 1,1-1-1,0 0 1,-1 1-1,1-1 1,0 1-1,-2 0 1,-27 22 201,5-10-184,-1 0 0,-37 12 0,-124 34-29,-79 5 28,-75 2 87,-69-2-100,-2408 149-1522,2713-214 1464,97 1 164,12-1 69,54-1 433,110-2 197,83-6-653,72-9-21,1429-133-280,-1054 84-219,-461 48 353,-126 15 0,-105 7 0,-8 0 0,-24 5 0,-120 17 0,-113 10 0,-108 8-161,-96 1-483,-84-4 319,-2061 74-3017,2564-113 3381,37 0 49,8 0 35,70-1 610,130-1 195,127-4-164,110-1 101,84 0-297,1495-4-467,-1749 17 63,-242-5 41,-1 1 0,0 2 0,26 7-1,-50-11-159,0 0-1,0 1 0,0 0 1,-1 0-1,1-1 0,0 1 1,-1 0-1,1 0 0,0 0 0,2 3 1,-4-4-34,0 1 1,0-1-1,0 0 1,1 1 0,-1-1-1,0 0 1,0 1-1,0-1 1,0 0 0,0 1-1,0-1 1,0 0-1,0 1 1,0-1-1,0 0 1,0 1 0,0-1-1,0 0 1,0 1-1,0-1 1,-1 0 0,1 1-1,0-1 1,0 0-1,0 1 1,0-1-1,-1 0 1,1 0 0,0 1-1,0-1 1,-1 0-1,1 0 1,0 1-1,0-1 1,-1 0 0,1 0-1,0 0 1,-1 0-1,1 1 1,-10 3 86,1 0 1,-1-1 0,0 0-1,0 0 1,0-1-1,-14 1 1,-156 16-60,-102 1-406,-97 0 112,-2265 43-2598,2772-64 2925,108 0-72,87 1-164,2596-1-2320,-3065 1 3467,-89 0 0,-90 0 0,-70 0 0,-232 1-512,-721-3-2415,1181-2 1595,109-2 291,58 5 60,7-1 2,33-1 2,122-3-6,110-7 25,92-9 76,74-1-76,2040-34 619,-2374 57-293,-101 1-326,-12-1-14,-51 1-9,-96 0-2,-67 0 163,-144 0 571,-641-2-650,889-3 80,91 0 353,28 4-509,0 0 0,0 0 0,0 0 0,0 0 1,0 0-1,0-1 0,0 1 0,1 0 0,-1 0 0,0 0 0,0 0 0,0 0 0,0 0 0,0 0 0,0 0 0,0 0 0,0 0 0,0 0 0,0-1 0,0 1 1,0 0-1,0 0 0,0 0 0,0 0 0,0 0 0,0 0 0,0 0 0,0 0 0,0-1 0,0 1 0,0 0 0,0 0 0,0 0 0,0 0 0,0 0 0,0 0 1,0 0-1,0 0 0,0 0 0,0-1 0,0 1 0,0 0 0,0 0 0,0 0 0,-1 0 0,1 0 0,0 0 0,0 0 0,0 0 0,0 0 0,0 0 0,0 0 1,0 0-1,0 0 0,0 0 0,45-9 742,-38 7-667,126-17 900,71-7-328,1792-200-4367,-1719 201 3815,-220 21 276,68 5-1,-120-1-334,0 0 1,1 1-1,-1 0 1,0 0-1,0 0 1,0 0-1,0 1 1,0 0-1,0 0 1,0 0-1,6 5 1,-11-7-41,1 1-1,-1-1 1,1 1 0,-1-1-1,1 1 1,-1-1-1,0 1 1,1 0 0,-1-1-1,0 1 1,0 0 0,0-1-1,1 1 1,-1-1 0,0 1-1,0 0 1,0-1 0,0 1-1,0 0 1,0 0 0,0-1-1,0 1 1,0 0 0,0-1-1,-1 1 1,1-1 0,0 1-1,-1 1 1,0 0-1,-1 1 0,0-1 0,0 1 0,0-1 0,0 0 0,-1 0 0,1 0 0,0 0 0,-6 3 0,-12 6-3,0-1 0,-1 0 0,-35 10 0,-157 35 0,-87-3-164,-87-8-527,-822 19-849,991-55 1402,-235 8 67,62-4 71,105-5 0,147-9 0,131 0 0,11-1 0,36-5 0,157-18 0,133-7-103,104-7-307,527-41 298,-3 27 121,-665 51 155,-255 4 109,0 1 0,43 8 0,-77-9-218,-1 0-1,1-1 1,0 1-1,0 0 1,0 0 0,-1 1-1,1-1 1,3 3-1,-5-4-42,-1 1-1,0-1 0,0 0 0,1 0 0,-1 1 0,0-1 1,0 0-1,0 1 0,0-1 0,1 0 0,-1 0 1,0 1-1,0-1 0,0 1 0,0-1 0,0 0 0,0 1 1,0-1-1,0 0 0,0 1 0,0-1 0,0 0 0,0 1 1,0-1-1,0 0 0,0 1 0,0-1 0,0 0 0,0 1 1,-1-1-1,1 0 0,0 1 0,0-1 0,0 0 0,-1 1 1,1-1-1,0 0 0,0 0 0,-1 1 0,1-1 0,0 0 1,0 0-1,-1 1 0,-10 4 120,1 1-1,-1-2 1,-1 0 0,1 0 0,0-1 0,-15 3-1,-174 32 419,-105 5-617,-106 0-751,-831 44-1519,4-27-179,940-47 1816,196-11 583,-43 7 265,182-8 672,99-1 1,90-2-655,-149 2-194,795-12 2024,-568 1-1079,-65 8-205,-92 5 204,-112 2 153,-43-3-867,-64 4 315,-108 4-355,-82 1-325,-1191 55-1662,222 2 120,1106-56 1561,95-6 223,30-3 13,7-1 19,56 2 322,100-1-290,89-2 9,75-1 456,1380-15-1646,-549 3 1031,-1127 12 8,-27 1 0,-6 0 0,-199 6 0,119-2 0,-211 8-164,-1988 51-3917,2233-63 4075,41 0 4,9 0 2,79-1 2,140 1-2,120-1 163,85 0 657,2360 1 113,-2676-1-673,124 6 474,-222-2-704,-30 0-25,-111 2-5,-124 0 0,-119-2-162,-117-1-485,-99 1 485,-1817 44 326,2287-46 1405,274-10-1533,158-4-66,140-8-134,116-8-655,102-10-164,445-31-330,987-53 4,-1776 110 661,-127 11 363,-187 3 309,0-1 0,1 2 0,-1 0 0,19 5 0,-33-7-13,1 0 0,-1 0 0,1 0 1,-1 1-1,0-1 0,1 0 1,-1 0-1,1 0 0,-1 0 0,0 1 1,1-1-1,-1 0 0,0 0 1,1 1-1,-1-1 0,0 0 0,1 1 1,-1-1-1,0 0 0,0 1 1,1-1-1,-1 0 0,0 1 1,0-1-1,0 1 0,1-1 0,-1 0 1,0 1-1,0 0 0,-1-1 12,1 1-1,0 0 1,-1-1-1,0 1 1,1 0-1,-1-1 1,1 1-1,-1-1 1,0 1-1,1-1 1,-1 1-1,0-1 1,1 1-1,-1-1 1,0 0-1,0 0 1,0 1-1,-15 4 108,0-1-1,0-1 0,-23 3 0,-140 8-40,-90-3 75,-83-4 655,-77-3 164,-2033-5 278,2405 0-1103,43-1-1,96-6 12,144-10-169,112-15-164,80-17-567,1529-254-1542,-1551 238 2501,-125 22 591,-133 24 164,-116 20-511,-22 2-272,-7 1-44,-96 19 41,-118 15-188,-135 17-173,-140 8-655,-115 4-164,-1423 109-221,1467-129 1058,97-8-554,127-9 361,139-8 295,131-9 44,70-10 0,8 1 0,40 0 0,132 0 0,119-3 155,100-1 468,78-1-304,137 0 523,1062 0-439,-1482 6-400,-122 1-3,-58-1 0,-41-1 0,-126 2 0,-119-2-5,-93 1-14,-1962 67 1350,2292-69-1255,-72 3 501,106-4-517,10 0-29,34-1-18,150-8-13,133-9-115,113-11-345,99-19 345,79-17-49,1668-223-2633,-1508 185 1257,-444 57 603,-127 11 468,-184 31 691,1-2 1,31-10-1,-51 15-214,0 0-1,0 0 0,0 0 1,1 0-1,-1 0 1,0 0-1,0 0 1,1 0-1,-1 0 0,0 0 1,0-1-1,0 1 1,1 0-1,-1 0 1,0 0-1,0 0 1,0 0-1,0 0 0,1 0 1,-1-1-1,0 1 1,0 0-1,0 0 1,0 0-1,0 0 0,1-1 1,-1 1-1,0 0 1,0 0-1,0 0 1,0-1-1,0 1 0,0 0 1,0 0-1,0 0 1,0-1-1,0 1 1,0 0-1,0 0 1,0 0-1,0-1 0,0 1 1,0 0-1,0 0 1,0-1-1,0 1 1,0 0-1,0 0 0,0 0 1,0 0-1,-1-1 1,1 1-1,0 0 1,-22-6 270,-99-1-149,-97 5 35,-92 2 655,-88 3 164,-73 3 0,-438 14 157,-951 14-890,1660-34 508,186 0-614,-1-1 0,0 0 0,-22-5 0,37 6-143,0 0 1,0 0-1,1 0 0,-1 0 1,0 0-1,0 0 1,0 0-1,0 0 0,0-1 1,0 1-1,0 0 1,0 0-1,1 0 1,-1 0-1,0 0 0,0 0 1,0 0-1,0 0 1,0 0-1,0-1 0,0 1 1,0 0-1,0 0 1,0 0-1,0 0 0,0 0 1,0 0-1,0 0 1,0-1-1,0 1 0,0 0 1,0 0-1,0 0 1,0 0-1,0 0 0,0 0 1,0-1-1,0 1 1,0 0-1,0 0 1,0 0-1,0 0 0,0 0 1,0 0-1,0 0 1,0-1-1,0 1 0,-1 0 1,1 0-1,0 0 1,0 0-1,0 0 0,0 0 1,0 0-1,0 0 1,0 0-1,0 0 0,-1 0 1,1 0-1,0-1 1,0 1-1,0 0 1,0 0-1,25-6 12,98-5-13,84 1 0,1069-58-208,175-6 1231,-1216 73-1014,-186 3-9,55 9 0,-97-10 0,0 0 0,0 1 0,0-1 0,0 1 0,-1 1 0,1-1 0,-1 1 0,13 8 0,-18-11 0,-1 1 0,1-1 0,0 1 0,-1 0 0,1-1 0,-1 1 0,1 0 0,-1-1 0,1 1 0,-1 0 0,0 0 0,1 0 0,-1-1 0,0 1 0,0 0 0,1 0 0,-1 0 0,0 0 0,0 0 0,0-1 0,0 1 0,0 0 0,0 0 0,0 0 0,0 0 0,-1 0 0,1-1 0,0 1 0,0 0 0,-1 0 0,1 0 0,-1-1 0,1 1 0,0 0 0,-1 0 0,1-1 0,-1 1 0,0 0 0,1-1 0,-1 1 0,0-1 0,1 1 0,-1-1 0,-1 1 0,-6 6 0,0-2 0,-1 1 0,0-1 0,-1 0 0,1-1 0,-13 4 0,-124 34 0,-73 0 0,-70-4-164,-616 17-2105,5-45 1053,667-11 1216,150 0 0,68 0 0,15 1 0,0 0 0,0 0 0,0 0 0,0 0 0,0-1 0,0 1 0,0 0 0,0 0 0,0 0 0,0 0 0,0 0 0,0 0 0,0 0 0,0 0 0,0 0 0,0 0 0,0 0 0,0 0 0,0 0 0,0 0 0,0 0 0,0 0 0,0 0 0,0 0 0,-1 0 0,1 0 0,0 0 0,0-1 0,0 1 0,0 0 0,0 0 0,0 0 0,0 0 0,0 0 0,105-8 0,-63 5 0,218-15 164,90-9 655,73-5 93,-333 25-834,1540-102 473,-1388 103-551,-210 6 0,57 8 0,-69-1 0,-20-7 0,0 0 0,0 1 0,0-1 0,1 0 0,-1 0 0,0 1 0,0-1 0,0 0 0,0 1 0,0-1 0,0 0 0,-1 0 0,1 1 0,0-1 0,0 0 0,0 0 0,0 1 0,0-1 0,0 0 0,0 0 0,0 0 0,-1 1 0,1-1 0,0 0 0,0 0 0,0 0 0,0 1 0,-1-1 0,1 0 0,0 0 0,0 0 0,0 0 0,-1 0 0,1 1 0,0-1 0,0 0 0,-1 0 0,1 0 0,0 0 0,0 0 0,-1 0 0,1 0 0,0 0 0,0 0 0,-1 0 0,1 0 0,0 0 0,-23 6 0,0-2 0,-30 4 0,-165 15 0,-110 7-164,-88-1-655,-797 18 85,-4-32 450,1116-14 282,55-1 2,-8 0 0,0 1 0,-94 16 0,140-15-6,0-1 0,0 2 0,1-1 1,-1 1-1,1 0 0,-8 4 0,13-5 15,0-1 1,0 0-1,0 1 0,0 0 0,1-1 1,-1 1-1,0 0 0,1 0 1,-1 0-1,1 0 0,0 0 1,0 1-1,-1-1 0,2 0 1,-1 1-1,0-1 0,0 0 1,1 1-1,-1-1 0,1 1 0,-1 2 1,1 9 407,1-12-302,-1 0 1,0 0-1,0 0 1,0 0 0,0 0-1,0 0 1,0 0-1,0 0 1,-1 0-1,1 0 1,-1 0-1,1 0 1,-1 0 0,0 0-1,0-1 1,0 1-1,0 0 1,0 0-1,0-1 1,0 1-1,-1-1 1,1 1 0,-1-1-1,1 1 1,-1-1-1,1 0 1,-1 0-1,-2 2 1,-14 5 351,-1-1 0,0-1 0,0-1 0,-1 0 0,-20 2 0,-103 6 1046,127-12-1392,-122 2-17,-19 0-107,131 0 3,0 0 0,0 1 0,-44 14 0,70-18 0,-1 0 0,1 0 0,-1 0 0,0 0 0,1 0 0,-1 1 0,1-1 0,-1 0 0,0 0 0,1 0 0,-1 1 0,1-1 0,-1 0 0,1 1 0,-1-1 0,1 0 0,-1 1 0,1-1 0,0 1 0,-1-1 0,1 0 0,-1 1 0,1-1 0,0 1 0,0-1 0,-1 1 0,1 0 0,0-1 0,0 1 0,-1-1 0,1 1 0,0 0 0,1 1 0,0-1 0,0 0 0,0 0 0,1 0 0,-1 0 0,0 0 0,1 0 0,-1-1 0,0 1 0,1 0 0,-1 0 0,1-1 0,-1 1 0,3-1 0,21 8 0,0-1 0,50 6 0,60-3 0,-93-7 0,824 11-1010,-647-15 477,1018-2 421,-1201 3 112,135-6 0,-164 5 39,0 1 0,1-2 0,-1 1-1,0-1 1,0 0 0,0 0 0,0-1 0,0 0-1,0 0 1,-1-1 0,1 0 0,-1 0 0,0 0-1,0-1 1,-1 0 0,0 0 0,1 0 0,-1-1-1,-1 0 1,1 0 0,-1 0 0,-1 0 0,6-12-1,-7 15 26,0-1 0,0 0 0,1 1 0,0-1 0,-1 1 0,1 0-1,0 0 1,0 0 0,1 0 0,-1 0 0,6-3 0,-3 3-70,1 1 0,-1-1 0,0 1-1,1 1 1,-1-1 0,13 0 0,6-1 6,96-15 0,-102 14 0,0 0 0,0-2 0,-1-1 0,22-10 0,-1-1 0,1 1 0,1 1 0,76-17 0,-47 18 0,-1-4 0,120-49 0,-146 49 0,0 2 0,2 2 0,0 2 0,0 2 0,1 2 0,63-4 0,-59 9 0,77 3 0,-123 1-105,0 1 0,0-1 0,0 1 0,0-1 0,0 1 0,0 0 0,0 1 0,0-1 0,0 1 0,-1 0 0,1 0 0,3 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9:30:26.981"/>
    </inkml:context>
    <inkml:brush xml:id="br0">
      <inkml:brushProperty name="width" value="0.35" units="cm"/>
      <inkml:brushProperty name="height" value="0.35" units="cm"/>
      <inkml:brushProperty name="color" value="#FFFFFF"/>
    </inkml:brush>
  </inkml:definitions>
  <inkml:trace contextRef="#ctx0" brushRef="#br0">68 295 24575,'126'0'-13,"1012"-22"-798,823-39-1061,-1651 42 2027,-293 18 251,58-5 1598,-570 5-1848,234 3-181,-191-3-217,-498 4-510,446 19 752,5 45 0,485-64 0,7-3 0,1 1 0,-1 1 0,1-1 0,0 1 0,-1 0 0,1 0 0,0 1 0,1-1 0,-9 6 0,15-3 0,9-1 0,9-1 164,0 0 0,1-1 0,22-1 0,-17-1 1,878 2-1807,-283-4-475,190 23 136,-742-18 1899,0 4 0,77 17 0,-143-23 87,9 1-12,0 1 1,16 8 0,-26-11 13,1 1-1,-1-1 1,0 1-1,0 0 1,1-1 0,-1 1-1,0 0 1,0 0-1,0 0 1,0 0 0,0 0-1,0 0 1,0 0-1,0 0 1,0 0 0,0 1-1,-1-1 1,1 0-1,0 0 1,-1 1 0,1-1-1,-1 0 1,0 1-1,1-1 1,-1 1 0,0 2-1,0-2 62,-1 0 0,0 0 0,0 0-1,0 0 1,0 0 0,0-1 0,0 1 0,0 0-1,-1 0 1,1-1 0,-1 1 0,1-1 0,-1 1-1,1-1 1,-1 0 0,0 1 0,0-1 0,0 0-1,0 0 1,0 0 0,-3 1 0,-6 2 363,0-1 0,-21 5 0,-18-1 591,0-3 0,-89-3 0,83-2-921,-2130-4-55,1796 6-49,319-2 3,0 4 0,-101 16 0,172-18 0,8 1 0,19 0 0,628 1-476,-366-5-1,2053 22-3895,-1987-13 6768,-344-7-2152,0 0 1,0 1-1,0 1 0,0-1 1,-1 2-1,17 5 0,-25-7-216,0-1 0,0 1 0,0 0-1,0 0 1,-1 0 0,1 0-1,0 0 1,-1 0 0,1 0-1,0 0 1,-1 1 0,0-1 0,1 1-1,-1-1 1,0 1 0,0-1-1,0 1 1,0 0 0,0 0-1,0-1 1,0 1 0,-1 0 0,1 0-1,-1 0 1,1 0 0,-1 0-1,0 0 1,0 0 0,1 0-1,-2 0 1,1 0 0,0 0 0,0 0-1,0 0 1,-1 0 0,1-1-1,-1 1 1,0 0 0,0 0-1,1 0 1,-1 0 0,0-1 0,-2 3-1,-14 24-27,-2-1 0,0-1 0,-2-1 0,0-1 0,-39 34 0,-133 93 0,192-150 0,-60 39 0,45-31 0,0 1 0,1 0 0,1 1 0,-1 0 0,2 2 0,0-1 0,-13 16 0,15-11 0,-2-1 0,1-1 0,-2 0 0,0-1 0,-1-1 0,-1 0 0,0-1 0,0-1 0,-22 12 0,-146 81 0,173-98 0,-1-1 0,0 0 0,0 0 0,0-1 0,0-1 0,-1 0 0,1-1 0,-1 0 0,0-1 0,1 0 0,-1-1 0,0-1 0,0 0 0,1 0 0,-21-6 0,11 0 0,1 0 0,-1-1 0,1-2 0,1 0 0,0-1 0,0-1 0,-31-26 0,17 9 0,1-1 0,2-2 0,-37-47 0,-69-116 0,-33-38 0,40 83 0,102 121 0,28 29 0,0-1 0,-1 1 0,1 0 0,-1-1 0,1 1 0,-1 0 0,1-1 0,-1 1 0,1 0 0,-1 0 0,1 0 0,-1 0 0,1-1 0,-1 1 0,0 0 0,1 0 0,-1 0 0,1 0 0,-1 0 0,1 0 0,-1 0 0,1 0 0,-1 1 0,1-1 0,-1 0 0,0 0 0,1 0 0,-1 1 0,1-1 0,0 0 0,-1 0 0,1 1 0,-1-1 0,1 0 0,-1 1 0,1-1 0,0 1 0,-1-1 0,1 1 0,0-1 0,-1 1 0,1-1 0,0 0 0,0 1 0,-1 1 0,-6 27 0,1 32 0,3 0 0,5 66 0,-1 10 0,-3-56 0,-4-1 0,-3 1 0,-34 133 0,24-142 0,-31 95 0,50-166 0,0 0 0,0 0 0,-1 0 0,1 0 0,0 0 0,-1-1 0,1 1 0,-1 0 0,1 0 0,-1 0 0,1-1 0,-1 1 0,1 0 0,-1 0 0,0-1 0,1 1 0,-1-1 0,-1 2 0,2-3 0,-1 1 0,1 0 0,-1 0 0,1 0 0,0-1 0,-1 1 0,1 0 0,-1-1 0,1 1 0,0 0 0,0-1 0,-1 1 0,1 0 0,0-1 0,-1 1 0,1-1 0,0 1 0,0 0 0,0-1 0,0 1 0,-1-1 0,1 1 0,0-1 0,0 0 0,-6-40 0,1-174 0,6 121 0,-19-144 0,-5 123 0,-6-58 0,30 159 0,3 13 0,8 17 0,15 36 0,-3 1 0,30 97 0,17 122 0,-27-97 0,-30-121 0,23 72 0,-37-124 0,1-1 0,-1 1 0,1-1 0,0 1 0,-1-1 0,1 0 0,0 1 0,0-1 0,0 0 0,0 0 0,0 1 0,0-1 0,0 0 0,3 1 0,-3-1 0,-1-1 0,1 0 0,0 0 0,-1 0 0,1 1 0,0-1 0,-1 0 0,1 0 0,0 0 0,-1 0 0,1 0 0,0-1 0,-1 1 0,1 0 0,0 0 0,-1 0 0,1 0 0,0-1 0,-1 1 0,1 0 0,0-1 0,-1 1 0,1-1 0,4-3 0,-2 0 0,1 0 0,0 0 0,-1 0 0,0-1 0,0 0 0,3-6 0,21-45 0,23-67 0,-14 31 0,149-378 0,-178 450 0,-1 0 0,2 0 0,0 0 0,1 1 0,1 0 0,0 1 0,2 0 0,13-17 0,-24 33 0,1 1 0,-1-1 0,0 1 0,1-1 0,-1 1 0,1-1 0,0 1 0,-1 0 0,1 0 0,0 0 0,0 0 0,0 0 0,0 0 0,-1 0 0,1 1 0,0-1 0,0 1 0,0 0 0,1-1 0,-1 1 0,0 0 0,0 0 0,0 0 0,0 0 0,0 1 0,0-1 0,0 0 0,0 1 0,0 0 0,0-1 0,0 1 0,0 0 0,-1 0 0,1 0 0,0 0 0,0 0 0,-1 1 0,1-1 0,-1 0 0,1 1 0,1 2 0,5 5 0,0 1 0,-1 0 0,0 0 0,-1 1 0,10 22 0,3 16 0,-2 0 0,18 79 0,7 109 0,-35-187 0,42 428 0,-51-564 0,3-641 0,0 705 0,10-109 0,-9 127 0,1 13 0,0 24 0,-2 39 0,-3 0 0,-3 0 0,-27 128 0,10-111 0,-3 0 0,-57 129 0,67-182 0,-2-1 0,-2 0 0,-30 41 0,46-71 0,-1 0 0,0 0 0,0-1 0,0 1 0,0-1 0,-1 0 0,1-1 0,-1 1 0,0-1 0,-7 4 0,11-7 0,-1 1 0,1-1 0,-1 1 0,1-1 0,-1 0 0,1 0 0,-1 0 0,1 0 0,-1 0 0,0 0 0,1 0 0,-1 0 0,1-1 0,-1 1 0,1-1 0,0 1 0,-2-1 0,0-1 0,1 0 0,-1 1 0,1-1 0,0 0 0,-1 0 0,1 0 0,0-1 0,0 1 0,1-1 0,-1 1 0,-2-5 0,-4-9 0,0-1 0,1 0 0,1 0 0,0-1 0,-4-27 0,-8-97 0,16 119 0,-13-557 0,17 547 0,-2 31 0,1 9 0,-2 53 0,-8 23 0,-29 127 0,-43 79 0,74-265 0,-12 32 0,17-51 0,0-1 0,0 0 0,0 1 0,-1-1 0,0 0 0,0 0 0,0 0 0,-4 4 0,6-8 0,1 1 0,0-1 0,0 0 0,-1 0 0,1 1 0,0-1 0,-1 0 0,1 0 0,0 0 0,0 0 0,-1 1 0,1-1 0,0 0 0,-1 0 0,1 0 0,0 0 0,-1 0 0,1 0 0,-1 0 0,1 0 0,0 0 0,-1 0 0,1 0 0,0 0 0,-1 0 0,1 0 0,-6-12 0,5 0 0,0 0 0,1 0 0,0 0 0,5-23 0,13-58 0,0 25-70,3 0-1,3 1 0,34-66 1,-11 40-207,84-124 0,-87 155 150,100-111-1,-112 141 129,1 2 1,1 1-1,1 2 1,66-38-1,-56 41-1,1 2 0,2 2 0,0 2 0,95-21 0,-100 30 0,0 3 0,1 1 0,0 2 0,0 3 0,0 1 0,44 7 0,-70-6 0,1 2 0,-1 0 0,0 1 0,-1 1 0,1 1 0,26 14 0,-34-15 0,0 0 0,-1 1 0,0 0 0,0 1 0,-1-1 0,0 2 0,0-1 0,-1 1 0,0 0 0,-1 0 0,0 1 0,5 10 0,-3-1 0,-1 0 0,-1 1 0,0 0 0,-2-1 0,0 1 0,-1 1 0,0 21 0,-3 13 0,-8 74 0,-1-47 279,-3-1 0,-32 115-1,43-192-250,0 0-1,-1 0 0,1 0 1,-1 0-1,0 0 0,-3 4 0,5-8-25,0 0-1,0 0 0,0 1 1,0-1-1,-1 0 0,1 0 1,0 0-1,0 1 0,0-1 1,0 0-1,-1 0 0,1 0 1,0 0-1,0 0 0,0 0 0,-1 1 1,1-1-1,0 0 0,0 0 1,-1 0-1,1 0 0,0 0 1,0 0-1,-1 0 0,1 0 1,0 0-1,0 0 0,-1 0 1,1 0-1,0 0 0,0 0 0,0 0 1,-1 0-1,1-1 0,0 1 1,0 0-1,-1 0 0,1 0 1,0 0-1,0 0 0,0 0 1,-1-1-1,1 1 0,0 0 1,0 0-1,0 0 0,0-1 1,0 1-1,-1 0 0,1 0 0,0-1 1,-2-5-4,0 0 0,0-1 1,0 1-1,1 0 1,0-1-1,0-10 0,-3-464 2,6 320 0,0-94 0,0 443-173,-32 258-1,18-365 55,-44 150 0,38-177 92,-3-1 0,-1-1-1,-48 78 1,55-106 27,-1 0 0,-34 37 0,42-52 0,0-2 0,0 1 0,-1-1 0,1 0 0,-2-1 0,1 0 0,-1-1 0,0 0 0,-20 7 0,26-11 0,0 0 0,-1 0 0,1 0 0,0-1 0,-1 1 0,1-1 0,-1 0 0,1 0 0,0-1 0,-1 0 0,1 1 0,0-1 0,-1-1 0,1 1 0,0-1 0,0 1 0,0-1 0,0 0 0,0-1 0,1 1 0,-1-1 0,1 0 0,-5-3 0,-3-6 0,1 0 0,0 0 0,1-1 0,0 0 0,-9-21 0,-11-23 86,3-3 1,3 0-1,-22-84 0,-30-200 263,74 341-349,-64-395 0,32 1 0,34 315 0,3 59 0,-4 22 0,0 1 0,0 0 0,0 0 0,0 0 0,0 0 0,0-1 0,0 1 0,0 0 0,0 0 0,0 0 0,0 0 0,1 0 0,-1-1 0,0 1 0,0 0 0,0 0 0,0 0 0,0 0 0,0 0 0,0 0 0,0-1 0,1 1 0,-1 0 0,0 0 0,0 0 0,0 0 0,0 0 0,0 0 0,1 0 0,-1 0 0,0 0 0,0 0 0,0 0 0,0 0 0,1 0 0,-1 0 0,0 0 0,0 0 0,0 0 0,0 0 0,0 0 0,1 0 0,-1 0 0,0 0 0,0 0 0,0 0 0,0 0 0,1 0 0,-1 0 0,0 0 0,0 1 0,3 3 0,0 1 0,0-1 0,0 1 0,-1 0 0,3 8 0,84 253-118,-15 19-146,-23-81 60,-36-150 144,96 379 3,-89-342 57,-13-69 0,-9-22 0,1 0 0,-1 0 0,0 0 0,0 0 0,1 0 0,-1 0 0,0 0 0,0 0 0,0 0 0,1 0 0,-1 0 0,0 0 0,0 0 0,0 0 0,1 0 0,-1 0 0,0 0 0,0-1 0,0 1 0,0 0 0,1 0 0,-1 0 0,0 0 0,0 0 0,0-1 0,0 1 0,0 0 0,1 0 0,-1 0 0,0 0 0,0-1 0,0 1 0,0 0 0,0 0 0,0 0 0,0-1 0,0 1 0,0 0 0,0 0 0,0-1 0,0 1 0,0 0 0,0 0 0,0 0 0,0-1 0,0 1 0,4-48 0,-4 47 0,2-262 0,4-76 0,33-3-10,-30 296 31,3 0 0,1 0 1,2 2-1,2-1 0,29-52 0,-16 51 360,-29 44-366,1 0-1,0-1 1,1 1 0,-1 0-1,0 0 1,1 0 0,-1 1-1,1-1 1,-1 1 0,1-1-1,0 1 1,0 0 0,5-2-1,-7 3-14,1 0 0,-1 0 0,0 0 0,0 0 0,1 0 0,-1 0 0,0 0 0,0 0 0,1 0 0,-1 1 0,0-1 0,0 1 0,0-1 0,1 1 0,-1-1 0,0 1 0,0 0 0,0-1 0,0 1 0,0 0 0,0 0 0,0 0 0,-1 0 0,1-1 0,1 4 0,1 0 0,-1 0 0,1 1 0,-2 0 0,1-1 0,2 11 0,2 12 0,-1 1 0,-1-1 0,-1 48 0,-10 88 0,6-153 0,-23 226-382,-91 396 0,86-521 382,27-103 0,-1 1 0,0 0 0,0-1 0,-7 13 0,10-21 0,0 0 0,-1 0 0,1 1 0,0-1 0,0 0 0,0 0 0,0 0 0,-1 1 0,1-1 0,0 0 0,0 0 0,0 0 0,-1 0 0,1 1 0,0-1 0,0 0 0,0 0 0,-1 0 0,1 0 0,0 0 0,0 0 0,-1 0 0,1 0 0,0 0 0,0 0 0,-1 1 0,1-1 0,0 0 0,-1-1 0,1 1 0,0 0 0,0 0 0,-1 0 0,1 0 0,0 0 0,-7-13 0,2-20 0,1 0 0,2 0 0,3-54 0,-1 86 0,4-139 0,7 1 0,43-213 0,-9 192 0,-36 136 0,1 0 0,1 1 0,1 0 0,19-27 0,-26 43-2,0 0 0,1 0 0,0 0 0,9-7 1,-13 12 7,-1 1 0,1 0-1,0-1 1,0 1 0,0 0 0,0 0 0,0 0 0,0 0 0,0 1 0,0-1 0,0 0 0,1 1 0,-1 0 0,0-1 0,0 1 0,0 0-1,1 0 1,-1 0 0,0 1 0,0-1 0,0 0 0,3 2 0,0 0 26,-1 0 0,0 1 0,0-1-1,0 1 1,0 0 0,0 0 0,0 1 0,-1-1 0,0 1 0,1 0-1,-1 0 1,3 6 0,6 10 80,14 31-1,6 26-111,-3 2 0,35 152 0,2 174 0,-66-404 0,10 76-455,-4 1 0,-4 83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9:30:37.308"/>
    </inkml:context>
    <inkml:brush xml:id="br0">
      <inkml:brushProperty name="width" value="0.35" units="cm"/>
      <inkml:brushProperty name="height" value="0.35" units="cm"/>
      <inkml:brushProperty name="color" value="#FFFFFF"/>
    </inkml:brush>
  </inkml:definitions>
  <inkml:trace contextRef="#ctx0" brushRef="#br0">1577 652 24575,'-1'-9'0,"0"0"0,0 0 0,-1 0 0,0 1 0,-1-1 0,1 1 0,-2-1 0,-6-11 0,0 1 0,-1 1 0,-20-24 0,26 36 0,0 0 0,-1 0 0,0 1 0,0-1 0,0 1 0,-1 0 0,1 1 0,-1 0 0,-1 0 0,-13-5 0,7 4 0,0 2 0,-1-1 0,1 2 0,-1 0 0,-15 0 0,-101-1 0,-70-4 0,-5-3 0,50 5 0,-353-6 0,506 11 0,-8 0 0,0 0 0,1 0 0,-1-1 0,-18-4 0,28 5 0,0-1 0,1 1 0,-1 0 0,0 0 0,1 0 0,-1 0 0,1-1 0,-1 1 0,1 0 0,-1 0 0,0-1 0,1 1 0,-1 0 0,1-1 0,-1 1 0,1-1 0,0 1 0,-1-1 0,1 1 0,-1-1 0,1 1 0,0-1 0,-1 1 0,1-1 0,0 1 0,0-1 0,-1 1 0,1-1 0,0 0 0,0 1 0,0-1 0,0 1 0,0-1 0,0 0 0,0 1 0,0-1 0,0 0 0,0 1 0,0-1 0,0 1 0,0-1 0,1 0 0,-1 1 0,0-1 0,0 1 0,1-1 0,-1 1 0,0-1 0,1 1 0,-1-1 0,1 1 0,-1-1 0,1 0 0,2-2 0,1-1 0,0 1 0,-1 0 0,1 0 0,7-4 0,7-3 0,1 1 0,0 0 0,37-9 0,69-12 0,-53 15 0,334-78 0,106-25 0,-506 117 0,4-2 0,0 1 0,0 0 0,0 0 0,11 1 0,-17 1 0,-1 0 0,1 1 0,0 0 0,-1-1 0,1 1 0,-1 0 0,1 1 0,-1-1 0,0 1 0,1-1 0,-1 1 0,0 0 0,0 0 0,4 4 0,26 22 0,64 42 0,-78-59 0,1 0 0,0-1 0,1-1 0,0-1 0,29 8 0,-35-13 0,0 0 0,1 0 0,-1 2 0,26 10 0,-38-13 0,0 0 0,0 0 0,1 0 0,-1 0 0,0 0 0,-1 1 0,1-1 0,0 1 0,2 3 0,-4-4 0,0 0 0,0 0 0,0 0 0,0 0 0,0 0 0,0 0 0,-1 0 0,1 0 0,-1 0 0,0 0 0,1 0 0,-1 0 0,0 0 0,0 0 0,0 0 0,-1 0 0,0 4 0,0-2 0,0 0 0,-1 1 0,0-1 0,0 0 0,0 0 0,-1 0 0,1-1 0,-1 1 0,0 0 0,0-1 0,0 0 0,0 0 0,-1 0 0,1 0 0,-1 0 0,0 0 0,1-1 0,-1 0 0,-1 0 0,1 0 0,0-1 0,0 1 0,-6 1 0,-9 1 0,0 0 0,0-1 0,-1-1 0,-19 0 0,-144-2 0,85-2 0,-145 17 0,193-9 0,-123 23 0,154-24 0,0 1 0,1 0 0,0 1 0,0 1 0,1 0 0,-32 22 0,27-15 0,-27 14 0,25-17 0,-26 21 0,30-20 0,-31 17 0,38-24 0,0 1 0,0 0 0,1 1 0,0 1 0,1 0 0,0 0 0,-10 12 0,12-9 0,1-1 0,-12 26 0,2-5 0,17-31 0,1 0 0,0-1 0,-1 1 0,0 0 0,1-1 0,-1 1 0,1-1 0,-1 1 0,0-1 0,1 1 0,-1-1 0,0 1 0,0-1 0,1 0 0,-1 1 0,0-1 0,0 0 0,0 0 0,1 1 0,-1-1 0,0 0 0,0 0 0,0 0 0,0 0 0,0 0 0,1 0 0,-1 0 0,0 0 0,0-1 0,-1 1 0,-25-13 0,27 13 0,-41-27 0,2-2 0,1-2 0,2-1 0,0-2 0,-46-58 0,78 87 0,0 1 0,1 0 0,0-1 0,0 1 0,0-1 0,-2-7 0,4 11 0,1 0 0,0 0 0,0 1 0,0-1 0,0 0 0,0 0 0,0 0 0,0 1 0,0-1 0,0 0 0,0 0 0,0 1 0,0-1 0,0 0 0,1 0 0,-1 1 0,0-1 0,1 0 0,-1 1 0,1-2 0,0 1 0,0 0 0,0 0 0,1 0 0,-1 0 0,0 0 0,0 1 0,1-1 0,-1 0 0,1 1 0,-1-1 0,1 1 0,-1 0 0,0-1 0,3 1 0,17-2 0,1 1 0,0 1 0,-1 1 0,1 1 0,33 8 0,-20-5 0,79 13 0,0-6 0,117-2 0,99-10 0,-328-1 0,0 1 0,0 0 0,0 1 0,0-1 0,0 0 0,0 1 0,0-1 0,0 1 0,0-1 0,0 1 0,0 0 0,0 0 0,2 2 0,-3-3 0,-1 0 0,0 0 0,0 1 0,1-1 0,-1 0 0,0 1 0,0-1 0,0 0 0,0 1 0,1-1 0,-1 0 0,0 1 0,0-1 0,0 0 0,0 1 0,0-1 0,0 1 0,0-1 0,0 0 0,0 1 0,0-1 0,0 0 0,0 1 0,0-1 0,0 1 0,-1 0 0,-12 12 0,6-8 0,0 0 0,-1-1 0,0 0 0,0-1 0,0 0 0,0 0 0,0 0 0,-14 1 0,-1-1 0,-43-1 0,6-1 0,51 1 0,0 0 0,0 0 0,1 0 0,-1 1 0,1 1 0,-1-1 0,1 2 0,-10 6 0,8-6 0,1 1 0,-1-2 0,1 1 0,-1-1 0,-12 2 0,21-5 0,-1-1 0,1 0 0,0 0 0,-1 1 0,1-1 0,-1 0 0,1 0 0,0 0 0,-1-1 0,1 1 0,0 0 0,-1 0 0,1-1 0,-1 0 0,1 1 0,1 0 0,-1-1 0,1 1 0,-1 0 0,1-1 0,0 1 0,-1 0 0,1-1 0,0 1 0,-1-1 0,1 1 0,0-1 0,0 1 0,-1-1 0,1 1 0,0-1 0,0 1 0,0-1 0,0 1 0,0-1 0,0 1 0,0-1 0,0 1 0,0-1 0,0-1 0,0 0 0,1 0 0,-1 0 0,1 0 0,0 0 0,0 1 0,0-1 0,0 0 0,0 0 0,0 1 0,0-1 0,0 1 0,0-1 0,1 1 0,-1 0 0,4-3 0,8-4 0,0 0 0,1 0 0,0 2 0,0 0 0,0 0 0,29-6 0,2 3 0,48-3 0,-79 10 0,0-1 0,-1-1 0,1 0 0,-1-1 0,0 0 0,-1-1 0,23-14 0,12-6 0,-38 23 0,0-1 0,0 1 0,1 1 0,-1 0 0,1 0 0,0 1 0,16 0 0,70 6 0,-92-4 0,1-1 0,-1 1 0,0 1 0,0-1 0,0 0 0,0 1 0,0 0 0,-1 0 0,1 0 0,-1 1 0,1-1 0,-1 1 0,0 0 0,1 0 0,-2 0 0,1 0 0,0 0 0,4 8 0,3 5 0,-2 1 0,1 0 0,5 20 0,7 12 0,-17-42 0,1 1 0,0-1 0,10 11 0,0 1 0,-21-23-170,-1 0-1,-1 0 0,1 1 1,0 0-1,-1 0 0,0 1 1,-9-2-1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9:30:48.038"/>
    </inkml:context>
    <inkml:brush xml:id="br0">
      <inkml:brushProperty name="width" value="0.35" units="cm"/>
      <inkml:brushProperty name="height" value="0.35" units="cm"/>
      <inkml:brushProperty name="color" value="#FFFFFF"/>
    </inkml:brush>
  </inkml:definitions>
  <inkml:trace contextRef="#ctx0" brushRef="#br0">0 1 24575,'189'14'0,"-50"-2"0,253-8 106,-236-5-1577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10:48:55.388"/>
    </inkml:context>
    <inkml:brush xml:id="br0">
      <inkml:brushProperty name="width" value="0.35" units="cm"/>
      <inkml:brushProperty name="height" value="0.35" units="cm"/>
      <inkml:brushProperty name="color" value="#FFFFFF"/>
    </inkml:brush>
  </inkml:definitions>
  <inkml:trace contextRef="#ctx0" brushRef="#br0">1 31 24575,'0'0'0,"1"-1"0,-1 0 0,1 0 0,0 0 0,-1 1 0,1-1 0,-1 0 0,1 1 0,0-1 0,0 1 0,-1-1 0,1 1 0,0-1 0,0 1 0,0 0 0,0-1 0,0 1 0,0 0 0,-1-1 0,1 1 0,0 0 0,0 0 0,0 0 0,0 0 0,0 0 0,0 0 0,1 0 0,2 0 0,112-11 0,151 4 0,-179 7 0,1368-1 0,-692 2 0,1413-1 0,-1977 15 0,-31-1 0,37-1 0,29 2 0,61 0 0,65 0 0,1994-16 0,-1486 1 0,-914-2 0,-47-8 0,0-1 0,-101 4-1365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10:49:03.003"/>
    </inkml:context>
    <inkml:brush xml:id="br0">
      <inkml:brushProperty name="width" value="0.35" units="cm"/>
      <inkml:brushProperty name="height" value="0.35" units="cm"/>
      <inkml:brushProperty name="color" value="#FFFFFF"/>
    </inkml:brush>
  </inkml:definitions>
  <inkml:trace contextRef="#ctx0" brushRef="#br0">2 1 24575,'-1'79'0,"2"87"0,-1-164 0,1 1 0,-1 0 0,1-1 0,-1 1 0,1-1 0,0 1 0,0-1 0,0 1 0,0-1 0,1 1 0,-1-1 0,1 0 0,-1 0 0,1 0 0,0 0 0,0 0 0,0 0 0,0 0 0,0-1 0,0 1 0,0-1 0,0 1 0,1-1 0,-1 0 0,1 0 0,-1 0 0,1 0 0,-1-1 0,1 1 0,3 0 0,9 1 0,1 0 0,0-1 0,-1-1 0,19-2 0,-8 1 0,1148-4 0,-802 6 0,-559-1-1365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10:49:05.410"/>
    </inkml:context>
    <inkml:brush xml:id="br0">
      <inkml:brushProperty name="width" value="0.35" units="cm"/>
      <inkml:brushProperty name="height" value="0.35" units="cm"/>
      <inkml:brushProperty name="color" value="#FFFFFF"/>
    </inkml:brush>
  </inkml:definitions>
  <inkml:trace contextRef="#ctx0" brushRef="#br0">34 2 24575,'81'-2'0,"89"4"0,-167-2 0,0 1 0,0-1 0,0 1 0,0-1 0,0 1 0,0 0 0,3 2 0,-5-3 0,-1 0 0,1 1 0,-1-1 0,0 0 0,1 1 0,-1-1 0,0 0 0,1 1 0,-1-1 0,0 0 0,1 1 0,-1-1 0,0 0 0,0 1 0,1-1 0,-1 1 0,0-1 0,0 1 0,0-1 0,0 0 0,1 1 0,-1-1 0,0 1 0,0-1 0,0 1 0,0-1 0,0 1 0,0-1 0,0 1 0,0-1 0,-1 1 0,1-1 0,0 1 0,0-1 0,0 0 0,0 1 0,-1-1 0,1 1 0,0-1 0,0 1 0,-1-1 0,1 0 0,0 1 0,-1-1 0,1 0 0,0 1 0,-1-1 0,1 0 0,-1 0 0,1 1 0,0-1 0,-1 0 0,1 0 0,-1 1 0,-7 4 0,-1 1 0,0-1 0,0 0 0,0 0 0,0-1 0,-1-1 0,1 0 0,-12 3 0,-84 11 0,70-13 0,-42 6-1365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10:49:10.182"/>
    </inkml:context>
    <inkml:brush xml:id="br0">
      <inkml:brushProperty name="width" value="0.35" units="cm"/>
      <inkml:brushProperty name="height" value="0.35" units="cm"/>
      <inkml:brushProperty name="color" value="#FFFFFF"/>
    </inkml:brush>
  </inkml:definitions>
  <inkml:trace contextRef="#ctx0" brushRef="#br0">1 322 24575,'605'0'0,"-495"8"0,-5 1 0,2146-8 0,-1064-2 0,2512 1 0,-3690-1 0,-1 1 0,1-2 0,-1 1 0,1-1 0,-1 0 0,0 0 0,0-1 0,0 0 0,-1-1 0,1 0 0,-1 0 0,1 0 0,-1-1 0,-1 0 0,1-1 0,-1 0 0,7-7 0,-10 9 0,-1 0 0,0 0 0,-1 0 0,1 0 0,-1-1 0,1 1 0,-1 0 0,-1-1 0,1 1 0,0-7 0,-3-45 0,1 52 0,0 0 0,0 0 0,-1 0 0,1 0 0,-1 0 0,0 0 0,0 0 0,0 1 0,-1-1 0,-2-3 0,-32-33 0,24 27 0,7 7 0,0 0 0,0 1 0,-1-1 0,0 1 0,0 1 0,0-1 0,0 1 0,-1 0 0,1 1 0,-1 0 0,0 0 0,0 1 0,-1 0 0,1 0 0,0 1 0,-1 0 0,1 0 0,0 1 0,-9 0 0,-424 2-1365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10:49:11.642"/>
    </inkml:context>
    <inkml:brush xml:id="br0">
      <inkml:brushProperty name="width" value="0.35" units="cm"/>
      <inkml:brushProperty name="height" value="0.35" units="cm"/>
      <inkml:brushProperty name="color" value="#FFFFFF"/>
    </inkml:brush>
  </inkml:definitions>
  <inkml:trace contextRef="#ctx0" brushRef="#br0">1 1 24575,'494'0'-1365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10:49:14.241"/>
    </inkml:context>
    <inkml:brush xml:id="br0">
      <inkml:brushProperty name="width" value="0.35" units="cm"/>
      <inkml:brushProperty name="height" value="0.35" units="cm"/>
      <inkml:brushProperty name="color" value="#FFFFFF"/>
    </inkml:brush>
  </inkml:definitions>
  <inkml:trace contextRef="#ctx0" brushRef="#br0">1 1 24575,'3'-1'0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o-R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6C7FD6-3FE5-4A5F-960E-8984DBB8385E}" type="datetimeFigureOut">
              <a:rPr lang="ro-RO" smtClean="0"/>
              <a:t>08.05.2026</a:t>
            </a:fld>
            <a:endParaRPr lang="ro-R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o-R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o-R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2FE60D-9D23-4696-9690-79486EB8BF94}" type="slidenum">
              <a:rPr lang="ro-RO" smtClean="0"/>
              <a:t>‹#›</a:t>
            </a:fld>
            <a:endParaRPr lang="ro-RO"/>
          </a:p>
        </p:txBody>
      </p:sp>
    </p:spTree>
    <p:extLst>
      <p:ext uri="{BB962C8B-B14F-4D97-AF65-F5344CB8AC3E}">
        <p14:creationId xmlns:p14="http://schemas.microsoft.com/office/powerpoint/2010/main" val="1314697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6196A-8430-FD93-31C7-802AC107C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6665A-792D-B26C-B500-8C1C85E70C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896D89-C8E8-1D17-F6C7-C154E2F607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253C31-BCBC-848F-7E2A-A3013B90E25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994660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DFBBD-C73D-D2D3-72AD-0558C88E2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35B66-6DF5-AD41-84FF-0E4757C3EE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01AC63-025C-C72F-A5D7-7A633E0436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3506DE-BAE6-AA82-958A-24C98EB1D21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600605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2E568-6527-F1CE-17FF-FC11FC5B43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D93007-1AC7-C164-3C24-37F2FE1D15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0B9AB0-8D1F-4D8D-9AFA-3FE43A1A2F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144962-DD69-6DE7-C3D3-EDDC912453D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861261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371A0-0011-111C-8D4A-DF3F5C4B0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ED4E2-C559-1933-3117-F5A36E051C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AC829-458C-F1D3-66E5-53412159AB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A0F26C-4518-464A-6D3E-79CCF8A6DFA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435306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53D39-8F1D-C049-E76F-E33971ED8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5CC63-D7D9-B943-E682-19EE6AB902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BCD727-AB0A-F1AD-1286-6C90D27919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5F339F-A8D7-DBC0-1501-3A3998A1D3F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256798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087E8-EFE2-7051-57DC-DDA3E03F5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748AA5-B347-DB01-32B8-BA3C635F05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CBB49C-915B-0D67-EBFB-AE47007C9A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4EF2F7-7463-E09B-4340-4A3205F7EE8E}"/>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471219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FEA9E-D8E4-2525-30B5-E6E92B5CB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821EB1-B03E-EA7E-569E-22B4A9C992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9D9664-B707-927C-5B2C-41373D2327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3BC6C7-7160-1846-34A0-BB55B9F7A3BA}"/>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9752214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95572-75FC-794A-E347-E3EA39E299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F95794-D142-753E-892F-BBE9AE03A1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56BA2-82A8-502B-1F4F-DD6487F799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D02E9B-5460-5A8D-37BF-CE5D2DBE827E}"/>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6155483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C012B-5825-F75F-4613-742048032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BF01D-3332-902F-E1C9-238527117F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1B9E34-87A7-DB23-675C-6E244362AD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77CAD7-5AA0-5E4E-DACD-1A2A6FA8F2F8}"/>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778907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102A8-A7CC-B60A-A4F1-EDEC05C5D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68C7F-B9B2-C5BF-59E6-3190EA8ED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A64D25-8B95-8865-1173-F9DE6DD6F7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80A06D-B8FC-B787-CADB-2B0F455E5BAC}"/>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8850689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90CE3-37EF-A16A-118C-2554703C8A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12F808-13F0-D3BA-663E-26225ED172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6B4DEA-922A-F95E-A918-0F74B7CDEE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598BF5-7CC7-2AB6-F104-F7CED7BC1203}"/>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2832900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54CF6-F725-F90F-8905-F8FD46293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B8E0F-434E-957C-62E0-44274AB92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32896-A504-DEE8-703A-5F244C99EC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3B8615-0DD7-89C2-38BB-4451321D06B5}"/>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6658987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56E60-B60E-B806-EE0E-119F22E194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6D1547-9C93-762E-9566-487CC9779B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6922A-78AA-D234-A55D-7370FBF48F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7C4FA9-1D3A-3E66-C44B-42849C930142}"/>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38454010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A44EF-8F7F-02DB-FF77-CD626280E8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E25D0D-FAD5-3982-E9E7-38F33ECDC2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91C6B7-FC31-9A98-3C75-C43669B29C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B6E757-7E22-BE89-FA23-47E07B138769}"/>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386182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93515-BFE0-7B25-7F0B-32260BB53F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08A0DC-5A8E-0E3C-3826-007CFBB152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51F19F-7538-6987-B450-FE2F5F6491FD}"/>
              </a:ext>
            </a:extLst>
          </p:cNvPr>
          <p:cNvSpPr>
            <a:spLocks noGrp="1"/>
          </p:cNvSpPr>
          <p:nvPr>
            <p:ph type="dt" sz="half" idx="10"/>
          </p:nvPr>
        </p:nvSpPr>
        <p:spPr/>
        <p:txBody>
          <a:bodyPr/>
          <a:lstStyle/>
          <a:p>
            <a:fld id="{0DCDD99F-EB8C-4284-A1FF-6A8FAD5F29B4}" type="datetimeFigureOut">
              <a:rPr lang="en-US" smtClean="0"/>
              <a:t>5/8/2026</a:t>
            </a:fld>
            <a:endParaRPr lang="en-US"/>
          </a:p>
        </p:txBody>
      </p:sp>
      <p:sp>
        <p:nvSpPr>
          <p:cNvPr id="5" name="Footer Placeholder 4">
            <a:extLst>
              <a:ext uri="{FF2B5EF4-FFF2-40B4-BE49-F238E27FC236}">
                <a16:creationId xmlns:a16="http://schemas.microsoft.com/office/drawing/2014/main" id="{8AD55DCE-30C4-D761-DAF6-51D8B58AA3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BE2389-25DB-1FB6-513C-618A054F48EF}"/>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583693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817A5-7342-D2E4-F868-8B47BB9F5D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2221C5-2045-1B0A-D2BF-188A2E61A3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79F058-BBFF-5CAB-CC6D-94D514C03B9A}"/>
              </a:ext>
            </a:extLst>
          </p:cNvPr>
          <p:cNvSpPr>
            <a:spLocks noGrp="1"/>
          </p:cNvSpPr>
          <p:nvPr>
            <p:ph type="dt" sz="half" idx="10"/>
          </p:nvPr>
        </p:nvSpPr>
        <p:spPr/>
        <p:txBody>
          <a:bodyPr/>
          <a:lstStyle/>
          <a:p>
            <a:fld id="{0DCDD99F-EB8C-4284-A1FF-6A8FAD5F29B4}" type="datetimeFigureOut">
              <a:rPr lang="en-US" smtClean="0"/>
              <a:t>5/8/2026</a:t>
            </a:fld>
            <a:endParaRPr lang="en-US"/>
          </a:p>
        </p:txBody>
      </p:sp>
      <p:sp>
        <p:nvSpPr>
          <p:cNvPr id="5" name="Footer Placeholder 4">
            <a:extLst>
              <a:ext uri="{FF2B5EF4-FFF2-40B4-BE49-F238E27FC236}">
                <a16:creationId xmlns:a16="http://schemas.microsoft.com/office/drawing/2014/main" id="{DD6BEC2B-48AA-5F12-535B-67C035E936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3D0081-0992-0625-8D5E-D57F4461C45C}"/>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58252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659B8-49CB-3E76-C5E7-C5A92D2294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E7EAA7-2CA6-EEEA-6E6F-C44BFDA073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A3902E-C8D4-EAA7-81F7-10FFD5669466}"/>
              </a:ext>
            </a:extLst>
          </p:cNvPr>
          <p:cNvSpPr>
            <a:spLocks noGrp="1"/>
          </p:cNvSpPr>
          <p:nvPr>
            <p:ph type="dt" sz="half" idx="10"/>
          </p:nvPr>
        </p:nvSpPr>
        <p:spPr/>
        <p:txBody>
          <a:bodyPr/>
          <a:lstStyle/>
          <a:p>
            <a:fld id="{0DCDD99F-EB8C-4284-A1FF-6A8FAD5F29B4}" type="datetimeFigureOut">
              <a:rPr lang="en-US" smtClean="0"/>
              <a:t>5/8/2026</a:t>
            </a:fld>
            <a:endParaRPr lang="en-US"/>
          </a:p>
        </p:txBody>
      </p:sp>
      <p:sp>
        <p:nvSpPr>
          <p:cNvPr id="5" name="Footer Placeholder 4">
            <a:extLst>
              <a:ext uri="{FF2B5EF4-FFF2-40B4-BE49-F238E27FC236}">
                <a16:creationId xmlns:a16="http://schemas.microsoft.com/office/drawing/2014/main" id="{78A22FB0-8B9A-CBF7-321C-481E1297B1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3B2E63-0C39-0A1B-3F07-0610ABD58AF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1152608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E26B0-8F8B-3240-6C98-6C67E0A0A8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0137B1-03F3-BE84-95C9-758FAC90DD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99A3D0-BF22-648C-3983-9974F8B3F1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CA61B3-6E35-B596-0872-114A25A5F585}"/>
              </a:ext>
            </a:extLst>
          </p:cNvPr>
          <p:cNvSpPr>
            <a:spLocks noGrp="1"/>
          </p:cNvSpPr>
          <p:nvPr>
            <p:ph type="dt" sz="half" idx="10"/>
          </p:nvPr>
        </p:nvSpPr>
        <p:spPr/>
        <p:txBody>
          <a:bodyPr/>
          <a:lstStyle/>
          <a:p>
            <a:fld id="{0DCDD99F-EB8C-4284-A1FF-6A8FAD5F29B4}" type="datetimeFigureOut">
              <a:rPr lang="en-US" smtClean="0"/>
              <a:t>5/8/2026</a:t>
            </a:fld>
            <a:endParaRPr lang="en-US"/>
          </a:p>
        </p:txBody>
      </p:sp>
      <p:sp>
        <p:nvSpPr>
          <p:cNvPr id="6" name="Footer Placeholder 5">
            <a:extLst>
              <a:ext uri="{FF2B5EF4-FFF2-40B4-BE49-F238E27FC236}">
                <a16:creationId xmlns:a16="http://schemas.microsoft.com/office/drawing/2014/main" id="{5914AEC8-0542-13AF-2BB3-4FF2BB0ACB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A2C0C5-0CFD-C094-3239-C54E5CE1E83A}"/>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651412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57E4C-F6D0-33E9-7A8C-9FD77931BF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7B0CF4-609B-E0A1-FAC6-1BFED5247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9993A1-C36B-2A5A-3A20-88B716578B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577821-B0A9-048E-3802-3C20DA9D47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BF9B33-E74B-3ACC-8A14-DBC9A54623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B4D3E6-EEF7-FC2E-6A9E-299F93884B9E}"/>
              </a:ext>
            </a:extLst>
          </p:cNvPr>
          <p:cNvSpPr>
            <a:spLocks noGrp="1"/>
          </p:cNvSpPr>
          <p:nvPr>
            <p:ph type="dt" sz="half" idx="10"/>
          </p:nvPr>
        </p:nvSpPr>
        <p:spPr/>
        <p:txBody>
          <a:bodyPr/>
          <a:lstStyle/>
          <a:p>
            <a:fld id="{0DCDD99F-EB8C-4284-A1FF-6A8FAD5F29B4}" type="datetimeFigureOut">
              <a:rPr lang="en-US" smtClean="0"/>
              <a:t>5/8/2026</a:t>
            </a:fld>
            <a:endParaRPr lang="en-US"/>
          </a:p>
        </p:txBody>
      </p:sp>
      <p:sp>
        <p:nvSpPr>
          <p:cNvPr id="8" name="Footer Placeholder 7">
            <a:extLst>
              <a:ext uri="{FF2B5EF4-FFF2-40B4-BE49-F238E27FC236}">
                <a16:creationId xmlns:a16="http://schemas.microsoft.com/office/drawing/2014/main" id="{6D3737C6-3E0F-3C05-A1D5-D3D812EABB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214843-AFA6-1381-287E-7381AB6F4BF4}"/>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080925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A713A-C285-62F8-FF8B-2500E1E7E3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19304-A5D7-828B-DE08-29C2EFCBB791}"/>
              </a:ext>
            </a:extLst>
          </p:cNvPr>
          <p:cNvSpPr>
            <a:spLocks noGrp="1"/>
          </p:cNvSpPr>
          <p:nvPr>
            <p:ph type="dt" sz="half" idx="10"/>
          </p:nvPr>
        </p:nvSpPr>
        <p:spPr/>
        <p:txBody>
          <a:bodyPr/>
          <a:lstStyle/>
          <a:p>
            <a:fld id="{0DCDD99F-EB8C-4284-A1FF-6A8FAD5F29B4}" type="datetimeFigureOut">
              <a:rPr lang="en-US" smtClean="0"/>
              <a:t>5/8/2026</a:t>
            </a:fld>
            <a:endParaRPr lang="en-US"/>
          </a:p>
        </p:txBody>
      </p:sp>
      <p:sp>
        <p:nvSpPr>
          <p:cNvPr id="4" name="Footer Placeholder 3">
            <a:extLst>
              <a:ext uri="{FF2B5EF4-FFF2-40B4-BE49-F238E27FC236}">
                <a16:creationId xmlns:a16="http://schemas.microsoft.com/office/drawing/2014/main" id="{5AC68B91-ABE1-1264-FD5B-5A68D518B2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852361-74D9-BD99-44F7-86366D3BFC12}"/>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85227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F187FC-EC45-E1B7-C765-E1CA042280A9}"/>
              </a:ext>
            </a:extLst>
          </p:cNvPr>
          <p:cNvSpPr>
            <a:spLocks noGrp="1"/>
          </p:cNvSpPr>
          <p:nvPr>
            <p:ph type="dt" sz="half" idx="10"/>
          </p:nvPr>
        </p:nvSpPr>
        <p:spPr/>
        <p:txBody>
          <a:bodyPr/>
          <a:lstStyle/>
          <a:p>
            <a:fld id="{0DCDD99F-EB8C-4284-A1FF-6A8FAD5F29B4}" type="datetimeFigureOut">
              <a:rPr lang="en-US" smtClean="0"/>
              <a:t>5/8/2026</a:t>
            </a:fld>
            <a:endParaRPr lang="en-US"/>
          </a:p>
        </p:txBody>
      </p:sp>
      <p:sp>
        <p:nvSpPr>
          <p:cNvPr id="3" name="Footer Placeholder 2">
            <a:extLst>
              <a:ext uri="{FF2B5EF4-FFF2-40B4-BE49-F238E27FC236}">
                <a16:creationId xmlns:a16="http://schemas.microsoft.com/office/drawing/2014/main" id="{DCC53A21-7D71-1EDA-2C2E-3163C4D9E1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99BD65-2A37-FBEA-AA7E-7DCC1CFFBB2E}"/>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4267615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D2B7B-8244-B427-632C-E4BADD2315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46EC17-4AB3-FE8C-37E2-549B311734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3B5036-D51E-C813-C4DC-42DBB9299D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086E1B-ED14-4DD8-D450-47796C8AE836}"/>
              </a:ext>
            </a:extLst>
          </p:cNvPr>
          <p:cNvSpPr>
            <a:spLocks noGrp="1"/>
          </p:cNvSpPr>
          <p:nvPr>
            <p:ph type="dt" sz="half" idx="10"/>
          </p:nvPr>
        </p:nvSpPr>
        <p:spPr/>
        <p:txBody>
          <a:bodyPr/>
          <a:lstStyle/>
          <a:p>
            <a:fld id="{0DCDD99F-EB8C-4284-A1FF-6A8FAD5F29B4}" type="datetimeFigureOut">
              <a:rPr lang="en-US" smtClean="0"/>
              <a:t>5/8/2026</a:t>
            </a:fld>
            <a:endParaRPr lang="en-US"/>
          </a:p>
        </p:txBody>
      </p:sp>
      <p:sp>
        <p:nvSpPr>
          <p:cNvPr id="6" name="Footer Placeholder 5">
            <a:extLst>
              <a:ext uri="{FF2B5EF4-FFF2-40B4-BE49-F238E27FC236}">
                <a16:creationId xmlns:a16="http://schemas.microsoft.com/office/drawing/2014/main" id="{47E2D815-945C-01E3-E522-3B1563533C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929CD3-3BCC-509E-7E18-FBE7BDCEFF14}"/>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51736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BDEE9-E1F2-A7B7-7387-D94579520D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E8F011-B056-465D-D499-C91BAED175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087D3A-793D-5493-E4AE-7E156CEBC8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0FD8F4-FE3E-2564-582F-D9ED561E57F9}"/>
              </a:ext>
            </a:extLst>
          </p:cNvPr>
          <p:cNvSpPr>
            <a:spLocks noGrp="1"/>
          </p:cNvSpPr>
          <p:nvPr>
            <p:ph type="dt" sz="half" idx="10"/>
          </p:nvPr>
        </p:nvSpPr>
        <p:spPr/>
        <p:txBody>
          <a:bodyPr/>
          <a:lstStyle/>
          <a:p>
            <a:fld id="{0DCDD99F-EB8C-4284-A1FF-6A8FAD5F29B4}" type="datetimeFigureOut">
              <a:rPr lang="en-US" smtClean="0"/>
              <a:t>5/8/2026</a:t>
            </a:fld>
            <a:endParaRPr lang="en-US"/>
          </a:p>
        </p:txBody>
      </p:sp>
      <p:sp>
        <p:nvSpPr>
          <p:cNvPr id="6" name="Footer Placeholder 5">
            <a:extLst>
              <a:ext uri="{FF2B5EF4-FFF2-40B4-BE49-F238E27FC236}">
                <a16:creationId xmlns:a16="http://schemas.microsoft.com/office/drawing/2014/main" id="{60217821-7F27-7B5B-F516-CDDD4D326B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F200FC-B01C-CD78-9585-59CD6F9E15E6}"/>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626020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F3C79-6514-827E-9B05-D39301F284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1B4939-3A1C-7789-83ED-705872C7FA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CD7480-1B82-8DC5-F3A2-A2DD1CC13C84}"/>
              </a:ext>
            </a:extLst>
          </p:cNvPr>
          <p:cNvSpPr>
            <a:spLocks noGrp="1"/>
          </p:cNvSpPr>
          <p:nvPr>
            <p:ph type="dt" sz="half" idx="10"/>
          </p:nvPr>
        </p:nvSpPr>
        <p:spPr/>
        <p:txBody>
          <a:bodyPr/>
          <a:lstStyle/>
          <a:p>
            <a:fld id="{0DCDD99F-EB8C-4284-A1FF-6A8FAD5F29B4}" type="datetimeFigureOut">
              <a:rPr lang="en-US" smtClean="0"/>
              <a:t>5/8/2026</a:t>
            </a:fld>
            <a:endParaRPr lang="en-US"/>
          </a:p>
        </p:txBody>
      </p:sp>
      <p:sp>
        <p:nvSpPr>
          <p:cNvPr id="5" name="Footer Placeholder 4">
            <a:extLst>
              <a:ext uri="{FF2B5EF4-FFF2-40B4-BE49-F238E27FC236}">
                <a16:creationId xmlns:a16="http://schemas.microsoft.com/office/drawing/2014/main" id="{68B32D53-7276-EB49-B3EF-D792631C1F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04F04F-B346-50FB-B677-4BFA12D0A2C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173068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5FE6BE-0116-01AA-D59A-2998208A7E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02BD1D-C6C5-78E2-FFAD-4B3A9F6FF0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5363ED-1E78-49E4-A0C5-08435E72A43C}"/>
              </a:ext>
            </a:extLst>
          </p:cNvPr>
          <p:cNvSpPr>
            <a:spLocks noGrp="1"/>
          </p:cNvSpPr>
          <p:nvPr>
            <p:ph type="dt" sz="half" idx="10"/>
          </p:nvPr>
        </p:nvSpPr>
        <p:spPr/>
        <p:txBody>
          <a:bodyPr/>
          <a:lstStyle/>
          <a:p>
            <a:fld id="{0DCDD99F-EB8C-4284-A1FF-6A8FAD5F29B4}" type="datetimeFigureOut">
              <a:rPr lang="en-US" smtClean="0"/>
              <a:t>5/8/2026</a:t>
            </a:fld>
            <a:endParaRPr lang="en-US"/>
          </a:p>
        </p:txBody>
      </p:sp>
      <p:sp>
        <p:nvSpPr>
          <p:cNvPr id="5" name="Footer Placeholder 4">
            <a:extLst>
              <a:ext uri="{FF2B5EF4-FFF2-40B4-BE49-F238E27FC236}">
                <a16:creationId xmlns:a16="http://schemas.microsoft.com/office/drawing/2014/main" id="{4F54C6DF-5541-FE0F-5366-C62807AC72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90F133-9AEA-AD29-1DB8-DBFC63D87BB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62301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6764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169C6A-2F2F-7DFF-F209-5978BE0813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1CD4C4-F7B9-F59A-6371-1D9137B3C1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007F3C-CEF5-246C-6364-3400EE320B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CDD99F-EB8C-4284-A1FF-6A8FAD5F29B4}" type="datetimeFigureOut">
              <a:rPr lang="en-US" smtClean="0"/>
              <a:t>5/8/2026</a:t>
            </a:fld>
            <a:endParaRPr lang="en-US"/>
          </a:p>
        </p:txBody>
      </p:sp>
      <p:sp>
        <p:nvSpPr>
          <p:cNvPr id="5" name="Footer Placeholder 4">
            <a:extLst>
              <a:ext uri="{FF2B5EF4-FFF2-40B4-BE49-F238E27FC236}">
                <a16:creationId xmlns:a16="http://schemas.microsoft.com/office/drawing/2014/main" id="{77EB2E7C-1B58-FF56-9254-13AC936CFC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97CFB4B-65BD-C19B-674C-8E8E05BD62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6FE916-C29D-4283-ABA6-E3D372BD3E58}" type="slidenum">
              <a:rPr lang="en-US" smtClean="0"/>
              <a:t>‹#›</a:t>
            </a:fld>
            <a:endParaRPr lang="en-US"/>
          </a:p>
        </p:txBody>
      </p:sp>
    </p:spTree>
    <p:extLst>
      <p:ext uri="{BB962C8B-B14F-4D97-AF65-F5344CB8AC3E}">
        <p14:creationId xmlns:p14="http://schemas.microsoft.com/office/powerpoint/2010/main" val="2801246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customXml" Target="../ink/ink6.xml"/><Relationship Id="rId18" Type="http://schemas.openxmlformats.org/officeDocument/2006/relationships/image" Target="../media/image14.png"/><Relationship Id="rId26" Type="http://schemas.openxmlformats.org/officeDocument/2006/relationships/image" Target="../media/image19.png"/><Relationship Id="rId3" Type="http://schemas.openxmlformats.org/officeDocument/2006/relationships/customXml" Target="../ink/ink1.xml"/><Relationship Id="rId21" Type="http://schemas.openxmlformats.org/officeDocument/2006/relationships/customXml" Target="../ink/ink10.xml"/><Relationship Id="rId7" Type="http://schemas.openxmlformats.org/officeDocument/2006/relationships/customXml" Target="../ink/ink3.xml"/><Relationship Id="rId12" Type="http://schemas.openxmlformats.org/officeDocument/2006/relationships/image" Target="../media/image11.png"/><Relationship Id="rId17" Type="http://schemas.openxmlformats.org/officeDocument/2006/relationships/customXml" Target="../ink/ink8.xml"/><Relationship Id="rId25" Type="http://schemas.openxmlformats.org/officeDocument/2006/relationships/image" Target="../media/image18.png"/><Relationship Id="rId2" Type="http://schemas.openxmlformats.org/officeDocument/2006/relationships/image" Target="../media/image6.png"/><Relationship Id="rId16" Type="http://schemas.openxmlformats.org/officeDocument/2006/relationships/image" Target="../media/image13.png"/><Relationship Id="rId20" Type="http://schemas.openxmlformats.org/officeDocument/2006/relationships/image" Target="../media/image15.png"/><Relationship Id="rId1" Type="http://schemas.openxmlformats.org/officeDocument/2006/relationships/slideLayout" Target="../slideLayouts/slideLayout12.xml"/><Relationship Id="rId6" Type="http://schemas.openxmlformats.org/officeDocument/2006/relationships/image" Target="../media/image8.png"/><Relationship Id="rId11" Type="http://schemas.openxmlformats.org/officeDocument/2006/relationships/customXml" Target="../ink/ink5.xml"/><Relationship Id="rId24" Type="http://schemas.openxmlformats.org/officeDocument/2006/relationships/image" Target="../media/image17.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10" Type="http://schemas.openxmlformats.org/officeDocument/2006/relationships/image" Target="../media/image10.png"/><Relationship Id="rId19" Type="http://schemas.openxmlformats.org/officeDocument/2006/relationships/customXml" Target="../ink/ink9.xml"/><Relationship Id="rId4" Type="http://schemas.openxmlformats.org/officeDocument/2006/relationships/image" Target="../media/image7.png"/><Relationship Id="rId9" Type="http://schemas.openxmlformats.org/officeDocument/2006/relationships/customXml" Target="../ink/ink4.xml"/><Relationship Id="rId14" Type="http://schemas.openxmlformats.org/officeDocument/2006/relationships/image" Target="../media/image12.png"/><Relationship Id="rId22"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customXml" Target="../ink/ink17.xml"/><Relationship Id="rId3" Type="http://schemas.openxmlformats.org/officeDocument/2006/relationships/customXml" Target="../ink/ink12.xml"/><Relationship Id="rId7" Type="http://schemas.openxmlformats.org/officeDocument/2006/relationships/customXml" Target="../ink/ink14.xml"/><Relationship Id="rId12" Type="http://schemas.openxmlformats.org/officeDocument/2006/relationships/image" Target="../media/image40.png"/><Relationship Id="rId2" Type="http://schemas.openxmlformats.org/officeDocument/2006/relationships/image" Target="../media/image35.jpeg"/><Relationship Id="rId1" Type="http://schemas.openxmlformats.org/officeDocument/2006/relationships/slideLayout" Target="../slideLayouts/slideLayout12.xml"/><Relationship Id="rId6" Type="http://schemas.openxmlformats.org/officeDocument/2006/relationships/image" Target="../media/image37.png"/><Relationship Id="rId11" Type="http://schemas.openxmlformats.org/officeDocument/2006/relationships/customXml" Target="../ink/ink16.xml"/><Relationship Id="rId5" Type="http://schemas.openxmlformats.org/officeDocument/2006/relationships/customXml" Target="../ink/ink13.xml"/><Relationship Id="rId10" Type="http://schemas.openxmlformats.org/officeDocument/2006/relationships/image" Target="../media/image39.png"/><Relationship Id="rId4" Type="http://schemas.openxmlformats.org/officeDocument/2006/relationships/image" Target="../media/image36.png"/><Relationship Id="rId9" Type="http://schemas.openxmlformats.org/officeDocument/2006/relationships/customXml" Target="../ink/ink15.xml"/><Relationship Id="rId14" Type="http://schemas.openxmlformats.org/officeDocument/2006/relationships/image" Target="../media/image4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3.gi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52.gif"/><Relationship Id="rId4" Type="http://schemas.openxmlformats.org/officeDocument/2006/relationships/image" Target="../media/image51.gi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jpe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slideLayout" Target="../slideLayouts/slideLayout12.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73.png"/></Relationships>
</file>

<file path=ppt/slides/_rels/slide3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 Id="rId9" Type="http://schemas.openxmlformats.org/officeDocument/2006/relationships/image" Target="../media/image80.png"/></Relationships>
</file>

<file path=ppt/slides/_rels/slide3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82.png"/><Relationship Id="rId7" Type="http://schemas.openxmlformats.org/officeDocument/2006/relationships/image" Target="../media/image63.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62.png"/><Relationship Id="rId11" Type="http://schemas.openxmlformats.org/officeDocument/2006/relationships/image" Target="../media/image83.png"/><Relationship Id="rId5" Type="http://schemas.openxmlformats.org/officeDocument/2006/relationships/image" Target="../media/image61.png"/><Relationship Id="rId10" Type="http://schemas.openxmlformats.org/officeDocument/2006/relationships/image" Target="../media/image69.png"/><Relationship Id="rId4" Type="http://schemas.openxmlformats.org/officeDocument/2006/relationships/image" Target="../media/image60.png"/><Relationship Id="rId9" Type="http://schemas.openxmlformats.org/officeDocument/2006/relationships/image" Target="../media/image76.png"/></Relationships>
</file>

<file path=ppt/slides/_rels/slide36.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A87E9-1A2B-E074-95D6-F62A25193F40}"/>
              </a:ext>
            </a:extLst>
          </p:cNvPr>
          <p:cNvSpPr>
            <a:spLocks noGrp="1"/>
          </p:cNvSpPr>
          <p:nvPr>
            <p:ph type="ctrTitle"/>
          </p:nvPr>
        </p:nvSpPr>
        <p:spPr>
          <a:xfrm>
            <a:off x="1524000" y="1122363"/>
            <a:ext cx="9297880" cy="2387600"/>
          </a:xfrm>
        </p:spPr>
        <p:txBody>
          <a:bodyPr/>
          <a:lstStyle/>
          <a:p>
            <a:r>
              <a:rPr lang="en-US" dirty="0" err="1"/>
              <a:t>Grafică</a:t>
            </a:r>
            <a:r>
              <a:rPr lang="en-US" dirty="0"/>
              <a:t> </a:t>
            </a:r>
            <a:r>
              <a:rPr lang="en-US" dirty="0" err="1"/>
              <a:t>asistată</a:t>
            </a:r>
            <a:r>
              <a:rPr lang="en-US" dirty="0"/>
              <a:t> de calculator</a:t>
            </a:r>
          </a:p>
        </p:txBody>
      </p:sp>
      <p:sp>
        <p:nvSpPr>
          <p:cNvPr id="3" name="Subtitle 2">
            <a:extLst>
              <a:ext uri="{FF2B5EF4-FFF2-40B4-BE49-F238E27FC236}">
                <a16:creationId xmlns:a16="http://schemas.microsoft.com/office/drawing/2014/main" id="{6C37E701-8695-5CB0-A905-07547C6513FA}"/>
              </a:ext>
            </a:extLst>
          </p:cNvPr>
          <p:cNvSpPr>
            <a:spLocks noGrp="1"/>
          </p:cNvSpPr>
          <p:nvPr>
            <p:ph type="subTitle" idx="1"/>
          </p:nvPr>
        </p:nvSpPr>
        <p:spPr/>
        <p:txBody>
          <a:bodyPr/>
          <a:lstStyle/>
          <a:p>
            <a:r>
              <a:rPr lang="en-US" dirty="0" err="1"/>
              <a:t>Laborator</a:t>
            </a:r>
            <a:r>
              <a:rPr lang="en-US" dirty="0"/>
              <a:t> – Grigore </a:t>
            </a:r>
            <a:r>
              <a:rPr lang="en-US" dirty="0" err="1"/>
              <a:t>Ionuț</a:t>
            </a:r>
            <a:endParaRPr lang="en-US" dirty="0"/>
          </a:p>
        </p:txBody>
      </p:sp>
    </p:spTree>
    <p:extLst>
      <p:ext uri="{BB962C8B-B14F-4D97-AF65-F5344CB8AC3E}">
        <p14:creationId xmlns:p14="http://schemas.microsoft.com/office/powerpoint/2010/main" val="2704644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853440" y="975360"/>
            <a:ext cx="8534400" cy="609600"/>
          </a:xfrm>
          <a:prstGeom prst="rect">
            <a:avLst/>
          </a:prstGeom>
          <a:noFill/>
          <a:ln/>
        </p:spPr>
        <p:txBody>
          <a:bodyPr wrap="square" lIns="0" tIns="0" rIns="0" bIns="0" rtlCol="0" anchor="ctr"/>
          <a:lstStyle/>
          <a:p>
            <a:r>
              <a:rPr lang="en-US" sz="2800" dirty="0">
                <a:solidFill>
                  <a:schemeClr val="tx2">
                    <a:lumMod val="75000"/>
                    <a:lumOff val="25000"/>
                  </a:schemeClr>
                </a:solidFill>
                <a:latin typeface="Calibri" pitchFamily="34" charset="0"/>
                <a:ea typeface="Calibri" pitchFamily="34" charset="-122"/>
                <a:cs typeface="Calibri" pitchFamily="34" charset="-120"/>
              </a:rPr>
              <a:t>Laboratory 9</a:t>
            </a:r>
            <a:endParaRPr lang="en-US" sz="2800" dirty="0">
              <a:solidFill>
                <a:schemeClr val="tx2">
                  <a:lumMod val="75000"/>
                  <a:lumOff val="25000"/>
                </a:schemeClr>
              </a:solidFill>
            </a:endParaRPr>
          </a:p>
        </p:txBody>
      </p:sp>
      <p:sp>
        <p:nvSpPr>
          <p:cNvPr id="5" name="Text 3"/>
          <p:cNvSpPr/>
          <p:nvPr/>
        </p:nvSpPr>
        <p:spPr>
          <a:xfrm>
            <a:off x="853440" y="1524000"/>
            <a:ext cx="9144000" cy="2682240"/>
          </a:xfrm>
          <a:prstGeom prst="rect">
            <a:avLst/>
          </a:prstGeom>
          <a:noFill/>
          <a:ln/>
        </p:spPr>
        <p:txBody>
          <a:bodyPr wrap="square" lIns="0" tIns="0" rIns="0" bIns="0" rtlCol="0" anchor="t"/>
          <a:lstStyle/>
          <a:p>
            <a:r>
              <a:rPr lang="en-US" sz="6130" b="1" dirty="0">
                <a:solidFill>
                  <a:srgbClr val="FF0000"/>
                </a:solidFill>
                <a:latin typeface="Calibri" pitchFamily="34" charset="0"/>
                <a:ea typeface="Calibri" pitchFamily="34" charset="-122"/>
                <a:cs typeface="Calibri" pitchFamily="34" charset="-120"/>
              </a:rPr>
              <a:t>A Deep Dive into</a:t>
            </a:r>
          </a:p>
          <a:p>
            <a:r>
              <a:rPr lang="en-US" sz="6130" b="1" dirty="0">
                <a:solidFill>
                  <a:srgbClr val="FF0000"/>
                </a:solidFill>
                <a:latin typeface="Calibri" pitchFamily="34" charset="0"/>
                <a:ea typeface="Calibri" pitchFamily="34" charset="-122"/>
                <a:cs typeface="Calibri" pitchFamily="34" charset="-120"/>
              </a:rPr>
              <a:t>Stable Diffusion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Lab Overview</a:t>
            </a:r>
            <a:endParaRPr lang="en-US" sz="3467" dirty="0"/>
          </a:p>
        </p:txBody>
      </p:sp>
      <p:sp>
        <p:nvSpPr>
          <p:cNvPr id="4" name="Shape 2"/>
          <p:cNvSpPr/>
          <p:nvPr/>
        </p:nvSpPr>
        <p:spPr>
          <a:xfrm>
            <a:off x="426720" y="1097280"/>
            <a:ext cx="914400" cy="1682496"/>
          </a:xfrm>
          <a:prstGeom prst="rect">
            <a:avLst/>
          </a:prstGeom>
          <a:solidFill>
            <a:srgbClr val="1F5BAD"/>
          </a:solidFill>
          <a:ln w="12700">
            <a:solidFill>
              <a:srgbClr val="1F5BAD"/>
            </a:solidFill>
            <a:prstDash val="solid"/>
          </a:ln>
        </p:spPr>
      </p:sp>
      <p:sp>
        <p:nvSpPr>
          <p:cNvPr id="5" name="Text 3"/>
          <p:cNvSpPr/>
          <p:nvPr/>
        </p:nvSpPr>
        <p:spPr>
          <a:xfrm>
            <a:off x="426720" y="1097280"/>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6" name="Shape 4"/>
          <p:cNvSpPr/>
          <p:nvPr/>
        </p:nvSpPr>
        <p:spPr>
          <a:xfrm>
            <a:off x="1341120" y="1097280"/>
            <a:ext cx="4693920" cy="1682496"/>
          </a:xfrm>
          <a:prstGeom prst="rect">
            <a:avLst/>
          </a:prstGeom>
          <a:solidFill>
            <a:srgbClr val="FFFFFF"/>
          </a:solidFill>
          <a:ln w="12700">
            <a:solidFill>
              <a:srgbClr val="CCCCCC"/>
            </a:solidFill>
            <a:prstDash val="solid"/>
          </a:ln>
        </p:spPr>
      </p:sp>
      <p:sp>
        <p:nvSpPr>
          <p:cNvPr id="7" name="Text 5"/>
          <p:cNvSpPr/>
          <p:nvPr/>
        </p:nvSpPr>
        <p:spPr>
          <a:xfrm>
            <a:off x="1487424" y="1219200"/>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StableDiffusionPipeline</a:t>
            </a:r>
            <a:endParaRPr lang="en-US" sz="1600" dirty="0"/>
          </a:p>
        </p:txBody>
      </p:sp>
      <p:sp>
        <p:nvSpPr>
          <p:cNvPr id="8" name="Text 6"/>
          <p:cNvSpPr/>
          <p:nvPr/>
        </p:nvSpPr>
        <p:spPr>
          <a:xfrm>
            <a:off x="1487424" y="1633728"/>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Generate images from any text prompt in 3 lines using the Hugging Face diffusers library.</a:t>
            </a:r>
            <a:endParaRPr lang="en-US" sz="1400" dirty="0"/>
          </a:p>
        </p:txBody>
      </p:sp>
      <p:sp>
        <p:nvSpPr>
          <p:cNvPr id="9" name="Shape 7"/>
          <p:cNvSpPr/>
          <p:nvPr/>
        </p:nvSpPr>
        <p:spPr>
          <a:xfrm>
            <a:off x="6315456" y="1097280"/>
            <a:ext cx="914400" cy="1682496"/>
          </a:xfrm>
          <a:prstGeom prst="rect">
            <a:avLst/>
          </a:prstGeom>
          <a:solidFill>
            <a:srgbClr val="1F5BAD"/>
          </a:solidFill>
          <a:ln w="12700">
            <a:solidFill>
              <a:srgbClr val="1F5BAD"/>
            </a:solidFill>
            <a:prstDash val="solid"/>
          </a:ln>
        </p:spPr>
      </p:sp>
      <p:sp>
        <p:nvSpPr>
          <p:cNvPr id="10" name="Text 8"/>
          <p:cNvSpPr/>
          <p:nvPr/>
        </p:nvSpPr>
        <p:spPr>
          <a:xfrm>
            <a:off x="6315456" y="1097280"/>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11" name="Shape 9"/>
          <p:cNvSpPr/>
          <p:nvPr/>
        </p:nvSpPr>
        <p:spPr>
          <a:xfrm>
            <a:off x="7229856" y="1097280"/>
            <a:ext cx="4693920" cy="1682496"/>
          </a:xfrm>
          <a:prstGeom prst="rect">
            <a:avLst/>
          </a:prstGeom>
          <a:solidFill>
            <a:srgbClr val="FFFFFF"/>
          </a:solidFill>
          <a:ln w="12700">
            <a:solidFill>
              <a:srgbClr val="CCCCCC"/>
            </a:solidFill>
            <a:prstDash val="solid"/>
          </a:ln>
        </p:spPr>
      </p:sp>
      <p:sp>
        <p:nvSpPr>
          <p:cNvPr id="12" name="Text 10"/>
          <p:cNvSpPr/>
          <p:nvPr/>
        </p:nvSpPr>
        <p:spPr>
          <a:xfrm>
            <a:off x="7376160" y="1219200"/>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Multiple prompts &amp; parameters</a:t>
            </a:r>
            <a:endParaRPr lang="en-US" sz="1600" dirty="0"/>
          </a:p>
        </p:txBody>
      </p:sp>
      <p:sp>
        <p:nvSpPr>
          <p:cNvPr id="13" name="Text 11"/>
          <p:cNvSpPr/>
          <p:nvPr/>
        </p:nvSpPr>
        <p:spPr>
          <a:xfrm>
            <a:off x="7376160" y="1633728"/>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Generate images for 3 different prompts at once. Change resolution and guidance_scale.</a:t>
            </a:r>
            <a:endParaRPr lang="en-US" sz="1400" dirty="0"/>
          </a:p>
        </p:txBody>
      </p:sp>
      <p:sp>
        <p:nvSpPr>
          <p:cNvPr id="14" name="Shape 12"/>
          <p:cNvSpPr/>
          <p:nvPr/>
        </p:nvSpPr>
        <p:spPr>
          <a:xfrm>
            <a:off x="426720" y="2950464"/>
            <a:ext cx="914400" cy="1682496"/>
          </a:xfrm>
          <a:prstGeom prst="rect">
            <a:avLst/>
          </a:prstGeom>
          <a:solidFill>
            <a:srgbClr val="1F5BAD"/>
          </a:solidFill>
          <a:ln w="12700">
            <a:solidFill>
              <a:srgbClr val="1F5BAD"/>
            </a:solidFill>
            <a:prstDash val="solid"/>
          </a:ln>
        </p:spPr>
      </p:sp>
      <p:sp>
        <p:nvSpPr>
          <p:cNvPr id="15" name="Text 13"/>
          <p:cNvSpPr/>
          <p:nvPr/>
        </p:nvSpPr>
        <p:spPr>
          <a:xfrm>
            <a:off x="426720" y="2950464"/>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16" name="Shape 14"/>
          <p:cNvSpPr/>
          <p:nvPr/>
        </p:nvSpPr>
        <p:spPr>
          <a:xfrm>
            <a:off x="1341120" y="2950464"/>
            <a:ext cx="4693920" cy="1682496"/>
          </a:xfrm>
          <a:prstGeom prst="rect">
            <a:avLst/>
          </a:prstGeom>
          <a:solidFill>
            <a:srgbClr val="FFFFFF"/>
          </a:solidFill>
          <a:ln w="12700">
            <a:solidFill>
              <a:srgbClr val="CCCCCC"/>
            </a:solidFill>
            <a:prstDash val="solid"/>
          </a:ln>
        </p:spPr>
      </p:sp>
      <p:sp>
        <p:nvSpPr>
          <p:cNvPr id="17" name="Text 15"/>
          <p:cNvSpPr/>
          <p:nvPr/>
        </p:nvSpPr>
        <p:spPr>
          <a:xfrm>
            <a:off x="1487424" y="3072384"/>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CLIP text embeddings</a:t>
            </a:r>
            <a:endParaRPr lang="en-US" sz="1600" dirty="0"/>
          </a:p>
        </p:txBody>
      </p:sp>
      <p:sp>
        <p:nvSpPr>
          <p:cNvPr id="18" name="Text 16"/>
          <p:cNvSpPr/>
          <p:nvPr/>
        </p:nvSpPr>
        <p:spPr>
          <a:xfrm>
            <a:off x="1487424" y="3486912"/>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Manually tokenise prompts and create (1, 77, 768) text embeddings using CLIPTokenizer + CLIPTextModel.</a:t>
            </a:r>
            <a:endParaRPr lang="en-US" sz="1400" dirty="0"/>
          </a:p>
        </p:txBody>
      </p:sp>
      <p:sp>
        <p:nvSpPr>
          <p:cNvPr id="19" name="Shape 17"/>
          <p:cNvSpPr/>
          <p:nvPr/>
        </p:nvSpPr>
        <p:spPr>
          <a:xfrm>
            <a:off x="6315456" y="2950464"/>
            <a:ext cx="914400" cy="1682496"/>
          </a:xfrm>
          <a:prstGeom prst="rect">
            <a:avLst/>
          </a:prstGeom>
          <a:solidFill>
            <a:srgbClr val="1F5BAD"/>
          </a:solidFill>
          <a:ln w="12700">
            <a:solidFill>
              <a:srgbClr val="1F5BAD"/>
            </a:solidFill>
            <a:prstDash val="solid"/>
          </a:ln>
        </p:spPr>
      </p:sp>
      <p:sp>
        <p:nvSpPr>
          <p:cNvPr id="20" name="Text 18"/>
          <p:cNvSpPr/>
          <p:nvPr/>
        </p:nvSpPr>
        <p:spPr>
          <a:xfrm>
            <a:off x="6315456" y="2950464"/>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21" name="Shape 19"/>
          <p:cNvSpPr/>
          <p:nvPr/>
        </p:nvSpPr>
        <p:spPr>
          <a:xfrm>
            <a:off x="7229856" y="2950464"/>
            <a:ext cx="4693920" cy="1682496"/>
          </a:xfrm>
          <a:prstGeom prst="rect">
            <a:avLst/>
          </a:prstGeom>
          <a:solidFill>
            <a:srgbClr val="FFFFFF"/>
          </a:solidFill>
          <a:ln w="12700">
            <a:solidFill>
              <a:srgbClr val="CCCCCC"/>
            </a:solidFill>
            <a:prstDash val="solid"/>
          </a:ln>
        </p:spPr>
      </p:sp>
      <p:sp>
        <p:nvSpPr>
          <p:cNvPr id="22" name="Text 20"/>
          <p:cNvSpPr/>
          <p:nvPr/>
        </p:nvSpPr>
        <p:spPr>
          <a:xfrm>
            <a:off x="7376160" y="3072384"/>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LMS scheduler &amp; U-Net</a:t>
            </a:r>
            <a:endParaRPr lang="en-US" sz="1600" dirty="0"/>
          </a:p>
        </p:txBody>
      </p:sp>
      <p:sp>
        <p:nvSpPr>
          <p:cNvPr id="23" name="Text 21"/>
          <p:cNvSpPr/>
          <p:nvPr/>
        </p:nvSpPr>
        <p:spPr>
          <a:xfrm>
            <a:off x="7376160" y="3486912"/>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Set up the K-LMS scheduler and the pretrained UNet2DConditionModel to denoise in the latent space.</a:t>
            </a:r>
            <a:endParaRPr lang="en-US" sz="1400" dirty="0"/>
          </a:p>
        </p:txBody>
      </p:sp>
      <p:sp>
        <p:nvSpPr>
          <p:cNvPr id="24" name="Shape 22"/>
          <p:cNvSpPr/>
          <p:nvPr/>
        </p:nvSpPr>
        <p:spPr>
          <a:xfrm>
            <a:off x="426720" y="4803648"/>
            <a:ext cx="914400" cy="1682496"/>
          </a:xfrm>
          <a:prstGeom prst="rect">
            <a:avLst/>
          </a:prstGeom>
          <a:solidFill>
            <a:srgbClr val="1F5BAD"/>
          </a:solidFill>
          <a:ln w="12700">
            <a:solidFill>
              <a:srgbClr val="1F5BAD"/>
            </a:solidFill>
            <a:prstDash val="solid"/>
          </a:ln>
        </p:spPr>
      </p:sp>
      <p:sp>
        <p:nvSpPr>
          <p:cNvPr id="25" name="Text 23"/>
          <p:cNvSpPr/>
          <p:nvPr/>
        </p:nvSpPr>
        <p:spPr>
          <a:xfrm>
            <a:off x="426720" y="4803648"/>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05</a:t>
            </a:r>
            <a:endParaRPr lang="en-US" sz="2400" dirty="0"/>
          </a:p>
        </p:txBody>
      </p:sp>
      <p:sp>
        <p:nvSpPr>
          <p:cNvPr id="26" name="Shape 24"/>
          <p:cNvSpPr/>
          <p:nvPr/>
        </p:nvSpPr>
        <p:spPr>
          <a:xfrm>
            <a:off x="1341120" y="4803648"/>
            <a:ext cx="4693920" cy="1682496"/>
          </a:xfrm>
          <a:prstGeom prst="rect">
            <a:avLst/>
          </a:prstGeom>
          <a:solidFill>
            <a:srgbClr val="FFFFFF"/>
          </a:solidFill>
          <a:ln w="12700">
            <a:solidFill>
              <a:srgbClr val="CCCCCC"/>
            </a:solidFill>
            <a:prstDash val="solid"/>
          </a:ln>
        </p:spPr>
      </p:sp>
      <p:sp>
        <p:nvSpPr>
          <p:cNvPr id="27" name="Text 25"/>
          <p:cNvSpPr/>
          <p:nvPr/>
        </p:nvSpPr>
        <p:spPr>
          <a:xfrm>
            <a:off x="1487424" y="4925568"/>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gen_latents() &amp; VAE decode</a:t>
            </a:r>
            <a:endParaRPr lang="en-US" sz="1600" dirty="0"/>
          </a:p>
        </p:txBody>
      </p:sp>
      <p:sp>
        <p:nvSpPr>
          <p:cNvPr id="28" name="Text 26"/>
          <p:cNvSpPr/>
          <p:nvPr/>
        </p:nvSpPr>
        <p:spPr>
          <a:xfrm>
            <a:off x="1487424" y="5340096"/>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Generate 4×64×64 latent images from text embeddings, then decode to 3×512×512 final images.</a:t>
            </a:r>
            <a:endParaRPr lang="en-US" sz="1400" dirty="0"/>
          </a:p>
        </p:txBody>
      </p:sp>
      <p:sp>
        <p:nvSpPr>
          <p:cNvPr id="29" name="Shape 27"/>
          <p:cNvSpPr/>
          <p:nvPr/>
        </p:nvSpPr>
        <p:spPr>
          <a:xfrm>
            <a:off x="6315456" y="4803648"/>
            <a:ext cx="914400" cy="1682496"/>
          </a:xfrm>
          <a:prstGeom prst="rect">
            <a:avLst/>
          </a:prstGeom>
          <a:solidFill>
            <a:srgbClr val="1F5BAD"/>
          </a:solidFill>
          <a:ln w="12700">
            <a:solidFill>
              <a:srgbClr val="1F5BAD"/>
            </a:solidFill>
            <a:prstDash val="solid"/>
          </a:ln>
        </p:spPr>
      </p:sp>
      <p:sp>
        <p:nvSpPr>
          <p:cNvPr id="30" name="Text 28"/>
          <p:cNvSpPr/>
          <p:nvPr/>
        </p:nvSpPr>
        <p:spPr>
          <a:xfrm>
            <a:off x="6315456" y="4803648"/>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06</a:t>
            </a:r>
            <a:endParaRPr lang="en-US" sz="2400" dirty="0"/>
          </a:p>
        </p:txBody>
      </p:sp>
      <p:sp>
        <p:nvSpPr>
          <p:cNvPr id="31" name="Shape 29"/>
          <p:cNvSpPr/>
          <p:nvPr/>
        </p:nvSpPr>
        <p:spPr>
          <a:xfrm>
            <a:off x="7229856" y="4803648"/>
            <a:ext cx="4693920" cy="1682496"/>
          </a:xfrm>
          <a:prstGeom prst="rect">
            <a:avLst/>
          </a:prstGeom>
          <a:solidFill>
            <a:srgbClr val="FFFFFF"/>
          </a:solidFill>
          <a:ln w="12700">
            <a:solidFill>
              <a:srgbClr val="CCCCCC"/>
            </a:solidFill>
            <a:prstDash val="solid"/>
          </a:ln>
        </p:spPr>
      </p:sp>
      <p:sp>
        <p:nvSpPr>
          <p:cNvPr id="32" name="Text 30"/>
          <p:cNvSpPr/>
          <p:nvPr/>
        </p:nvSpPr>
        <p:spPr>
          <a:xfrm>
            <a:off x="7376160" y="4925568"/>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Text embedding interpolation</a:t>
            </a:r>
            <a:endParaRPr lang="en-US" sz="1600" dirty="0"/>
          </a:p>
        </p:txBody>
      </p:sp>
      <p:sp>
        <p:nvSpPr>
          <p:cNvPr id="33" name="Text 31"/>
          <p:cNvSpPr/>
          <p:nvPr/>
        </p:nvSpPr>
        <p:spPr>
          <a:xfrm>
            <a:off x="7376160" y="5340096"/>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Blend 'lion' and 'tiger' text embeddings at 5 weights to generate a smooth image transition sequence.</a:t>
            </a:r>
            <a:endParaRPr lang="en-US" sz="1400" dirty="0"/>
          </a:p>
        </p:txBody>
      </p:sp>
      <p:sp>
        <p:nvSpPr>
          <p:cNvPr id="34" name="Shape 0">
            <a:extLst>
              <a:ext uri="{FF2B5EF4-FFF2-40B4-BE49-F238E27FC236}">
                <a16:creationId xmlns:a16="http://schemas.microsoft.com/office/drawing/2014/main" id="{4260E080-C2A0-CC7E-A08A-21AA43F00114}"/>
              </a:ext>
            </a:extLst>
          </p:cNvPr>
          <p:cNvSpPr/>
          <p:nvPr/>
        </p:nvSpPr>
        <p:spPr>
          <a:xfrm>
            <a:off x="0" y="0"/>
            <a:ext cx="12192000" cy="97536"/>
          </a:xfrm>
          <a:prstGeom prst="rect">
            <a:avLst/>
          </a:prstGeom>
          <a:solidFill>
            <a:srgbClr val="1565C0"/>
          </a:solidFill>
          <a:ln w="12700">
            <a:solidFill>
              <a:srgbClr val="1565C0"/>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Stability (StableDiffusion) Free SVG... · LobeHub">
            <a:extLst>
              <a:ext uri="{FF2B5EF4-FFF2-40B4-BE49-F238E27FC236}">
                <a16:creationId xmlns:a16="http://schemas.microsoft.com/office/drawing/2014/main" id="{F3E2FDE1-13F7-307D-2475-3610E83F08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011" y="4930696"/>
            <a:ext cx="3883631" cy="72818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ajor AI Image Dataset is Back Online After Being Pulled Over CSAM | PetaPixel">
            <a:extLst>
              <a:ext uri="{FF2B5EF4-FFF2-40B4-BE49-F238E27FC236}">
                <a16:creationId xmlns:a16="http://schemas.microsoft.com/office/drawing/2014/main" id="{41A8E588-4EE8-9C3D-BF2E-D3CA984385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6326" y="4685186"/>
            <a:ext cx="18288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CompVis - Computer Vision and Learning LMU Munich · GitHub">
            <a:extLst>
              <a:ext uri="{FF2B5EF4-FFF2-40B4-BE49-F238E27FC236}">
                <a16:creationId xmlns:a16="http://schemas.microsoft.com/office/drawing/2014/main" id="{D0F4C8BB-5157-8C0B-02EE-2617A9A23C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8957" y="4419128"/>
            <a:ext cx="1751316" cy="175131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D5DAE9E-B1CC-8D09-C776-6A6511B6FD34}"/>
              </a:ext>
            </a:extLst>
          </p:cNvPr>
          <p:cNvSpPr txBox="1"/>
          <p:nvPr/>
        </p:nvSpPr>
        <p:spPr>
          <a:xfrm>
            <a:off x="977871" y="3168629"/>
            <a:ext cx="10092417" cy="954107"/>
          </a:xfrm>
          <a:prstGeom prst="rect">
            <a:avLst/>
          </a:prstGeom>
          <a:noFill/>
        </p:spPr>
        <p:txBody>
          <a:bodyPr wrap="square">
            <a:spAutoFit/>
          </a:bodyPr>
          <a:lstStyle/>
          <a:p>
            <a:pPr algn="ctr"/>
            <a:r>
              <a:rPr lang="en-US" sz="2800" dirty="0"/>
              <a:t>open-source </a:t>
            </a:r>
            <a:r>
              <a:rPr lang="en-US" sz="2800" b="1" dirty="0"/>
              <a:t>latent diffusion model that generates high-quality images from text prompts </a:t>
            </a:r>
            <a:r>
              <a:rPr lang="en-US" sz="2800" dirty="0"/>
              <a:t>d</a:t>
            </a:r>
            <a:r>
              <a:rPr lang="ro-RO" sz="2800" dirty="0"/>
              <a:t>eveloped collaboratively by</a:t>
            </a:r>
          </a:p>
        </p:txBody>
      </p:sp>
      <p:sp>
        <p:nvSpPr>
          <p:cNvPr id="7" name="Plus Sign 6">
            <a:extLst>
              <a:ext uri="{FF2B5EF4-FFF2-40B4-BE49-F238E27FC236}">
                <a16:creationId xmlns:a16="http://schemas.microsoft.com/office/drawing/2014/main" id="{A96359FE-F3C5-D2BF-FD4B-4560FB15E561}"/>
              </a:ext>
            </a:extLst>
          </p:cNvPr>
          <p:cNvSpPr/>
          <p:nvPr/>
        </p:nvSpPr>
        <p:spPr>
          <a:xfrm>
            <a:off x="4922389" y="4973504"/>
            <a:ext cx="625655" cy="592263"/>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8" name="Plus Sign 7">
            <a:extLst>
              <a:ext uri="{FF2B5EF4-FFF2-40B4-BE49-F238E27FC236}">
                <a16:creationId xmlns:a16="http://schemas.microsoft.com/office/drawing/2014/main" id="{B6BCDD7B-23C8-91B1-CE00-D0303FC65DA3}"/>
              </a:ext>
            </a:extLst>
          </p:cNvPr>
          <p:cNvSpPr/>
          <p:nvPr/>
        </p:nvSpPr>
        <p:spPr>
          <a:xfrm>
            <a:off x="7961186" y="4973503"/>
            <a:ext cx="625655" cy="592263"/>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9" name="Equals 8">
            <a:extLst>
              <a:ext uri="{FF2B5EF4-FFF2-40B4-BE49-F238E27FC236}">
                <a16:creationId xmlns:a16="http://schemas.microsoft.com/office/drawing/2014/main" id="{0CD0DF09-8CE6-0BB2-FDA2-3C4AECB25BD3}"/>
              </a:ext>
            </a:extLst>
          </p:cNvPr>
          <p:cNvSpPr/>
          <p:nvPr/>
        </p:nvSpPr>
        <p:spPr>
          <a:xfrm>
            <a:off x="5648539" y="2397938"/>
            <a:ext cx="751083" cy="369332"/>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solidFill>
                <a:schemeClr val="tx1"/>
              </a:solidFill>
            </a:endParaRPr>
          </a:p>
        </p:txBody>
      </p:sp>
      <p:sp>
        <p:nvSpPr>
          <p:cNvPr id="12" name="TextBox 11">
            <a:extLst>
              <a:ext uri="{FF2B5EF4-FFF2-40B4-BE49-F238E27FC236}">
                <a16:creationId xmlns:a16="http://schemas.microsoft.com/office/drawing/2014/main" id="{901CDDEC-91AA-8488-D9E2-E453B9695545}"/>
              </a:ext>
            </a:extLst>
          </p:cNvPr>
          <p:cNvSpPr txBox="1"/>
          <p:nvPr/>
        </p:nvSpPr>
        <p:spPr>
          <a:xfrm>
            <a:off x="4243227" y="1288693"/>
            <a:ext cx="4202130" cy="707886"/>
          </a:xfrm>
          <a:prstGeom prst="rect">
            <a:avLst/>
          </a:prstGeom>
          <a:noFill/>
        </p:spPr>
        <p:txBody>
          <a:bodyPr wrap="square">
            <a:spAutoFit/>
          </a:bodyPr>
          <a:lstStyle/>
          <a:p>
            <a:r>
              <a:rPr lang="en-US" sz="4000" dirty="0"/>
              <a:t>Stable Diffusion</a:t>
            </a:r>
            <a:endParaRPr lang="ro-RO" sz="4000" dirty="0"/>
          </a:p>
        </p:txBody>
      </p:sp>
      <p:sp>
        <p:nvSpPr>
          <p:cNvPr id="13" name="Shape 0">
            <a:extLst>
              <a:ext uri="{FF2B5EF4-FFF2-40B4-BE49-F238E27FC236}">
                <a16:creationId xmlns:a16="http://schemas.microsoft.com/office/drawing/2014/main" id="{5733196B-47A7-93D8-A608-27818433138C}"/>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4154571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338324-7C4D-F528-DD69-8737DA7ED11E}"/>
              </a:ext>
            </a:extLst>
          </p:cNvPr>
          <p:cNvPicPr>
            <a:picLocks noChangeAspect="1"/>
          </p:cNvPicPr>
          <p:nvPr/>
        </p:nvPicPr>
        <p:blipFill>
          <a:blip r:embed="rId2"/>
          <a:stretch>
            <a:fillRect/>
          </a:stretch>
        </p:blipFill>
        <p:spPr>
          <a:xfrm>
            <a:off x="412244" y="1770785"/>
            <a:ext cx="11593543" cy="3953427"/>
          </a:xfrm>
          <a:prstGeom prst="rect">
            <a:avLst/>
          </a:prstGeom>
        </p:spPr>
      </p:pic>
      <p:pic>
        <p:nvPicPr>
          <p:cNvPr id="5" name="Picture 4">
            <a:extLst>
              <a:ext uri="{FF2B5EF4-FFF2-40B4-BE49-F238E27FC236}">
                <a16:creationId xmlns:a16="http://schemas.microsoft.com/office/drawing/2014/main" id="{855CE8B2-00A8-63F5-BF96-4CDC1B12F7DD}"/>
              </a:ext>
            </a:extLst>
          </p:cNvPr>
          <p:cNvPicPr>
            <a:picLocks noChangeAspect="1"/>
          </p:cNvPicPr>
          <p:nvPr/>
        </p:nvPicPr>
        <p:blipFill>
          <a:blip r:embed="rId3"/>
          <a:stretch>
            <a:fillRect/>
          </a:stretch>
        </p:blipFill>
        <p:spPr>
          <a:xfrm>
            <a:off x="602055" y="4707435"/>
            <a:ext cx="5129878" cy="1151498"/>
          </a:xfrm>
          <a:prstGeom prst="rect">
            <a:avLst/>
          </a:prstGeom>
        </p:spPr>
      </p:pic>
      <p:sp>
        <p:nvSpPr>
          <p:cNvPr id="6" name="Shape 0">
            <a:extLst>
              <a:ext uri="{FF2B5EF4-FFF2-40B4-BE49-F238E27FC236}">
                <a16:creationId xmlns:a16="http://schemas.microsoft.com/office/drawing/2014/main" id="{B841DAF5-0133-B08E-B30D-7171BC017A14}"/>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7" name="TextBox 6">
            <a:extLst>
              <a:ext uri="{FF2B5EF4-FFF2-40B4-BE49-F238E27FC236}">
                <a16:creationId xmlns:a16="http://schemas.microsoft.com/office/drawing/2014/main" id="{D5BDD358-3681-2064-4265-26028AAACEEB}"/>
              </a:ext>
            </a:extLst>
          </p:cNvPr>
          <p:cNvSpPr txBox="1"/>
          <p:nvPr/>
        </p:nvSpPr>
        <p:spPr>
          <a:xfrm>
            <a:off x="412244" y="779845"/>
            <a:ext cx="9387477" cy="707886"/>
          </a:xfrm>
          <a:prstGeom prst="rect">
            <a:avLst/>
          </a:prstGeom>
          <a:noFill/>
        </p:spPr>
        <p:txBody>
          <a:bodyPr wrap="square">
            <a:spAutoFit/>
          </a:bodyPr>
          <a:lstStyle/>
          <a:p>
            <a:r>
              <a:rPr lang="en-US" sz="4000" dirty="0"/>
              <a:t>Gen…😀</a:t>
            </a:r>
            <a:endParaRPr lang="ro-RO" sz="4000" dirty="0"/>
          </a:p>
        </p:txBody>
      </p:sp>
    </p:spTree>
    <p:extLst>
      <p:ext uri="{BB962C8B-B14F-4D97-AF65-F5344CB8AC3E}">
        <p14:creationId xmlns:p14="http://schemas.microsoft.com/office/powerpoint/2010/main" val="629917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21FAA-BD0D-3C5A-4951-472DB4E12FD6}"/>
            </a:ext>
          </a:extLst>
        </p:cNvPr>
        <p:cNvGrpSpPr/>
        <p:nvPr/>
      </p:nvGrpSpPr>
      <p:grpSpPr>
        <a:xfrm>
          <a:off x="0" y="0"/>
          <a:ext cx="0" cy="0"/>
          <a:chOff x="0" y="0"/>
          <a:chExt cx="0" cy="0"/>
        </a:xfrm>
      </p:grpSpPr>
      <p:sp>
        <p:nvSpPr>
          <p:cNvPr id="6" name="Shape 0">
            <a:extLst>
              <a:ext uri="{FF2B5EF4-FFF2-40B4-BE49-F238E27FC236}">
                <a16:creationId xmlns:a16="http://schemas.microsoft.com/office/drawing/2014/main" id="{269CAB14-488C-FD28-C28D-9A29A70A9A83}"/>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7" name="TextBox 6">
            <a:extLst>
              <a:ext uri="{FF2B5EF4-FFF2-40B4-BE49-F238E27FC236}">
                <a16:creationId xmlns:a16="http://schemas.microsoft.com/office/drawing/2014/main" id="{B01731B2-8D5E-DBE0-7FEA-55FADD2ADB70}"/>
              </a:ext>
            </a:extLst>
          </p:cNvPr>
          <p:cNvSpPr txBox="1"/>
          <p:nvPr/>
        </p:nvSpPr>
        <p:spPr>
          <a:xfrm>
            <a:off x="412244" y="779845"/>
            <a:ext cx="9387477" cy="707886"/>
          </a:xfrm>
          <a:prstGeom prst="rect">
            <a:avLst/>
          </a:prstGeom>
          <a:noFill/>
        </p:spPr>
        <p:txBody>
          <a:bodyPr wrap="square">
            <a:spAutoFit/>
          </a:bodyPr>
          <a:lstStyle/>
          <a:p>
            <a:r>
              <a:rPr lang="en-US" sz="4000" dirty="0"/>
              <a:t>Gen…😀</a:t>
            </a:r>
            <a:endParaRPr lang="ro-RO" sz="4000" dirty="0"/>
          </a:p>
        </p:txBody>
      </p:sp>
      <p:pic>
        <p:nvPicPr>
          <p:cNvPr id="2" name="Picture 1">
            <a:extLst>
              <a:ext uri="{FF2B5EF4-FFF2-40B4-BE49-F238E27FC236}">
                <a16:creationId xmlns:a16="http://schemas.microsoft.com/office/drawing/2014/main" id="{20820AB9-E3D9-D8AE-CBCC-2203A2A2ECFD}"/>
              </a:ext>
            </a:extLst>
          </p:cNvPr>
          <p:cNvPicPr>
            <a:picLocks noChangeAspect="1"/>
          </p:cNvPicPr>
          <p:nvPr/>
        </p:nvPicPr>
        <p:blipFill>
          <a:blip r:embed="rId2"/>
          <a:stretch>
            <a:fillRect/>
          </a:stretch>
        </p:blipFill>
        <p:spPr>
          <a:xfrm>
            <a:off x="1022584" y="1450157"/>
            <a:ext cx="9937516" cy="5176673"/>
          </a:xfrm>
          <a:prstGeom prst="rect">
            <a:avLst/>
          </a:prstGeom>
        </p:spPr>
      </p:pic>
      <mc:AlternateContent xmlns:mc="http://schemas.openxmlformats.org/markup-compatibility/2006">
        <mc:Choice xmlns:p14="http://schemas.microsoft.com/office/powerpoint/2010/main" Requires="p14">
          <p:contentPart p14:bwMode="auto" r:id="rId3">
            <p14:nvContentPartPr>
              <p14:cNvPr id="14" name="Ink 13">
                <a:extLst>
                  <a:ext uri="{FF2B5EF4-FFF2-40B4-BE49-F238E27FC236}">
                    <a16:creationId xmlns:a16="http://schemas.microsoft.com/office/drawing/2014/main" id="{68915022-6692-4D6A-8D48-B242F956672F}"/>
                  </a:ext>
                </a:extLst>
              </p14:cNvPr>
              <p14:cNvContentPartPr/>
              <p14:nvPr/>
            </p14:nvContentPartPr>
            <p14:xfrm>
              <a:off x="1067949" y="2849078"/>
              <a:ext cx="923760" cy="360"/>
            </p14:xfrm>
          </p:contentPart>
        </mc:Choice>
        <mc:Fallback>
          <p:pic>
            <p:nvPicPr>
              <p:cNvPr id="14" name="Ink 13">
                <a:extLst>
                  <a:ext uri="{FF2B5EF4-FFF2-40B4-BE49-F238E27FC236}">
                    <a16:creationId xmlns:a16="http://schemas.microsoft.com/office/drawing/2014/main" id="{68915022-6692-4D6A-8D48-B242F956672F}"/>
                  </a:ext>
                </a:extLst>
              </p:cNvPr>
              <p:cNvPicPr/>
              <p:nvPr/>
            </p:nvPicPr>
            <p:blipFill>
              <a:blip r:embed="rId4"/>
              <a:stretch>
                <a:fillRect/>
              </a:stretch>
            </p:blipFill>
            <p:spPr>
              <a:xfrm>
                <a:off x="1005309" y="2786438"/>
                <a:ext cx="10494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5" name="Ink 14">
                <a:extLst>
                  <a:ext uri="{FF2B5EF4-FFF2-40B4-BE49-F238E27FC236}">
                    <a16:creationId xmlns:a16="http://schemas.microsoft.com/office/drawing/2014/main" id="{45D8AF1D-48A0-35D9-EFD9-D19EC1FD423A}"/>
                  </a:ext>
                </a:extLst>
              </p14:cNvPr>
              <p14:cNvContentPartPr/>
              <p14:nvPr/>
            </p14:nvContentPartPr>
            <p14:xfrm>
              <a:off x="690669" y="2857718"/>
              <a:ext cx="2242800" cy="1048680"/>
            </p14:xfrm>
          </p:contentPart>
        </mc:Choice>
        <mc:Fallback>
          <p:pic>
            <p:nvPicPr>
              <p:cNvPr id="15" name="Ink 14">
                <a:extLst>
                  <a:ext uri="{FF2B5EF4-FFF2-40B4-BE49-F238E27FC236}">
                    <a16:creationId xmlns:a16="http://schemas.microsoft.com/office/drawing/2014/main" id="{45D8AF1D-48A0-35D9-EFD9-D19EC1FD423A}"/>
                  </a:ext>
                </a:extLst>
              </p:cNvPr>
              <p:cNvPicPr/>
              <p:nvPr/>
            </p:nvPicPr>
            <p:blipFill>
              <a:blip r:embed="rId6"/>
              <a:stretch>
                <a:fillRect/>
              </a:stretch>
            </p:blipFill>
            <p:spPr>
              <a:xfrm>
                <a:off x="628029" y="2795078"/>
                <a:ext cx="2368440" cy="1174320"/>
              </a:xfrm>
              <a:prstGeom prst="rect">
                <a:avLst/>
              </a:prstGeom>
            </p:spPr>
          </p:pic>
        </mc:Fallback>
      </mc:AlternateContent>
      <p:grpSp>
        <p:nvGrpSpPr>
          <p:cNvPr id="18" name="Group 17">
            <a:extLst>
              <a:ext uri="{FF2B5EF4-FFF2-40B4-BE49-F238E27FC236}">
                <a16:creationId xmlns:a16="http://schemas.microsoft.com/office/drawing/2014/main" id="{5950B117-76BC-A691-B6E8-1DC8BB3A328D}"/>
              </a:ext>
            </a:extLst>
          </p:cNvPr>
          <p:cNvGrpSpPr/>
          <p:nvPr/>
        </p:nvGrpSpPr>
        <p:grpSpPr>
          <a:xfrm>
            <a:off x="1038789" y="3377918"/>
            <a:ext cx="1778400" cy="493560"/>
            <a:chOff x="1038789" y="3377918"/>
            <a:chExt cx="1778400" cy="493560"/>
          </a:xfrm>
        </p:grpSpPr>
        <mc:AlternateContent xmlns:mc="http://schemas.openxmlformats.org/markup-compatibility/2006">
          <mc:Choice xmlns:p14="http://schemas.microsoft.com/office/powerpoint/2010/main" Requires="p14">
            <p:contentPart p14:bwMode="auto" r:id="rId7">
              <p14:nvContentPartPr>
                <p14:cNvPr id="16" name="Ink 15">
                  <a:extLst>
                    <a:ext uri="{FF2B5EF4-FFF2-40B4-BE49-F238E27FC236}">
                      <a16:creationId xmlns:a16="http://schemas.microsoft.com/office/drawing/2014/main" id="{856D69B8-C397-4483-F6A8-DAC68761B2D7}"/>
                    </a:ext>
                  </a:extLst>
                </p14:cNvPr>
                <p14:cNvContentPartPr/>
                <p14:nvPr/>
              </p14:nvContentPartPr>
              <p14:xfrm>
                <a:off x="1038789" y="3377918"/>
                <a:ext cx="1778400" cy="493560"/>
              </p14:xfrm>
            </p:contentPart>
          </mc:Choice>
          <mc:Fallback>
            <p:pic>
              <p:nvPicPr>
                <p:cNvPr id="16" name="Ink 15">
                  <a:extLst>
                    <a:ext uri="{FF2B5EF4-FFF2-40B4-BE49-F238E27FC236}">
                      <a16:creationId xmlns:a16="http://schemas.microsoft.com/office/drawing/2014/main" id="{856D69B8-C397-4483-F6A8-DAC68761B2D7}"/>
                    </a:ext>
                  </a:extLst>
                </p:cNvPr>
                <p:cNvPicPr/>
                <p:nvPr/>
              </p:nvPicPr>
              <p:blipFill>
                <a:blip r:embed="rId8"/>
                <a:stretch>
                  <a:fillRect/>
                </a:stretch>
              </p:blipFill>
              <p:spPr>
                <a:xfrm>
                  <a:off x="975789" y="3315278"/>
                  <a:ext cx="1904040" cy="6192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7" name="Ink 16">
                  <a:extLst>
                    <a:ext uri="{FF2B5EF4-FFF2-40B4-BE49-F238E27FC236}">
                      <a16:creationId xmlns:a16="http://schemas.microsoft.com/office/drawing/2014/main" id="{B6FB85A6-8044-594C-F6CB-7B270D5E9725}"/>
                    </a:ext>
                  </a:extLst>
                </p14:cNvPr>
                <p14:cNvContentPartPr/>
                <p14:nvPr/>
              </p14:nvContentPartPr>
              <p14:xfrm>
                <a:off x="2027709" y="3486278"/>
                <a:ext cx="610920" cy="287280"/>
              </p14:xfrm>
            </p:contentPart>
          </mc:Choice>
          <mc:Fallback>
            <p:pic>
              <p:nvPicPr>
                <p:cNvPr id="17" name="Ink 16">
                  <a:extLst>
                    <a:ext uri="{FF2B5EF4-FFF2-40B4-BE49-F238E27FC236}">
                      <a16:creationId xmlns:a16="http://schemas.microsoft.com/office/drawing/2014/main" id="{B6FB85A6-8044-594C-F6CB-7B270D5E9725}"/>
                    </a:ext>
                  </a:extLst>
                </p:cNvPr>
                <p:cNvPicPr/>
                <p:nvPr/>
              </p:nvPicPr>
              <p:blipFill>
                <a:blip r:embed="rId10"/>
                <a:stretch>
                  <a:fillRect/>
                </a:stretch>
              </p:blipFill>
              <p:spPr>
                <a:xfrm>
                  <a:off x="1964709" y="3423278"/>
                  <a:ext cx="736560" cy="412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
            <p14:nvContentPartPr>
              <p14:cNvPr id="20" name="Ink 19">
                <a:extLst>
                  <a:ext uri="{FF2B5EF4-FFF2-40B4-BE49-F238E27FC236}">
                    <a16:creationId xmlns:a16="http://schemas.microsoft.com/office/drawing/2014/main" id="{4896640D-935D-A812-1F01-1DF32CF86DD7}"/>
                  </a:ext>
                </a:extLst>
              </p14:cNvPr>
              <p14:cNvContentPartPr/>
              <p14:nvPr/>
            </p14:nvContentPartPr>
            <p14:xfrm>
              <a:off x="7338789" y="2291805"/>
              <a:ext cx="4111200" cy="282240"/>
            </p14:xfrm>
          </p:contentPart>
        </mc:Choice>
        <mc:Fallback>
          <p:pic>
            <p:nvPicPr>
              <p:cNvPr id="20" name="Ink 19">
                <a:extLst>
                  <a:ext uri="{FF2B5EF4-FFF2-40B4-BE49-F238E27FC236}">
                    <a16:creationId xmlns:a16="http://schemas.microsoft.com/office/drawing/2014/main" id="{4896640D-935D-A812-1F01-1DF32CF86DD7}"/>
                  </a:ext>
                </a:extLst>
              </p:cNvPr>
              <p:cNvPicPr/>
              <p:nvPr/>
            </p:nvPicPr>
            <p:blipFill>
              <a:blip r:embed="rId12"/>
              <a:stretch>
                <a:fillRect/>
              </a:stretch>
            </p:blipFill>
            <p:spPr>
              <a:xfrm>
                <a:off x="7275789" y="2228805"/>
                <a:ext cx="4236840" cy="407880"/>
              </a:xfrm>
              <a:prstGeom prst="rect">
                <a:avLst/>
              </a:prstGeom>
            </p:spPr>
          </p:pic>
        </mc:Fallback>
      </mc:AlternateContent>
      <p:grpSp>
        <p:nvGrpSpPr>
          <p:cNvPr id="24" name="Group 23">
            <a:extLst>
              <a:ext uri="{FF2B5EF4-FFF2-40B4-BE49-F238E27FC236}">
                <a16:creationId xmlns:a16="http://schemas.microsoft.com/office/drawing/2014/main" id="{6A8DB034-6A94-4279-6120-2B10F76C5488}"/>
              </a:ext>
            </a:extLst>
          </p:cNvPr>
          <p:cNvGrpSpPr/>
          <p:nvPr/>
        </p:nvGrpSpPr>
        <p:grpSpPr>
          <a:xfrm>
            <a:off x="8829189" y="2180918"/>
            <a:ext cx="2907360" cy="2096280"/>
            <a:chOff x="8829189" y="2180918"/>
            <a:chExt cx="2907360" cy="2096280"/>
          </a:xfrm>
        </p:grpSpPr>
        <mc:AlternateContent xmlns:mc="http://schemas.openxmlformats.org/markup-compatibility/2006">
          <mc:Choice xmlns:p14="http://schemas.microsoft.com/office/powerpoint/2010/main" Requires="p14">
            <p:contentPart p14:bwMode="auto" r:id="rId13">
              <p14:nvContentPartPr>
                <p14:cNvPr id="21" name="Ink 20">
                  <a:extLst>
                    <a:ext uri="{FF2B5EF4-FFF2-40B4-BE49-F238E27FC236}">
                      <a16:creationId xmlns:a16="http://schemas.microsoft.com/office/drawing/2014/main" id="{D18C40ED-2A66-6289-CD20-65C7EB30E5EC}"/>
                    </a:ext>
                  </a:extLst>
                </p14:cNvPr>
                <p14:cNvContentPartPr/>
                <p14:nvPr/>
              </p14:nvContentPartPr>
              <p14:xfrm>
                <a:off x="8989749" y="2180918"/>
                <a:ext cx="2445840" cy="319680"/>
              </p14:xfrm>
            </p:contentPart>
          </mc:Choice>
          <mc:Fallback>
            <p:pic>
              <p:nvPicPr>
                <p:cNvPr id="21" name="Ink 20">
                  <a:extLst>
                    <a:ext uri="{FF2B5EF4-FFF2-40B4-BE49-F238E27FC236}">
                      <a16:creationId xmlns:a16="http://schemas.microsoft.com/office/drawing/2014/main" id="{D18C40ED-2A66-6289-CD20-65C7EB30E5EC}"/>
                    </a:ext>
                  </a:extLst>
                </p:cNvPr>
                <p:cNvPicPr/>
                <p:nvPr/>
              </p:nvPicPr>
              <p:blipFill>
                <a:blip r:embed="rId14"/>
                <a:stretch>
                  <a:fillRect/>
                </a:stretch>
              </p:blipFill>
              <p:spPr>
                <a:xfrm>
                  <a:off x="8927109" y="2117918"/>
                  <a:ext cx="2571480" cy="4453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2" name="Ink 21">
                  <a:extLst>
                    <a:ext uri="{FF2B5EF4-FFF2-40B4-BE49-F238E27FC236}">
                      <a16:creationId xmlns:a16="http://schemas.microsoft.com/office/drawing/2014/main" id="{0F4C0A1B-EB49-1CB2-721F-7AB4A896103A}"/>
                    </a:ext>
                  </a:extLst>
                </p14:cNvPr>
                <p14:cNvContentPartPr/>
                <p14:nvPr/>
              </p14:nvContentPartPr>
              <p14:xfrm>
                <a:off x="9394389" y="2356238"/>
                <a:ext cx="1684080" cy="69480"/>
              </p14:xfrm>
            </p:contentPart>
          </mc:Choice>
          <mc:Fallback>
            <p:pic>
              <p:nvPicPr>
                <p:cNvPr id="22" name="Ink 21">
                  <a:extLst>
                    <a:ext uri="{FF2B5EF4-FFF2-40B4-BE49-F238E27FC236}">
                      <a16:creationId xmlns:a16="http://schemas.microsoft.com/office/drawing/2014/main" id="{0F4C0A1B-EB49-1CB2-721F-7AB4A896103A}"/>
                    </a:ext>
                  </a:extLst>
                </p:cNvPr>
                <p:cNvPicPr/>
                <p:nvPr/>
              </p:nvPicPr>
              <p:blipFill>
                <a:blip r:embed="rId16"/>
                <a:stretch>
                  <a:fillRect/>
                </a:stretch>
              </p:blipFill>
              <p:spPr>
                <a:xfrm>
                  <a:off x="9331389" y="2293598"/>
                  <a:ext cx="180972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3" name="Ink 22">
                  <a:extLst>
                    <a:ext uri="{FF2B5EF4-FFF2-40B4-BE49-F238E27FC236}">
                      <a16:creationId xmlns:a16="http://schemas.microsoft.com/office/drawing/2014/main" id="{942618E4-E389-9F1E-93AB-F8798084A646}"/>
                    </a:ext>
                  </a:extLst>
                </p14:cNvPr>
                <p14:cNvContentPartPr/>
                <p14:nvPr/>
              </p14:nvContentPartPr>
              <p14:xfrm>
                <a:off x="8829189" y="2186678"/>
                <a:ext cx="2907360" cy="2090520"/>
              </p14:xfrm>
            </p:contentPart>
          </mc:Choice>
          <mc:Fallback>
            <p:pic>
              <p:nvPicPr>
                <p:cNvPr id="23" name="Ink 22">
                  <a:extLst>
                    <a:ext uri="{FF2B5EF4-FFF2-40B4-BE49-F238E27FC236}">
                      <a16:creationId xmlns:a16="http://schemas.microsoft.com/office/drawing/2014/main" id="{942618E4-E389-9F1E-93AB-F8798084A646}"/>
                    </a:ext>
                  </a:extLst>
                </p:cNvPr>
                <p:cNvPicPr/>
                <p:nvPr/>
              </p:nvPicPr>
              <p:blipFill>
                <a:blip r:embed="rId18"/>
                <a:stretch>
                  <a:fillRect/>
                </a:stretch>
              </p:blipFill>
              <p:spPr>
                <a:xfrm>
                  <a:off x="8766189" y="2123678"/>
                  <a:ext cx="3033000" cy="2216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
            <p14:nvContentPartPr>
              <p14:cNvPr id="25" name="Ink 24">
                <a:extLst>
                  <a:ext uri="{FF2B5EF4-FFF2-40B4-BE49-F238E27FC236}">
                    <a16:creationId xmlns:a16="http://schemas.microsoft.com/office/drawing/2014/main" id="{3412653A-0818-6CD5-6DDD-F0CBD8B25246}"/>
                  </a:ext>
                </a:extLst>
              </p14:cNvPr>
              <p14:cNvContentPartPr/>
              <p14:nvPr/>
            </p14:nvContentPartPr>
            <p14:xfrm>
              <a:off x="9581589" y="3570878"/>
              <a:ext cx="1369440" cy="674640"/>
            </p14:xfrm>
          </p:contentPart>
        </mc:Choice>
        <mc:Fallback>
          <p:pic>
            <p:nvPicPr>
              <p:cNvPr id="25" name="Ink 24">
                <a:extLst>
                  <a:ext uri="{FF2B5EF4-FFF2-40B4-BE49-F238E27FC236}">
                    <a16:creationId xmlns:a16="http://schemas.microsoft.com/office/drawing/2014/main" id="{3412653A-0818-6CD5-6DDD-F0CBD8B25246}"/>
                  </a:ext>
                </a:extLst>
              </p:cNvPr>
              <p:cNvPicPr/>
              <p:nvPr/>
            </p:nvPicPr>
            <p:blipFill>
              <a:blip r:embed="rId20"/>
              <a:stretch>
                <a:fillRect/>
              </a:stretch>
            </p:blipFill>
            <p:spPr>
              <a:xfrm>
                <a:off x="9518949" y="3508238"/>
                <a:ext cx="1495080" cy="8002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6" name="Ink 25">
                <a:extLst>
                  <a:ext uri="{FF2B5EF4-FFF2-40B4-BE49-F238E27FC236}">
                    <a16:creationId xmlns:a16="http://schemas.microsoft.com/office/drawing/2014/main" id="{8655617F-DAD1-ECAB-64E3-6154D229AF46}"/>
                  </a:ext>
                </a:extLst>
              </p14:cNvPr>
              <p14:cNvContentPartPr/>
              <p14:nvPr/>
            </p14:nvContentPartPr>
            <p14:xfrm>
              <a:off x="9490790" y="3829300"/>
              <a:ext cx="658440" cy="287640"/>
            </p14:xfrm>
          </p:contentPart>
        </mc:Choice>
        <mc:Fallback>
          <p:pic>
            <p:nvPicPr>
              <p:cNvPr id="26" name="Ink 25">
                <a:extLst>
                  <a:ext uri="{FF2B5EF4-FFF2-40B4-BE49-F238E27FC236}">
                    <a16:creationId xmlns:a16="http://schemas.microsoft.com/office/drawing/2014/main" id="{8655617F-DAD1-ECAB-64E3-6154D229AF46}"/>
                  </a:ext>
                </a:extLst>
              </p:cNvPr>
              <p:cNvPicPr/>
              <p:nvPr/>
            </p:nvPicPr>
            <p:blipFill>
              <a:blip r:embed="rId22"/>
              <a:stretch>
                <a:fillRect/>
              </a:stretch>
            </p:blipFill>
            <p:spPr>
              <a:xfrm>
                <a:off x="9428150" y="3766660"/>
                <a:ext cx="784080" cy="4132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7" name="Ink 26">
                <a:extLst>
                  <a:ext uri="{FF2B5EF4-FFF2-40B4-BE49-F238E27FC236}">
                    <a16:creationId xmlns:a16="http://schemas.microsoft.com/office/drawing/2014/main" id="{C3EA254B-99B9-3B44-E41A-0955298C04D0}"/>
                  </a:ext>
                </a:extLst>
              </p14:cNvPr>
              <p14:cNvContentPartPr/>
              <p14:nvPr/>
            </p14:nvContentPartPr>
            <p14:xfrm>
              <a:off x="10541200" y="2198184"/>
              <a:ext cx="315720" cy="11160"/>
            </p14:xfrm>
          </p:contentPart>
        </mc:Choice>
        <mc:Fallback>
          <p:pic>
            <p:nvPicPr>
              <p:cNvPr id="27" name="Ink 26">
                <a:extLst>
                  <a:ext uri="{FF2B5EF4-FFF2-40B4-BE49-F238E27FC236}">
                    <a16:creationId xmlns:a16="http://schemas.microsoft.com/office/drawing/2014/main" id="{C3EA254B-99B9-3B44-E41A-0955298C04D0}"/>
                  </a:ext>
                </a:extLst>
              </p:cNvPr>
              <p:cNvPicPr/>
              <p:nvPr/>
            </p:nvPicPr>
            <p:blipFill>
              <a:blip r:embed="rId24"/>
              <a:stretch>
                <a:fillRect/>
              </a:stretch>
            </p:blipFill>
            <p:spPr>
              <a:xfrm>
                <a:off x="10478200" y="2135544"/>
                <a:ext cx="441360" cy="136800"/>
              </a:xfrm>
              <a:prstGeom prst="rect">
                <a:avLst/>
              </a:prstGeom>
            </p:spPr>
          </p:pic>
        </mc:Fallback>
      </mc:AlternateContent>
      <p:pic>
        <p:nvPicPr>
          <p:cNvPr id="31" name="Picture 30">
            <a:extLst>
              <a:ext uri="{FF2B5EF4-FFF2-40B4-BE49-F238E27FC236}">
                <a16:creationId xmlns:a16="http://schemas.microsoft.com/office/drawing/2014/main" id="{CC8AF8C9-2B22-0497-6B14-9D5AB6672AB0}"/>
              </a:ext>
            </a:extLst>
          </p:cNvPr>
          <p:cNvPicPr>
            <a:picLocks noChangeAspect="1"/>
          </p:cNvPicPr>
          <p:nvPr/>
        </p:nvPicPr>
        <p:blipFill>
          <a:blip r:embed="rId25"/>
          <a:stretch>
            <a:fillRect/>
          </a:stretch>
        </p:blipFill>
        <p:spPr>
          <a:xfrm>
            <a:off x="8740990" y="2245483"/>
            <a:ext cx="2379670" cy="1850854"/>
          </a:xfrm>
          <a:prstGeom prst="rect">
            <a:avLst/>
          </a:prstGeom>
        </p:spPr>
      </p:pic>
      <p:sp>
        <p:nvSpPr>
          <p:cNvPr id="33" name="TextBox 32">
            <a:extLst>
              <a:ext uri="{FF2B5EF4-FFF2-40B4-BE49-F238E27FC236}">
                <a16:creationId xmlns:a16="http://schemas.microsoft.com/office/drawing/2014/main" id="{8549E11D-B561-6404-CD51-4C64D3BB3D54}"/>
              </a:ext>
            </a:extLst>
          </p:cNvPr>
          <p:cNvSpPr txBox="1"/>
          <p:nvPr/>
        </p:nvSpPr>
        <p:spPr>
          <a:xfrm>
            <a:off x="605722" y="2824479"/>
            <a:ext cx="2771974" cy="800219"/>
          </a:xfrm>
          <a:prstGeom prst="rect">
            <a:avLst/>
          </a:prstGeom>
          <a:noFill/>
        </p:spPr>
        <p:txBody>
          <a:bodyPr wrap="square">
            <a:spAutoFit/>
          </a:bodyPr>
          <a:lstStyle/>
          <a:p>
            <a:r>
              <a:rPr lang="ro-RO" sz="1150" dirty="0"/>
              <a:t>fa o poza cu un laborator de 40 de studenti inghesuiti intr-o sala din subsolul Politehnicii care invata despre Stable Diffusion pe calculatoare</a:t>
            </a:r>
          </a:p>
        </p:txBody>
      </p:sp>
      <p:pic>
        <p:nvPicPr>
          <p:cNvPr id="35" name="Picture 34">
            <a:extLst>
              <a:ext uri="{FF2B5EF4-FFF2-40B4-BE49-F238E27FC236}">
                <a16:creationId xmlns:a16="http://schemas.microsoft.com/office/drawing/2014/main" id="{F605FB5E-B418-C68C-DD3C-7E72D21F2953}"/>
              </a:ext>
            </a:extLst>
          </p:cNvPr>
          <p:cNvPicPr>
            <a:picLocks noChangeAspect="1"/>
          </p:cNvPicPr>
          <p:nvPr/>
        </p:nvPicPr>
        <p:blipFill>
          <a:blip r:embed="rId26"/>
          <a:stretch>
            <a:fillRect/>
          </a:stretch>
        </p:blipFill>
        <p:spPr>
          <a:xfrm>
            <a:off x="7338789" y="4623703"/>
            <a:ext cx="1304440" cy="1310372"/>
          </a:xfrm>
          <a:prstGeom prst="rect">
            <a:avLst/>
          </a:prstGeom>
        </p:spPr>
      </p:pic>
    </p:spTree>
    <p:extLst>
      <p:ext uri="{BB962C8B-B14F-4D97-AF65-F5344CB8AC3E}">
        <p14:creationId xmlns:p14="http://schemas.microsoft.com/office/powerpoint/2010/main" val="659633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Lab 8 vs Lab 9</a:t>
            </a:r>
            <a:endParaRPr lang="en-US" sz="3467" dirty="0"/>
          </a:p>
        </p:txBody>
      </p:sp>
      <p:sp>
        <p:nvSpPr>
          <p:cNvPr id="42" name="Shape 0">
            <a:extLst>
              <a:ext uri="{FF2B5EF4-FFF2-40B4-BE49-F238E27FC236}">
                <a16:creationId xmlns:a16="http://schemas.microsoft.com/office/drawing/2014/main" id="{DEB294CD-9E69-D3F1-AC50-DAE5FF653F13}"/>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44" name="TextBox 43">
            <a:extLst>
              <a:ext uri="{FF2B5EF4-FFF2-40B4-BE49-F238E27FC236}">
                <a16:creationId xmlns:a16="http://schemas.microsoft.com/office/drawing/2014/main" id="{83FAF883-FD0D-F52B-557E-82EDDB474886}"/>
              </a:ext>
            </a:extLst>
          </p:cNvPr>
          <p:cNvSpPr txBox="1"/>
          <p:nvPr/>
        </p:nvSpPr>
        <p:spPr>
          <a:xfrm>
            <a:off x="4046621" y="2767280"/>
            <a:ext cx="4098758" cy="1323439"/>
          </a:xfrm>
          <a:prstGeom prst="rect">
            <a:avLst/>
          </a:prstGeom>
          <a:noFill/>
        </p:spPr>
        <p:txBody>
          <a:bodyPr wrap="square">
            <a:spAutoFit/>
          </a:bodyPr>
          <a:lstStyle/>
          <a:p>
            <a:r>
              <a:rPr lang="en-US" sz="8000" b="1" i="1" dirty="0">
                <a:solidFill>
                  <a:srgbClr val="000000"/>
                </a:solidFill>
                <a:latin typeface="Calibri" pitchFamily="34" charset="0"/>
                <a:ea typeface="Calibri" pitchFamily="34" charset="-122"/>
                <a:cs typeface="Calibri" pitchFamily="34" charset="-120"/>
              </a:rPr>
              <a:t>Lab 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E6F68-52A9-7EB7-7FF1-38892EF28E5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AF88768-9584-911C-91C1-A46E7EEA3115}"/>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31950D0A-5CD1-5776-7B2A-08162E27B8D5}"/>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Lab 8 vs Lab 9</a:t>
            </a:r>
            <a:endParaRPr lang="en-US" sz="3467" dirty="0"/>
          </a:p>
        </p:txBody>
      </p:sp>
      <p:sp>
        <p:nvSpPr>
          <p:cNvPr id="42" name="Shape 0">
            <a:extLst>
              <a:ext uri="{FF2B5EF4-FFF2-40B4-BE49-F238E27FC236}">
                <a16:creationId xmlns:a16="http://schemas.microsoft.com/office/drawing/2014/main" id="{D6F1E4D5-9D5B-9D9D-B253-9606C605F6A1}"/>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5" name="Picture 4">
            <a:extLst>
              <a:ext uri="{FF2B5EF4-FFF2-40B4-BE49-F238E27FC236}">
                <a16:creationId xmlns:a16="http://schemas.microsoft.com/office/drawing/2014/main" id="{E3F35848-D2DF-0A9D-C71E-35A44C1046F6}"/>
              </a:ext>
            </a:extLst>
          </p:cNvPr>
          <p:cNvPicPr>
            <a:picLocks noChangeAspect="1"/>
          </p:cNvPicPr>
          <p:nvPr/>
        </p:nvPicPr>
        <p:blipFill>
          <a:blip r:embed="rId3"/>
          <a:stretch>
            <a:fillRect/>
          </a:stretch>
        </p:blipFill>
        <p:spPr>
          <a:xfrm>
            <a:off x="2712720" y="1100396"/>
            <a:ext cx="6766560" cy="4657207"/>
          </a:xfrm>
          <a:prstGeom prst="rect">
            <a:avLst/>
          </a:prstGeom>
        </p:spPr>
      </p:pic>
      <p:pic>
        <p:nvPicPr>
          <p:cNvPr id="13" name="Picture 12">
            <a:extLst>
              <a:ext uri="{FF2B5EF4-FFF2-40B4-BE49-F238E27FC236}">
                <a16:creationId xmlns:a16="http://schemas.microsoft.com/office/drawing/2014/main" id="{D079FB1A-B08B-8786-D6AF-FB132FD5EB82}"/>
              </a:ext>
            </a:extLst>
          </p:cNvPr>
          <p:cNvPicPr>
            <a:picLocks noChangeAspect="1"/>
          </p:cNvPicPr>
          <p:nvPr/>
        </p:nvPicPr>
        <p:blipFill>
          <a:blip r:embed="rId4"/>
          <a:stretch>
            <a:fillRect/>
          </a:stretch>
        </p:blipFill>
        <p:spPr>
          <a:xfrm>
            <a:off x="488841" y="1920125"/>
            <a:ext cx="1562318" cy="3153215"/>
          </a:xfrm>
          <a:prstGeom prst="rect">
            <a:avLst/>
          </a:prstGeom>
        </p:spPr>
      </p:pic>
    </p:spTree>
    <p:extLst>
      <p:ext uri="{BB962C8B-B14F-4D97-AF65-F5344CB8AC3E}">
        <p14:creationId xmlns:p14="http://schemas.microsoft.com/office/powerpoint/2010/main" val="3050566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8F678-6E06-8652-0D86-52F37794731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D017B33-9FE0-45F8-A0B4-44D820CE8453}"/>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EAAE4C82-FD4F-139C-A5D3-BEC94F041D9D}"/>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Lab 8 vs Lab 9</a:t>
            </a:r>
            <a:endParaRPr lang="en-US" sz="3467" dirty="0"/>
          </a:p>
        </p:txBody>
      </p:sp>
      <p:sp>
        <p:nvSpPr>
          <p:cNvPr id="42" name="Shape 0">
            <a:extLst>
              <a:ext uri="{FF2B5EF4-FFF2-40B4-BE49-F238E27FC236}">
                <a16:creationId xmlns:a16="http://schemas.microsoft.com/office/drawing/2014/main" id="{C77BD128-0981-7C91-768D-446083C8ECE3}"/>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7" name="Picture 6">
            <a:extLst>
              <a:ext uri="{FF2B5EF4-FFF2-40B4-BE49-F238E27FC236}">
                <a16:creationId xmlns:a16="http://schemas.microsoft.com/office/drawing/2014/main" id="{121BC0E1-7386-43F1-974A-6E6B57E2AA09}"/>
              </a:ext>
            </a:extLst>
          </p:cNvPr>
          <p:cNvPicPr>
            <a:picLocks noChangeAspect="1"/>
          </p:cNvPicPr>
          <p:nvPr/>
        </p:nvPicPr>
        <p:blipFill>
          <a:blip r:embed="rId3"/>
          <a:stretch>
            <a:fillRect/>
          </a:stretch>
        </p:blipFill>
        <p:spPr>
          <a:xfrm>
            <a:off x="2565092" y="1094047"/>
            <a:ext cx="5791507" cy="1664862"/>
          </a:xfrm>
          <a:prstGeom prst="rect">
            <a:avLst/>
          </a:prstGeom>
        </p:spPr>
      </p:pic>
      <p:pic>
        <p:nvPicPr>
          <p:cNvPr id="9" name="Picture 8">
            <a:extLst>
              <a:ext uri="{FF2B5EF4-FFF2-40B4-BE49-F238E27FC236}">
                <a16:creationId xmlns:a16="http://schemas.microsoft.com/office/drawing/2014/main" id="{AB3E2EE9-79E1-988F-E2F7-5AB96779A34B}"/>
              </a:ext>
            </a:extLst>
          </p:cNvPr>
          <p:cNvPicPr>
            <a:picLocks noChangeAspect="1"/>
          </p:cNvPicPr>
          <p:nvPr/>
        </p:nvPicPr>
        <p:blipFill>
          <a:blip r:embed="rId4"/>
          <a:stretch>
            <a:fillRect/>
          </a:stretch>
        </p:blipFill>
        <p:spPr>
          <a:xfrm>
            <a:off x="2565092" y="2864093"/>
            <a:ext cx="7899707" cy="3528240"/>
          </a:xfrm>
          <a:prstGeom prst="rect">
            <a:avLst/>
          </a:prstGeom>
        </p:spPr>
      </p:pic>
      <p:pic>
        <p:nvPicPr>
          <p:cNvPr id="6" name="Picture 5">
            <a:extLst>
              <a:ext uri="{FF2B5EF4-FFF2-40B4-BE49-F238E27FC236}">
                <a16:creationId xmlns:a16="http://schemas.microsoft.com/office/drawing/2014/main" id="{14ADF75D-2B89-938E-3B55-245D49262EEE}"/>
              </a:ext>
            </a:extLst>
          </p:cNvPr>
          <p:cNvPicPr>
            <a:picLocks noChangeAspect="1"/>
          </p:cNvPicPr>
          <p:nvPr/>
        </p:nvPicPr>
        <p:blipFill>
          <a:blip r:embed="rId5"/>
          <a:stretch>
            <a:fillRect/>
          </a:stretch>
        </p:blipFill>
        <p:spPr>
          <a:xfrm>
            <a:off x="421640" y="1926478"/>
            <a:ext cx="1514686" cy="3591426"/>
          </a:xfrm>
          <a:prstGeom prst="rect">
            <a:avLst/>
          </a:prstGeom>
        </p:spPr>
      </p:pic>
    </p:spTree>
    <p:extLst>
      <p:ext uri="{BB962C8B-B14F-4D97-AF65-F5344CB8AC3E}">
        <p14:creationId xmlns:p14="http://schemas.microsoft.com/office/powerpoint/2010/main" val="3597165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E9FCF-1A25-7CC1-72E2-495D600F73A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28DC5F0-EB74-43FD-8E61-A73847FBDEB9}"/>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DE3F10B4-CBA1-3A25-3B09-1FE353A09FBB}"/>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Lab 8 vs Lab 9</a:t>
            </a:r>
            <a:endParaRPr lang="en-US" sz="3467" dirty="0"/>
          </a:p>
        </p:txBody>
      </p:sp>
      <p:sp>
        <p:nvSpPr>
          <p:cNvPr id="42" name="Shape 0">
            <a:extLst>
              <a:ext uri="{FF2B5EF4-FFF2-40B4-BE49-F238E27FC236}">
                <a16:creationId xmlns:a16="http://schemas.microsoft.com/office/drawing/2014/main" id="{E62E6E3B-3265-D69E-8F90-D7B431833DB4}"/>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1" name="Picture 10">
            <a:extLst>
              <a:ext uri="{FF2B5EF4-FFF2-40B4-BE49-F238E27FC236}">
                <a16:creationId xmlns:a16="http://schemas.microsoft.com/office/drawing/2014/main" id="{8E87D1C6-67F0-B030-8481-6604A533A15B}"/>
              </a:ext>
            </a:extLst>
          </p:cNvPr>
          <p:cNvPicPr>
            <a:picLocks noChangeAspect="1"/>
          </p:cNvPicPr>
          <p:nvPr/>
        </p:nvPicPr>
        <p:blipFill>
          <a:blip r:embed="rId3"/>
          <a:stretch>
            <a:fillRect/>
          </a:stretch>
        </p:blipFill>
        <p:spPr>
          <a:xfrm>
            <a:off x="2462940" y="1238950"/>
            <a:ext cx="7033756" cy="2327181"/>
          </a:xfrm>
          <a:prstGeom prst="rect">
            <a:avLst/>
          </a:prstGeom>
        </p:spPr>
      </p:pic>
      <p:pic>
        <p:nvPicPr>
          <p:cNvPr id="10" name="Picture 9">
            <a:extLst>
              <a:ext uri="{FF2B5EF4-FFF2-40B4-BE49-F238E27FC236}">
                <a16:creationId xmlns:a16="http://schemas.microsoft.com/office/drawing/2014/main" id="{C5CD82C1-0438-988D-9463-A6ECA70D6A22}"/>
              </a:ext>
            </a:extLst>
          </p:cNvPr>
          <p:cNvPicPr>
            <a:picLocks noChangeAspect="1"/>
          </p:cNvPicPr>
          <p:nvPr/>
        </p:nvPicPr>
        <p:blipFill>
          <a:blip r:embed="rId4"/>
          <a:stretch>
            <a:fillRect/>
          </a:stretch>
        </p:blipFill>
        <p:spPr>
          <a:xfrm>
            <a:off x="271698" y="1902236"/>
            <a:ext cx="1657581" cy="3982006"/>
          </a:xfrm>
          <a:prstGeom prst="rect">
            <a:avLst/>
          </a:prstGeom>
        </p:spPr>
      </p:pic>
      <p:pic>
        <p:nvPicPr>
          <p:cNvPr id="23" name="Picture 22">
            <a:extLst>
              <a:ext uri="{FF2B5EF4-FFF2-40B4-BE49-F238E27FC236}">
                <a16:creationId xmlns:a16="http://schemas.microsoft.com/office/drawing/2014/main" id="{775C05E5-040B-689D-2AEC-60AA6868E7D8}"/>
              </a:ext>
            </a:extLst>
          </p:cNvPr>
          <p:cNvPicPr>
            <a:picLocks noChangeAspect="1"/>
          </p:cNvPicPr>
          <p:nvPr/>
        </p:nvPicPr>
        <p:blipFill>
          <a:blip r:embed="rId5"/>
          <a:stretch>
            <a:fillRect/>
          </a:stretch>
        </p:blipFill>
        <p:spPr>
          <a:xfrm>
            <a:off x="2462940" y="3669566"/>
            <a:ext cx="7033756" cy="3042130"/>
          </a:xfrm>
          <a:prstGeom prst="rect">
            <a:avLst/>
          </a:prstGeom>
        </p:spPr>
      </p:pic>
      <p:pic>
        <p:nvPicPr>
          <p:cNvPr id="25" name="Picture 24">
            <a:extLst>
              <a:ext uri="{FF2B5EF4-FFF2-40B4-BE49-F238E27FC236}">
                <a16:creationId xmlns:a16="http://schemas.microsoft.com/office/drawing/2014/main" id="{64FFC68B-BF64-F760-FD62-0ACD91F3E9EF}"/>
              </a:ext>
            </a:extLst>
          </p:cNvPr>
          <p:cNvPicPr>
            <a:picLocks noChangeAspect="1"/>
          </p:cNvPicPr>
          <p:nvPr/>
        </p:nvPicPr>
        <p:blipFill>
          <a:blip r:embed="rId6"/>
          <a:stretch>
            <a:fillRect/>
          </a:stretch>
        </p:blipFill>
        <p:spPr>
          <a:xfrm>
            <a:off x="3195524" y="1711705"/>
            <a:ext cx="392228" cy="56770"/>
          </a:xfrm>
          <a:prstGeom prst="rect">
            <a:avLst/>
          </a:prstGeom>
        </p:spPr>
      </p:pic>
    </p:spTree>
    <p:extLst>
      <p:ext uri="{BB962C8B-B14F-4D97-AF65-F5344CB8AC3E}">
        <p14:creationId xmlns:p14="http://schemas.microsoft.com/office/powerpoint/2010/main" val="2563584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EF577-1720-4062-CB43-9ED2D9A69E3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25C7601-342C-ECC2-4F84-D537EECE0F01}"/>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D742B8E5-D144-3A7D-DA19-BCCB3E63D92E}"/>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Lab 8 vs Lab 9</a:t>
            </a:r>
            <a:endParaRPr lang="en-US" sz="3467" dirty="0"/>
          </a:p>
        </p:txBody>
      </p:sp>
      <p:sp>
        <p:nvSpPr>
          <p:cNvPr id="42" name="Shape 0">
            <a:extLst>
              <a:ext uri="{FF2B5EF4-FFF2-40B4-BE49-F238E27FC236}">
                <a16:creationId xmlns:a16="http://schemas.microsoft.com/office/drawing/2014/main" id="{3D73C285-7730-5B6B-FD4A-DD7BF1A9E93A}"/>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0" name="Picture 9">
            <a:extLst>
              <a:ext uri="{FF2B5EF4-FFF2-40B4-BE49-F238E27FC236}">
                <a16:creationId xmlns:a16="http://schemas.microsoft.com/office/drawing/2014/main" id="{189706A5-49A2-C64E-7EE3-05253E15C56C}"/>
              </a:ext>
            </a:extLst>
          </p:cNvPr>
          <p:cNvPicPr>
            <a:picLocks noChangeAspect="1"/>
          </p:cNvPicPr>
          <p:nvPr/>
        </p:nvPicPr>
        <p:blipFill>
          <a:blip r:embed="rId3"/>
          <a:stretch>
            <a:fillRect/>
          </a:stretch>
        </p:blipFill>
        <p:spPr>
          <a:xfrm>
            <a:off x="234905" y="1525272"/>
            <a:ext cx="1533739" cy="4391638"/>
          </a:xfrm>
          <a:prstGeom prst="rect">
            <a:avLst/>
          </a:prstGeom>
        </p:spPr>
      </p:pic>
      <p:pic>
        <p:nvPicPr>
          <p:cNvPr id="12" name="Picture 11">
            <a:extLst>
              <a:ext uri="{FF2B5EF4-FFF2-40B4-BE49-F238E27FC236}">
                <a16:creationId xmlns:a16="http://schemas.microsoft.com/office/drawing/2014/main" id="{E6F62C41-D7BA-5244-EF3F-E1B475C06185}"/>
              </a:ext>
            </a:extLst>
          </p:cNvPr>
          <p:cNvPicPr>
            <a:picLocks noChangeAspect="1"/>
          </p:cNvPicPr>
          <p:nvPr/>
        </p:nvPicPr>
        <p:blipFill>
          <a:blip r:embed="rId4"/>
          <a:stretch>
            <a:fillRect/>
          </a:stretch>
        </p:blipFill>
        <p:spPr>
          <a:xfrm>
            <a:off x="2470347" y="1054412"/>
            <a:ext cx="7044032" cy="2183431"/>
          </a:xfrm>
          <a:prstGeom prst="rect">
            <a:avLst/>
          </a:prstGeom>
        </p:spPr>
      </p:pic>
      <p:pic>
        <p:nvPicPr>
          <p:cNvPr id="14" name="Picture 13">
            <a:extLst>
              <a:ext uri="{FF2B5EF4-FFF2-40B4-BE49-F238E27FC236}">
                <a16:creationId xmlns:a16="http://schemas.microsoft.com/office/drawing/2014/main" id="{EE312811-FD8D-ACBB-66DF-3886B8B50B85}"/>
              </a:ext>
            </a:extLst>
          </p:cNvPr>
          <p:cNvPicPr>
            <a:picLocks noChangeAspect="1"/>
          </p:cNvPicPr>
          <p:nvPr/>
        </p:nvPicPr>
        <p:blipFill>
          <a:blip r:embed="rId5"/>
          <a:stretch>
            <a:fillRect/>
          </a:stretch>
        </p:blipFill>
        <p:spPr>
          <a:xfrm>
            <a:off x="2470347" y="3325799"/>
            <a:ext cx="7044032" cy="3415092"/>
          </a:xfrm>
          <a:prstGeom prst="rect">
            <a:avLst/>
          </a:prstGeom>
        </p:spPr>
      </p:pic>
      <p:pic>
        <p:nvPicPr>
          <p:cNvPr id="15" name="Picture 14">
            <a:extLst>
              <a:ext uri="{FF2B5EF4-FFF2-40B4-BE49-F238E27FC236}">
                <a16:creationId xmlns:a16="http://schemas.microsoft.com/office/drawing/2014/main" id="{3FAAD268-07E2-AAAF-29D5-A75109C1C1A8}"/>
              </a:ext>
            </a:extLst>
          </p:cNvPr>
          <p:cNvPicPr>
            <a:picLocks noChangeAspect="1"/>
          </p:cNvPicPr>
          <p:nvPr/>
        </p:nvPicPr>
        <p:blipFill>
          <a:blip r:embed="rId6"/>
          <a:stretch>
            <a:fillRect/>
          </a:stretch>
        </p:blipFill>
        <p:spPr>
          <a:xfrm>
            <a:off x="3005023" y="1248283"/>
            <a:ext cx="504939" cy="48856"/>
          </a:xfrm>
          <a:prstGeom prst="rect">
            <a:avLst/>
          </a:prstGeom>
        </p:spPr>
      </p:pic>
      <p:pic>
        <p:nvPicPr>
          <p:cNvPr id="16" name="Picture 15">
            <a:extLst>
              <a:ext uri="{FF2B5EF4-FFF2-40B4-BE49-F238E27FC236}">
                <a16:creationId xmlns:a16="http://schemas.microsoft.com/office/drawing/2014/main" id="{0B897C27-D67C-0052-2EAE-9C5D9CFC4128}"/>
              </a:ext>
            </a:extLst>
          </p:cNvPr>
          <p:cNvPicPr>
            <a:picLocks noChangeAspect="1"/>
          </p:cNvPicPr>
          <p:nvPr/>
        </p:nvPicPr>
        <p:blipFill>
          <a:blip r:embed="rId6"/>
          <a:stretch>
            <a:fillRect/>
          </a:stretch>
        </p:blipFill>
        <p:spPr>
          <a:xfrm>
            <a:off x="2863736" y="1500844"/>
            <a:ext cx="504939" cy="48856"/>
          </a:xfrm>
          <a:prstGeom prst="rect">
            <a:avLst/>
          </a:prstGeom>
        </p:spPr>
      </p:pic>
    </p:spTree>
    <p:extLst>
      <p:ext uri="{BB962C8B-B14F-4D97-AF65-F5344CB8AC3E}">
        <p14:creationId xmlns:p14="http://schemas.microsoft.com/office/powerpoint/2010/main" val="941106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C7838-5785-AF17-A921-4ED5CE5FCE5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338266C-C9DF-6947-4F41-7E01CB1A4E6F}"/>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78B19B7F-92AC-26AF-B754-24969DF68490}"/>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Lab 8 vs Lab 9</a:t>
            </a:r>
            <a:endParaRPr lang="en-US" sz="3467" dirty="0"/>
          </a:p>
        </p:txBody>
      </p:sp>
      <p:sp>
        <p:nvSpPr>
          <p:cNvPr id="42" name="Shape 0">
            <a:extLst>
              <a:ext uri="{FF2B5EF4-FFF2-40B4-BE49-F238E27FC236}">
                <a16:creationId xmlns:a16="http://schemas.microsoft.com/office/drawing/2014/main" id="{9DA8BA91-AAD2-31CD-4ABE-A5F8BC1F0E2E}"/>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5" name="Picture 14">
            <a:extLst>
              <a:ext uri="{FF2B5EF4-FFF2-40B4-BE49-F238E27FC236}">
                <a16:creationId xmlns:a16="http://schemas.microsoft.com/office/drawing/2014/main" id="{1FACC377-7889-7524-EE4C-03F788DA25A7}"/>
              </a:ext>
            </a:extLst>
          </p:cNvPr>
          <p:cNvPicPr>
            <a:picLocks noChangeAspect="1"/>
          </p:cNvPicPr>
          <p:nvPr/>
        </p:nvPicPr>
        <p:blipFill>
          <a:blip r:embed="rId3"/>
          <a:stretch>
            <a:fillRect/>
          </a:stretch>
        </p:blipFill>
        <p:spPr>
          <a:xfrm>
            <a:off x="2659975" y="1711296"/>
            <a:ext cx="8983385" cy="1814306"/>
          </a:xfrm>
          <a:prstGeom prst="rect">
            <a:avLst/>
          </a:prstGeom>
        </p:spPr>
      </p:pic>
      <p:pic>
        <p:nvPicPr>
          <p:cNvPr id="17" name="Picture 16">
            <a:extLst>
              <a:ext uri="{FF2B5EF4-FFF2-40B4-BE49-F238E27FC236}">
                <a16:creationId xmlns:a16="http://schemas.microsoft.com/office/drawing/2014/main" id="{4A350F78-5799-1FCC-8FFE-BCF01A7EB24E}"/>
              </a:ext>
            </a:extLst>
          </p:cNvPr>
          <p:cNvPicPr>
            <a:picLocks noChangeAspect="1"/>
          </p:cNvPicPr>
          <p:nvPr/>
        </p:nvPicPr>
        <p:blipFill>
          <a:blip r:embed="rId4"/>
          <a:stretch>
            <a:fillRect/>
          </a:stretch>
        </p:blipFill>
        <p:spPr>
          <a:xfrm>
            <a:off x="548640" y="1417148"/>
            <a:ext cx="1400370" cy="4601217"/>
          </a:xfrm>
          <a:prstGeom prst="rect">
            <a:avLst/>
          </a:prstGeom>
        </p:spPr>
      </p:pic>
      <p:pic>
        <p:nvPicPr>
          <p:cNvPr id="5122" name="Picture 2">
            <a:extLst>
              <a:ext uri="{FF2B5EF4-FFF2-40B4-BE49-F238E27FC236}">
                <a16:creationId xmlns:a16="http://schemas.microsoft.com/office/drawing/2014/main" id="{DEC3C833-DCC5-DEC1-C991-F18BAF1308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9675" y="3634636"/>
            <a:ext cx="3216506" cy="3223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968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 Dacă te-ntreabă lumea când te-nsori...">
            <a:extLst>
              <a:ext uri="{FF2B5EF4-FFF2-40B4-BE49-F238E27FC236}">
                <a16:creationId xmlns:a16="http://schemas.microsoft.com/office/drawing/2014/main" id="{923D284F-343D-0A1F-AFAC-0FEBAA95B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1775" y="1215902"/>
            <a:ext cx="5228449" cy="461591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1E703DD-7634-6EC8-F0E4-EA5D1A390549}"/>
                  </a:ext>
                </a:extLst>
              </p14:cNvPr>
              <p14:cNvContentPartPr/>
              <p14:nvPr/>
            </p14:nvContentPartPr>
            <p14:xfrm>
              <a:off x="4027000" y="5588304"/>
              <a:ext cx="3451320" cy="32400"/>
            </p14:xfrm>
          </p:contentPart>
        </mc:Choice>
        <mc:Fallback>
          <p:pic>
            <p:nvPicPr>
              <p:cNvPr id="2" name="Ink 1">
                <a:extLst>
                  <a:ext uri="{FF2B5EF4-FFF2-40B4-BE49-F238E27FC236}">
                    <a16:creationId xmlns:a16="http://schemas.microsoft.com/office/drawing/2014/main" id="{C1E703DD-7634-6EC8-F0E4-EA5D1A390549}"/>
                  </a:ext>
                </a:extLst>
              </p:cNvPr>
              <p:cNvPicPr/>
              <p:nvPr/>
            </p:nvPicPr>
            <p:blipFill>
              <a:blip r:embed="rId4"/>
              <a:stretch>
                <a:fillRect/>
              </a:stretch>
            </p:blipFill>
            <p:spPr>
              <a:xfrm>
                <a:off x="3964360" y="5525664"/>
                <a:ext cx="3576960" cy="158040"/>
              </a:xfrm>
              <a:prstGeom prst="rect">
                <a:avLst/>
              </a:prstGeom>
            </p:spPr>
          </p:pic>
        </mc:Fallback>
      </mc:AlternateContent>
      <p:grpSp>
        <p:nvGrpSpPr>
          <p:cNvPr id="12" name="Group 11">
            <a:extLst>
              <a:ext uri="{FF2B5EF4-FFF2-40B4-BE49-F238E27FC236}">
                <a16:creationId xmlns:a16="http://schemas.microsoft.com/office/drawing/2014/main" id="{8B665A97-5C74-1C2F-127E-02C7C77AED27}"/>
              </a:ext>
            </a:extLst>
          </p:cNvPr>
          <p:cNvGrpSpPr/>
          <p:nvPr/>
        </p:nvGrpSpPr>
        <p:grpSpPr>
          <a:xfrm>
            <a:off x="3929900" y="5575070"/>
            <a:ext cx="3634200" cy="140400"/>
            <a:chOff x="3929900" y="5575070"/>
            <a:chExt cx="3634200" cy="140400"/>
          </a:xfrm>
        </p:grpSpPr>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D6297997-5B07-72C7-C4D3-14A7085CD0AB}"/>
                    </a:ext>
                  </a:extLst>
                </p14:cNvPr>
                <p14:cNvContentPartPr/>
                <p14:nvPr/>
              </p14:nvContentPartPr>
              <p14:xfrm>
                <a:off x="3929900" y="5575070"/>
                <a:ext cx="621000" cy="110880"/>
              </p14:xfrm>
            </p:contentPart>
          </mc:Choice>
          <mc:Fallback>
            <p:pic>
              <p:nvPicPr>
                <p:cNvPr id="4" name="Ink 3">
                  <a:extLst>
                    <a:ext uri="{FF2B5EF4-FFF2-40B4-BE49-F238E27FC236}">
                      <a16:creationId xmlns:a16="http://schemas.microsoft.com/office/drawing/2014/main" id="{D6297997-5B07-72C7-C4D3-14A7085CD0AB}"/>
                    </a:ext>
                  </a:extLst>
                </p:cNvPr>
                <p:cNvPicPr/>
                <p:nvPr/>
              </p:nvPicPr>
              <p:blipFill>
                <a:blip r:embed="rId6"/>
                <a:stretch>
                  <a:fillRect/>
                </a:stretch>
              </p:blipFill>
              <p:spPr>
                <a:xfrm>
                  <a:off x="3867260" y="5512430"/>
                  <a:ext cx="74664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07918382-D36D-4FBF-A253-F02013AF2F3B}"/>
                    </a:ext>
                  </a:extLst>
                </p14:cNvPr>
                <p14:cNvContentPartPr/>
                <p14:nvPr/>
              </p14:nvContentPartPr>
              <p14:xfrm>
                <a:off x="4445420" y="5663630"/>
                <a:ext cx="114840" cy="37080"/>
              </p14:xfrm>
            </p:contentPart>
          </mc:Choice>
          <mc:Fallback>
            <p:pic>
              <p:nvPicPr>
                <p:cNvPr id="5" name="Ink 4">
                  <a:extLst>
                    <a:ext uri="{FF2B5EF4-FFF2-40B4-BE49-F238E27FC236}">
                      <a16:creationId xmlns:a16="http://schemas.microsoft.com/office/drawing/2014/main" id="{07918382-D36D-4FBF-A253-F02013AF2F3B}"/>
                    </a:ext>
                  </a:extLst>
                </p:cNvPr>
                <p:cNvPicPr/>
                <p:nvPr/>
              </p:nvPicPr>
              <p:blipFill>
                <a:blip r:embed="rId8"/>
                <a:stretch>
                  <a:fillRect/>
                </a:stretch>
              </p:blipFill>
              <p:spPr>
                <a:xfrm>
                  <a:off x="4382780" y="5600630"/>
                  <a:ext cx="24048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A58E45D0-508E-FD8C-3E05-27F6AFEB0E41}"/>
                    </a:ext>
                  </a:extLst>
                </p14:cNvPr>
                <p14:cNvContentPartPr/>
                <p14:nvPr/>
              </p14:nvContentPartPr>
              <p14:xfrm>
                <a:off x="4641620" y="5593070"/>
                <a:ext cx="2922480" cy="122400"/>
              </p14:xfrm>
            </p:contentPart>
          </mc:Choice>
          <mc:Fallback>
            <p:pic>
              <p:nvPicPr>
                <p:cNvPr id="7" name="Ink 6">
                  <a:extLst>
                    <a:ext uri="{FF2B5EF4-FFF2-40B4-BE49-F238E27FC236}">
                      <a16:creationId xmlns:a16="http://schemas.microsoft.com/office/drawing/2014/main" id="{A58E45D0-508E-FD8C-3E05-27F6AFEB0E41}"/>
                    </a:ext>
                  </a:extLst>
                </p:cNvPr>
                <p:cNvPicPr/>
                <p:nvPr/>
              </p:nvPicPr>
              <p:blipFill>
                <a:blip r:embed="rId10"/>
                <a:stretch>
                  <a:fillRect/>
                </a:stretch>
              </p:blipFill>
              <p:spPr>
                <a:xfrm>
                  <a:off x="4578980" y="5530430"/>
                  <a:ext cx="304812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1A7D14B1-DAEA-E186-5B03-EEBA29FE9A51}"/>
                    </a:ext>
                  </a:extLst>
                </p14:cNvPr>
                <p14:cNvContentPartPr/>
                <p14:nvPr/>
              </p14:nvContentPartPr>
              <p14:xfrm>
                <a:off x="4279820" y="5683070"/>
                <a:ext cx="178200" cy="360"/>
              </p14:xfrm>
            </p:contentPart>
          </mc:Choice>
          <mc:Fallback>
            <p:pic>
              <p:nvPicPr>
                <p:cNvPr id="9" name="Ink 8">
                  <a:extLst>
                    <a:ext uri="{FF2B5EF4-FFF2-40B4-BE49-F238E27FC236}">
                      <a16:creationId xmlns:a16="http://schemas.microsoft.com/office/drawing/2014/main" id="{1A7D14B1-DAEA-E186-5B03-EEBA29FE9A51}"/>
                    </a:ext>
                  </a:extLst>
                </p:cNvPr>
                <p:cNvPicPr/>
                <p:nvPr/>
              </p:nvPicPr>
              <p:blipFill>
                <a:blip r:embed="rId12"/>
                <a:stretch>
                  <a:fillRect/>
                </a:stretch>
              </p:blipFill>
              <p:spPr>
                <a:xfrm>
                  <a:off x="4217180" y="5620430"/>
                  <a:ext cx="30384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EE15735C-7055-EF01-8B43-C605D72DC1A0}"/>
                    </a:ext>
                  </a:extLst>
                </p14:cNvPr>
                <p14:cNvContentPartPr/>
                <p14:nvPr/>
              </p14:nvContentPartPr>
              <p14:xfrm>
                <a:off x="4381340" y="5714750"/>
                <a:ext cx="1440" cy="360"/>
              </p14:xfrm>
            </p:contentPart>
          </mc:Choice>
          <mc:Fallback>
            <p:pic>
              <p:nvPicPr>
                <p:cNvPr id="11" name="Ink 10">
                  <a:extLst>
                    <a:ext uri="{FF2B5EF4-FFF2-40B4-BE49-F238E27FC236}">
                      <a16:creationId xmlns:a16="http://schemas.microsoft.com/office/drawing/2014/main" id="{EE15735C-7055-EF01-8B43-C605D72DC1A0}"/>
                    </a:ext>
                  </a:extLst>
                </p:cNvPr>
                <p:cNvPicPr/>
                <p:nvPr/>
              </p:nvPicPr>
              <p:blipFill>
                <a:blip r:embed="rId14"/>
                <a:stretch>
                  <a:fillRect/>
                </a:stretch>
              </p:blipFill>
              <p:spPr>
                <a:xfrm>
                  <a:off x="4318700" y="5651750"/>
                  <a:ext cx="127080" cy="126000"/>
                </a:xfrm>
                <a:prstGeom prst="rect">
                  <a:avLst/>
                </a:prstGeom>
              </p:spPr>
            </p:pic>
          </mc:Fallback>
        </mc:AlternateContent>
      </p:grpSp>
      <p:sp>
        <p:nvSpPr>
          <p:cNvPr id="13" name="TextBox 12">
            <a:extLst>
              <a:ext uri="{FF2B5EF4-FFF2-40B4-BE49-F238E27FC236}">
                <a16:creationId xmlns:a16="http://schemas.microsoft.com/office/drawing/2014/main" id="{62633DB8-AA37-C445-DF0B-5F9586D2D2BC}"/>
              </a:ext>
            </a:extLst>
          </p:cNvPr>
          <p:cNvSpPr txBox="1"/>
          <p:nvPr/>
        </p:nvSpPr>
        <p:spPr>
          <a:xfrm>
            <a:off x="3755239" y="5358282"/>
            <a:ext cx="4330522" cy="492443"/>
          </a:xfrm>
          <a:prstGeom prst="rect">
            <a:avLst/>
          </a:prstGeom>
          <a:noFill/>
        </p:spPr>
        <p:txBody>
          <a:bodyPr wrap="square" rtlCol="0">
            <a:spAutoFit/>
          </a:bodyPr>
          <a:lstStyle/>
          <a:p>
            <a:r>
              <a:rPr lang="ro-RO" sz="2600" b="1" dirty="0"/>
              <a:t>For educational purposes</a:t>
            </a:r>
          </a:p>
        </p:txBody>
      </p:sp>
    </p:spTree>
    <p:extLst>
      <p:ext uri="{BB962C8B-B14F-4D97-AF65-F5344CB8AC3E}">
        <p14:creationId xmlns:p14="http://schemas.microsoft.com/office/powerpoint/2010/main" val="149273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FD4AD-D859-299D-024B-6DA2C80373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DFEF6BF-4BD0-A6DF-5976-8C721DDB3345}"/>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42AE4762-DE58-0D10-1667-90020FD2C3EB}"/>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Lab 8 vs Lab 9</a:t>
            </a:r>
            <a:endParaRPr lang="en-US" sz="3467" dirty="0"/>
          </a:p>
        </p:txBody>
      </p:sp>
      <p:sp>
        <p:nvSpPr>
          <p:cNvPr id="42" name="Shape 0">
            <a:extLst>
              <a:ext uri="{FF2B5EF4-FFF2-40B4-BE49-F238E27FC236}">
                <a16:creationId xmlns:a16="http://schemas.microsoft.com/office/drawing/2014/main" id="{D78FF59C-71A4-0208-59D3-C8C85B262141}"/>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44" name="TextBox 43">
            <a:extLst>
              <a:ext uri="{FF2B5EF4-FFF2-40B4-BE49-F238E27FC236}">
                <a16:creationId xmlns:a16="http://schemas.microsoft.com/office/drawing/2014/main" id="{20101C45-B1D0-EE78-47C9-8C5F93D4B90B}"/>
              </a:ext>
            </a:extLst>
          </p:cNvPr>
          <p:cNvSpPr txBox="1"/>
          <p:nvPr/>
        </p:nvSpPr>
        <p:spPr>
          <a:xfrm>
            <a:off x="4046621" y="2767280"/>
            <a:ext cx="4098758" cy="1323439"/>
          </a:xfrm>
          <a:prstGeom prst="rect">
            <a:avLst/>
          </a:prstGeom>
          <a:noFill/>
        </p:spPr>
        <p:txBody>
          <a:bodyPr wrap="square">
            <a:spAutoFit/>
          </a:bodyPr>
          <a:lstStyle/>
          <a:p>
            <a:r>
              <a:rPr lang="en-US" sz="8000" b="1" i="1" dirty="0">
                <a:solidFill>
                  <a:srgbClr val="000000"/>
                </a:solidFill>
                <a:latin typeface="Calibri" pitchFamily="34" charset="0"/>
                <a:ea typeface="Calibri" pitchFamily="34" charset="-122"/>
                <a:cs typeface="Calibri" pitchFamily="34" charset="-120"/>
              </a:rPr>
              <a:t>Lab 9…</a:t>
            </a:r>
          </a:p>
        </p:txBody>
      </p:sp>
    </p:spTree>
    <p:extLst>
      <p:ext uri="{BB962C8B-B14F-4D97-AF65-F5344CB8AC3E}">
        <p14:creationId xmlns:p14="http://schemas.microsoft.com/office/powerpoint/2010/main" val="739577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2C8C3-C3D7-7693-366E-F34DCD3A919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9B287A4-C4D8-F2D7-7D65-8224B4A8486A}"/>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A9E0886A-7D87-2BC8-62A2-8FC6F0CE75F0}"/>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Lab 8 vs Lab 9</a:t>
            </a:r>
            <a:endParaRPr lang="en-US" sz="3467" dirty="0"/>
          </a:p>
        </p:txBody>
      </p:sp>
      <p:sp>
        <p:nvSpPr>
          <p:cNvPr id="42" name="Shape 0">
            <a:extLst>
              <a:ext uri="{FF2B5EF4-FFF2-40B4-BE49-F238E27FC236}">
                <a16:creationId xmlns:a16="http://schemas.microsoft.com/office/drawing/2014/main" id="{472188DE-A23B-57F8-3B9A-4E8EB3BBCAE2}"/>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9" name="Picture 8">
            <a:extLst>
              <a:ext uri="{FF2B5EF4-FFF2-40B4-BE49-F238E27FC236}">
                <a16:creationId xmlns:a16="http://schemas.microsoft.com/office/drawing/2014/main" id="{84EF7905-60FC-F200-443B-B4EFBC948500}"/>
              </a:ext>
            </a:extLst>
          </p:cNvPr>
          <p:cNvPicPr>
            <a:picLocks noChangeAspect="1"/>
          </p:cNvPicPr>
          <p:nvPr/>
        </p:nvPicPr>
        <p:blipFill>
          <a:blip r:embed="rId3"/>
          <a:stretch>
            <a:fillRect/>
          </a:stretch>
        </p:blipFill>
        <p:spPr>
          <a:xfrm>
            <a:off x="4860758" y="3300715"/>
            <a:ext cx="2929347" cy="2924583"/>
          </a:xfrm>
          <a:prstGeom prst="rect">
            <a:avLst/>
          </a:prstGeom>
        </p:spPr>
      </p:pic>
      <p:sp>
        <p:nvSpPr>
          <p:cNvPr id="10" name="Shape 6">
            <a:extLst>
              <a:ext uri="{FF2B5EF4-FFF2-40B4-BE49-F238E27FC236}">
                <a16:creationId xmlns:a16="http://schemas.microsoft.com/office/drawing/2014/main" id="{48B14B12-8FBE-3D9C-D8B4-5D2F7917CFA8}"/>
              </a:ext>
            </a:extLst>
          </p:cNvPr>
          <p:cNvSpPr/>
          <p:nvPr/>
        </p:nvSpPr>
        <p:spPr>
          <a:xfrm>
            <a:off x="64169" y="1483014"/>
            <a:ext cx="12054038" cy="1516621"/>
          </a:xfrm>
          <a:prstGeom prst="rect">
            <a:avLst/>
          </a:prstGeom>
          <a:solidFill>
            <a:srgbClr val="1E2A3A"/>
          </a:solidFill>
          <a:ln w="10160">
            <a:solidFill>
              <a:srgbClr val="00E5FF"/>
            </a:solidFill>
            <a:prstDash val="solid"/>
          </a:ln>
        </p:spPr>
        <p:txBody>
          <a:bodyPr/>
          <a:lstStyle/>
          <a:p>
            <a:r>
              <a:rPr lang="en-US" sz="1260" dirty="0">
                <a:solidFill>
                  <a:srgbClr val="A8D8EA"/>
                </a:solidFill>
                <a:latin typeface="Consolas" pitchFamily="34" charset="0"/>
                <a:ea typeface="Consolas" pitchFamily="34" charset="-122"/>
                <a:cs typeface="Consolas" pitchFamily="34" charset="-120"/>
              </a:rPr>
              <a:t>import torch</a:t>
            </a:r>
          </a:p>
          <a:p>
            <a:r>
              <a:rPr lang="en-US" sz="1260" dirty="0">
                <a:solidFill>
                  <a:srgbClr val="A8D8EA"/>
                </a:solidFill>
                <a:latin typeface="Consolas" pitchFamily="34" charset="0"/>
                <a:ea typeface="Consolas" pitchFamily="34" charset="-122"/>
                <a:cs typeface="Consolas" pitchFamily="34" charset="-120"/>
              </a:rPr>
              <a:t>from diffusers import </a:t>
            </a:r>
            <a:r>
              <a:rPr lang="en-US" sz="1260" dirty="0" err="1">
                <a:solidFill>
                  <a:srgbClr val="A8D8EA"/>
                </a:solidFill>
                <a:latin typeface="Consolas" pitchFamily="34" charset="0"/>
                <a:ea typeface="Consolas" pitchFamily="34" charset="-122"/>
                <a:cs typeface="Consolas" pitchFamily="34" charset="-120"/>
              </a:rPr>
              <a:t>StableDiffusionPipeline</a:t>
            </a:r>
            <a:endParaRPr lang="en-US" sz="1260" dirty="0">
              <a:solidFill>
                <a:srgbClr val="A8D8EA"/>
              </a:solidFill>
              <a:latin typeface="Consolas" pitchFamily="34" charset="0"/>
              <a:ea typeface="Consolas" pitchFamily="34" charset="-122"/>
              <a:cs typeface="Consolas" pitchFamily="34" charset="-120"/>
            </a:endParaRPr>
          </a:p>
          <a:p>
            <a:r>
              <a:rPr lang="en-US" sz="1260" dirty="0" err="1">
                <a:solidFill>
                  <a:srgbClr val="A8D8EA"/>
                </a:solidFill>
                <a:latin typeface="Consolas" pitchFamily="34" charset="0"/>
                <a:ea typeface="Consolas" pitchFamily="34" charset="-122"/>
                <a:cs typeface="Consolas" pitchFamily="34" charset="-120"/>
              </a:rPr>
              <a:t>torch.manual_seed</a:t>
            </a:r>
            <a:r>
              <a:rPr lang="en-US" sz="1260" dirty="0">
                <a:solidFill>
                  <a:srgbClr val="A8D8EA"/>
                </a:solidFill>
                <a:latin typeface="Consolas" pitchFamily="34" charset="0"/>
                <a:ea typeface="Consolas" pitchFamily="34" charset="-122"/>
                <a:cs typeface="Consolas" pitchFamily="34" charset="-120"/>
              </a:rPr>
              <a:t>(42)</a:t>
            </a:r>
          </a:p>
          <a:p>
            <a:endParaRPr lang="en-US" sz="1260" dirty="0">
              <a:solidFill>
                <a:srgbClr val="A8D8EA"/>
              </a:solidFill>
              <a:latin typeface="Consolas" pitchFamily="34" charset="0"/>
              <a:ea typeface="Consolas" pitchFamily="34" charset="-122"/>
              <a:cs typeface="Consolas" pitchFamily="34" charset="-120"/>
            </a:endParaRPr>
          </a:p>
          <a:p>
            <a:r>
              <a:rPr lang="en-US" sz="1260" dirty="0">
                <a:solidFill>
                  <a:srgbClr val="A8D8EA"/>
                </a:solidFill>
                <a:latin typeface="Consolas" pitchFamily="34" charset="0"/>
                <a:ea typeface="Consolas" pitchFamily="34" charset="-122"/>
                <a:cs typeface="Consolas" pitchFamily="34" charset="-120"/>
              </a:rPr>
              <a:t>prompt="an astronaut in a spacesuit riding a unicorn"</a:t>
            </a:r>
          </a:p>
          <a:p>
            <a:r>
              <a:rPr lang="en-US" sz="1260" dirty="0">
                <a:solidFill>
                  <a:srgbClr val="A8D8EA"/>
                </a:solidFill>
                <a:latin typeface="Consolas" pitchFamily="34" charset="0"/>
                <a:ea typeface="Consolas" pitchFamily="34" charset="-122"/>
                <a:cs typeface="Consolas" pitchFamily="34" charset="-120"/>
              </a:rPr>
              <a:t>pipe = </a:t>
            </a:r>
            <a:r>
              <a:rPr lang="en-US" sz="1260" dirty="0" err="1">
                <a:solidFill>
                  <a:srgbClr val="A8D8EA"/>
                </a:solidFill>
                <a:latin typeface="Consolas" pitchFamily="34" charset="0"/>
                <a:ea typeface="Consolas" pitchFamily="34" charset="-122"/>
                <a:cs typeface="Consolas" pitchFamily="34" charset="-120"/>
              </a:rPr>
              <a:t>StableDiffusionPipeline.from_pretrained</a:t>
            </a:r>
            <a:r>
              <a:rPr lang="en-US" sz="1260" dirty="0">
                <a:solidFill>
                  <a:srgbClr val="A8D8EA"/>
                </a:solidFill>
                <a:latin typeface="Consolas" pitchFamily="34" charset="0"/>
                <a:ea typeface="Consolas" pitchFamily="34" charset="-122"/>
                <a:cs typeface="Consolas" pitchFamily="34" charset="-120"/>
              </a:rPr>
              <a:t>("</a:t>
            </a:r>
            <a:r>
              <a:rPr lang="en-US" sz="1260" dirty="0" err="1">
                <a:solidFill>
                  <a:srgbClr val="A8D8EA"/>
                </a:solidFill>
                <a:latin typeface="Consolas" pitchFamily="34" charset="0"/>
                <a:ea typeface="Consolas" pitchFamily="34" charset="-122"/>
                <a:cs typeface="Consolas" pitchFamily="34" charset="-120"/>
              </a:rPr>
              <a:t>CompVis</a:t>
            </a:r>
            <a:r>
              <a:rPr lang="en-US" sz="1260" dirty="0">
                <a:solidFill>
                  <a:srgbClr val="A8D8EA"/>
                </a:solidFill>
                <a:latin typeface="Consolas" pitchFamily="34" charset="0"/>
                <a:ea typeface="Consolas" pitchFamily="34" charset="-122"/>
                <a:cs typeface="Consolas" pitchFamily="34" charset="-120"/>
              </a:rPr>
              <a:t>/stable-diffusion-v1-4", variant="fp16", </a:t>
            </a:r>
            <a:r>
              <a:rPr lang="en-US" sz="1260" dirty="0" err="1">
                <a:solidFill>
                  <a:srgbClr val="A8D8EA"/>
                </a:solidFill>
                <a:latin typeface="Consolas" pitchFamily="34" charset="0"/>
                <a:ea typeface="Consolas" pitchFamily="34" charset="-122"/>
                <a:cs typeface="Consolas" pitchFamily="34" charset="-120"/>
              </a:rPr>
              <a:t>torch_dtype</a:t>
            </a:r>
            <a:r>
              <a:rPr lang="en-US" sz="1260" dirty="0">
                <a:solidFill>
                  <a:srgbClr val="A8D8EA"/>
                </a:solidFill>
                <a:latin typeface="Consolas" pitchFamily="34" charset="0"/>
                <a:ea typeface="Consolas" pitchFamily="34" charset="-122"/>
                <a:cs typeface="Consolas" pitchFamily="34" charset="-120"/>
              </a:rPr>
              <a:t>=torch.float16).to("</a:t>
            </a:r>
            <a:r>
              <a:rPr lang="en-US" sz="1260" dirty="0" err="1">
                <a:solidFill>
                  <a:srgbClr val="A8D8EA"/>
                </a:solidFill>
                <a:latin typeface="Consolas" pitchFamily="34" charset="0"/>
                <a:ea typeface="Consolas" pitchFamily="34" charset="-122"/>
                <a:cs typeface="Consolas" pitchFamily="34" charset="-120"/>
              </a:rPr>
              <a:t>cuda</a:t>
            </a:r>
            <a:r>
              <a:rPr lang="en-US" sz="1260" dirty="0">
                <a:solidFill>
                  <a:srgbClr val="A8D8EA"/>
                </a:solidFill>
                <a:latin typeface="Consolas" pitchFamily="34" charset="0"/>
                <a:ea typeface="Consolas" pitchFamily="34" charset="-122"/>
                <a:cs typeface="Consolas" pitchFamily="34" charset="-120"/>
              </a:rPr>
              <a:t>")</a:t>
            </a:r>
          </a:p>
          <a:p>
            <a:r>
              <a:rPr lang="en-US" sz="1260" dirty="0">
                <a:solidFill>
                  <a:srgbClr val="A8D8EA"/>
                </a:solidFill>
                <a:latin typeface="Consolas" pitchFamily="34" charset="0"/>
                <a:ea typeface="Consolas" pitchFamily="34" charset="-122"/>
                <a:cs typeface="Consolas" pitchFamily="34" charset="-120"/>
              </a:rPr>
              <a:t>image = pipe(prompt).images[0]</a:t>
            </a:r>
          </a:p>
          <a:p>
            <a:endParaRPr lang="en-US" sz="1310" dirty="0">
              <a:solidFill>
                <a:srgbClr val="A8D8EA"/>
              </a:solidFill>
              <a:latin typeface="Consolas" pitchFamily="34" charset="0"/>
              <a:ea typeface="Consolas" pitchFamily="34" charset="-122"/>
              <a:cs typeface="Consolas" pitchFamily="34" charset="-120"/>
            </a:endParaRPr>
          </a:p>
          <a:p>
            <a:endParaRPr lang="en-US" sz="1310" dirty="0"/>
          </a:p>
        </p:txBody>
      </p:sp>
      <p:sp>
        <p:nvSpPr>
          <p:cNvPr id="11" name="Text 7">
            <a:extLst>
              <a:ext uri="{FF2B5EF4-FFF2-40B4-BE49-F238E27FC236}">
                <a16:creationId xmlns:a16="http://schemas.microsoft.com/office/drawing/2014/main" id="{7E6C68D0-F8E5-8958-2763-32AC37B81E7D}"/>
              </a:ext>
            </a:extLst>
          </p:cNvPr>
          <p:cNvSpPr/>
          <p:nvPr/>
        </p:nvSpPr>
        <p:spPr>
          <a:xfrm>
            <a:off x="658368" y="1514269"/>
            <a:ext cx="10875264" cy="1404119"/>
          </a:xfrm>
          <a:prstGeom prst="rect">
            <a:avLst/>
          </a:prstGeom>
          <a:noFill/>
          <a:ln/>
        </p:spPr>
        <p:txBody>
          <a:bodyPr wrap="square" lIns="0" tIns="0" rIns="0" bIns="0" rtlCol="0" anchor="t"/>
          <a:lstStyle/>
          <a:p>
            <a:endParaRPr lang="en-US" sz="1307" dirty="0"/>
          </a:p>
        </p:txBody>
      </p:sp>
      <p:sp>
        <p:nvSpPr>
          <p:cNvPr id="13" name="TextBox 12">
            <a:extLst>
              <a:ext uri="{FF2B5EF4-FFF2-40B4-BE49-F238E27FC236}">
                <a16:creationId xmlns:a16="http://schemas.microsoft.com/office/drawing/2014/main" id="{BAB8087B-A448-F0DC-EEF5-56F6B3003B57}"/>
              </a:ext>
            </a:extLst>
          </p:cNvPr>
          <p:cNvSpPr txBox="1"/>
          <p:nvPr/>
        </p:nvSpPr>
        <p:spPr>
          <a:xfrm>
            <a:off x="64168" y="4053969"/>
            <a:ext cx="4796590" cy="646331"/>
          </a:xfrm>
          <a:prstGeom prst="rect">
            <a:avLst/>
          </a:prstGeom>
          <a:noFill/>
        </p:spPr>
        <p:txBody>
          <a:bodyPr wrap="square">
            <a:spAutoFit/>
          </a:bodyPr>
          <a:lstStyle/>
          <a:p>
            <a:r>
              <a:rPr lang="en-US" sz="1800" dirty="0">
                <a:solidFill>
                  <a:srgbClr val="595959"/>
                </a:solidFill>
                <a:latin typeface="Calibri" pitchFamily="34" charset="0"/>
                <a:ea typeface="Calibri" pitchFamily="34" charset="-122"/>
                <a:cs typeface="Calibri" pitchFamily="34" charset="-120"/>
              </a:rPr>
              <a:t>One class handles everything: </a:t>
            </a:r>
            <a:r>
              <a:rPr lang="en-US" sz="1800" dirty="0" err="1">
                <a:solidFill>
                  <a:srgbClr val="595959"/>
                </a:solidFill>
                <a:latin typeface="Calibri" pitchFamily="34" charset="0"/>
                <a:ea typeface="Calibri" pitchFamily="34" charset="-122"/>
                <a:cs typeface="Calibri" pitchFamily="34" charset="-120"/>
              </a:rPr>
              <a:t>tokeniz</a:t>
            </a:r>
            <a:r>
              <a:rPr lang="ro-RO" sz="1800" dirty="0">
                <a:solidFill>
                  <a:srgbClr val="595959"/>
                </a:solidFill>
                <a:latin typeface="Calibri" pitchFamily="34" charset="0"/>
                <a:ea typeface="Calibri" pitchFamily="34" charset="-122"/>
                <a:cs typeface="Calibri" pitchFamily="34" charset="-120"/>
              </a:rPr>
              <a:t>ation</a:t>
            </a:r>
            <a:r>
              <a:rPr lang="en-US" sz="1800" dirty="0">
                <a:solidFill>
                  <a:srgbClr val="595959"/>
                </a:solidFill>
                <a:latin typeface="Calibri" pitchFamily="34" charset="0"/>
                <a:ea typeface="Calibri" pitchFamily="34" charset="-122"/>
                <a:cs typeface="Calibri" pitchFamily="34" charset="-120"/>
              </a:rPr>
              <a:t>, </a:t>
            </a:r>
            <a:r>
              <a:rPr lang="ro-RO" sz="1800" dirty="0">
                <a:solidFill>
                  <a:srgbClr val="595959"/>
                </a:solidFill>
                <a:latin typeface="Calibri" pitchFamily="34" charset="0"/>
                <a:ea typeface="Calibri" pitchFamily="34" charset="-122"/>
                <a:cs typeface="Calibri" pitchFamily="34" charset="-120"/>
              </a:rPr>
              <a:t>CLIP </a:t>
            </a:r>
            <a:r>
              <a:rPr lang="en-US" sz="1800" dirty="0">
                <a:solidFill>
                  <a:srgbClr val="595959"/>
                </a:solidFill>
                <a:latin typeface="Calibri" pitchFamily="34" charset="0"/>
                <a:ea typeface="Calibri" pitchFamily="34" charset="-122"/>
                <a:cs typeface="Calibri" pitchFamily="34" charset="-120"/>
              </a:rPr>
              <a:t>text encoder, U-Net, VAE, image generation </a:t>
            </a:r>
            <a:endParaRPr lang="en-US" sz="1800" dirty="0"/>
          </a:p>
        </p:txBody>
      </p:sp>
      <p:pic>
        <p:nvPicPr>
          <p:cNvPr id="4098" name="Picture 2" descr="I work hard at my job - GIF - Imgur">
            <a:extLst>
              <a:ext uri="{FF2B5EF4-FFF2-40B4-BE49-F238E27FC236}">
                <a16:creationId xmlns:a16="http://schemas.microsoft.com/office/drawing/2014/main" id="{4CD1B88D-6BAE-D745-C771-D3FE78523F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764" y="4828106"/>
            <a:ext cx="2660987" cy="1853055"/>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5FE206D8-CB52-09BB-F1F2-487EA7CBFD67}"/>
              </a:ext>
            </a:extLst>
          </p:cNvPr>
          <p:cNvSpPr/>
          <p:nvPr/>
        </p:nvSpPr>
        <p:spPr>
          <a:xfrm>
            <a:off x="2042668" y="1739900"/>
            <a:ext cx="2062908" cy="17154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5" name="Rectangle 14">
            <a:extLst>
              <a:ext uri="{FF2B5EF4-FFF2-40B4-BE49-F238E27FC236}">
                <a16:creationId xmlns:a16="http://schemas.microsoft.com/office/drawing/2014/main" id="{07E503D3-EE8F-66D6-7272-6342F25EE624}"/>
              </a:ext>
            </a:extLst>
          </p:cNvPr>
          <p:cNvSpPr/>
          <p:nvPr/>
        </p:nvSpPr>
        <p:spPr>
          <a:xfrm>
            <a:off x="752776" y="2493106"/>
            <a:ext cx="2038350" cy="2032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17" name="Picture 16">
            <a:extLst>
              <a:ext uri="{FF2B5EF4-FFF2-40B4-BE49-F238E27FC236}">
                <a16:creationId xmlns:a16="http://schemas.microsoft.com/office/drawing/2014/main" id="{953F52CC-CDC0-B6A3-34AD-7AC250125012}"/>
              </a:ext>
            </a:extLst>
          </p:cNvPr>
          <p:cNvPicPr>
            <a:picLocks noChangeAspect="1"/>
          </p:cNvPicPr>
          <p:nvPr/>
        </p:nvPicPr>
        <p:blipFill>
          <a:blip r:embed="rId5"/>
          <a:stretch>
            <a:fillRect/>
          </a:stretch>
        </p:blipFill>
        <p:spPr>
          <a:xfrm>
            <a:off x="7943125" y="173904"/>
            <a:ext cx="4028742" cy="1208357"/>
          </a:xfrm>
          <a:prstGeom prst="rect">
            <a:avLst/>
          </a:prstGeom>
        </p:spPr>
      </p:pic>
      <p:sp>
        <p:nvSpPr>
          <p:cNvPr id="19" name="TextBox 18">
            <a:extLst>
              <a:ext uri="{FF2B5EF4-FFF2-40B4-BE49-F238E27FC236}">
                <a16:creationId xmlns:a16="http://schemas.microsoft.com/office/drawing/2014/main" id="{ED6E2482-8406-E0D5-3381-7EB741E1D6C4}"/>
              </a:ext>
            </a:extLst>
          </p:cNvPr>
          <p:cNvSpPr txBox="1"/>
          <p:nvPr/>
        </p:nvSpPr>
        <p:spPr>
          <a:xfrm>
            <a:off x="5947836" y="479741"/>
            <a:ext cx="2520224" cy="523220"/>
          </a:xfrm>
          <a:prstGeom prst="rect">
            <a:avLst/>
          </a:prstGeom>
          <a:noFill/>
        </p:spPr>
        <p:txBody>
          <a:bodyPr wrap="square">
            <a:spAutoFit/>
          </a:bodyPr>
          <a:lstStyle/>
          <a:p>
            <a:r>
              <a:rPr lang="en-US" sz="1400" i="1" dirty="0"/>
              <a:t>Diffusers is a Hugging Face library for diffusion models.</a:t>
            </a:r>
            <a:endParaRPr lang="ro-RO" sz="1400" i="1" dirty="0"/>
          </a:p>
        </p:txBody>
      </p:sp>
      <p:sp>
        <p:nvSpPr>
          <p:cNvPr id="32" name="Rectangle 31">
            <a:extLst>
              <a:ext uri="{FF2B5EF4-FFF2-40B4-BE49-F238E27FC236}">
                <a16:creationId xmlns:a16="http://schemas.microsoft.com/office/drawing/2014/main" id="{BB38FAB4-B48D-7D05-83FE-097296C7CD68}"/>
              </a:ext>
            </a:extLst>
          </p:cNvPr>
          <p:cNvSpPr/>
          <p:nvPr/>
        </p:nvSpPr>
        <p:spPr>
          <a:xfrm>
            <a:off x="548640" y="1739900"/>
            <a:ext cx="852593" cy="171546"/>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34" name="Straight Arrow Connector 33">
            <a:extLst>
              <a:ext uri="{FF2B5EF4-FFF2-40B4-BE49-F238E27FC236}">
                <a16:creationId xmlns:a16="http://schemas.microsoft.com/office/drawing/2014/main" id="{ABA34404-B914-78D3-C33E-A3BC37041D1A}"/>
              </a:ext>
            </a:extLst>
          </p:cNvPr>
          <p:cNvCxnSpPr>
            <a:cxnSpLocks/>
            <a:endCxn id="19" idx="1"/>
          </p:cNvCxnSpPr>
          <p:nvPr/>
        </p:nvCxnSpPr>
        <p:spPr>
          <a:xfrm flipV="1">
            <a:off x="1219200" y="741351"/>
            <a:ext cx="4728636" cy="998549"/>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1680938E-958A-D902-57DE-3BF04B6E04DE}"/>
              </a:ext>
            </a:extLst>
          </p:cNvPr>
          <p:cNvCxnSpPr>
            <a:cxnSpLocks/>
          </p:cNvCxnSpPr>
          <p:nvPr/>
        </p:nvCxnSpPr>
        <p:spPr>
          <a:xfrm flipH="1">
            <a:off x="599889" y="2696306"/>
            <a:ext cx="235542" cy="140579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6316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4E4FA7AF-1148-52A1-5E00-E78A6BD255E0}"/>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1</a:t>
            </a:r>
            <a:endParaRPr lang="en-US" sz="1867" dirty="0"/>
          </a:p>
        </p:txBody>
      </p:sp>
      <p:sp>
        <p:nvSpPr>
          <p:cNvPr id="7" name="Text 2">
            <a:extLst>
              <a:ext uri="{FF2B5EF4-FFF2-40B4-BE49-F238E27FC236}">
                <a16:creationId xmlns:a16="http://schemas.microsoft.com/office/drawing/2014/main" id="{C1239377-AFAE-8459-D692-5946FB8E2BB9}"/>
              </a:ext>
            </a:extLst>
          </p:cNvPr>
          <p:cNvSpPr/>
          <p:nvPr/>
        </p:nvSpPr>
        <p:spPr>
          <a:xfrm>
            <a:off x="853440" y="2255520"/>
            <a:ext cx="1115705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Generating Images</a:t>
            </a:r>
          </a:p>
          <a:p>
            <a:r>
              <a:rPr lang="en-US" sz="6000" b="1" dirty="0">
                <a:solidFill>
                  <a:srgbClr val="000000"/>
                </a:solidFill>
                <a:latin typeface="Calibri" pitchFamily="34" charset="0"/>
                <a:ea typeface="Calibri" pitchFamily="34" charset="-122"/>
                <a:cs typeface="Calibri" pitchFamily="34" charset="-120"/>
              </a:rPr>
              <a:t>with the</a:t>
            </a:r>
          </a:p>
          <a:p>
            <a:r>
              <a:rPr lang="en-US" sz="6000" b="1" dirty="0">
                <a:solidFill>
                  <a:srgbClr val="000000"/>
                </a:solidFill>
                <a:latin typeface="Calibri" pitchFamily="34" charset="0"/>
                <a:ea typeface="Calibri" pitchFamily="34" charset="-122"/>
                <a:cs typeface="Calibri" pitchFamily="34" charset="-120"/>
              </a:rPr>
              <a:t>diffusers Library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327 Doing Many Things Stock Vectors and Vector Art | Shutterstock">
            <a:extLst>
              <a:ext uri="{FF2B5EF4-FFF2-40B4-BE49-F238E27FC236}">
                <a16:creationId xmlns:a16="http://schemas.microsoft.com/office/drawing/2014/main" id="{5730CCA1-EC97-A1A3-2C48-E4E8A6AB94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285875"/>
            <a:ext cx="5715000" cy="4286250"/>
          </a:xfrm>
          <a:prstGeom prst="rect">
            <a:avLst/>
          </a:prstGeom>
          <a:noFill/>
          <a:extLst>
            <a:ext uri="{909E8E84-426E-40DD-AFC4-6F175D3DCCD1}">
              <a14:hiddenFill xmlns:a14="http://schemas.microsoft.com/office/drawing/2010/main">
                <a:solidFill>
                  <a:srgbClr val="FFFFFF"/>
                </a:solidFill>
              </a14:hiddenFill>
            </a:ext>
          </a:extLst>
        </p:spPr>
      </p:pic>
      <p:sp>
        <p:nvSpPr>
          <p:cNvPr id="2" name="Shape 0">
            <a:extLst>
              <a:ext uri="{FF2B5EF4-FFF2-40B4-BE49-F238E27FC236}">
                <a16:creationId xmlns:a16="http://schemas.microsoft.com/office/drawing/2014/main" id="{14DB5B58-757C-ED66-62DC-98293EDAFAE1}"/>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TextBox 2">
            <a:extLst>
              <a:ext uri="{FF2B5EF4-FFF2-40B4-BE49-F238E27FC236}">
                <a16:creationId xmlns:a16="http://schemas.microsoft.com/office/drawing/2014/main" id="{DD728388-5ADC-9795-2A5D-6AE976216FC5}"/>
              </a:ext>
            </a:extLst>
          </p:cNvPr>
          <p:cNvSpPr txBox="1"/>
          <p:nvPr/>
        </p:nvSpPr>
        <p:spPr>
          <a:xfrm>
            <a:off x="5568593" y="3167390"/>
            <a:ext cx="6739847" cy="523220"/>
          </a:xfrm>
          <a:prstGeom prst="rect">
            <a:avLst/>
          </a:prstGeom>
          <a:noFill/>
        </p:spPr>
        <p:txBody>
          <a:bodyPr wrap="square">
            <a:spAutoFit/>
          </a:bodyPr>
          <a:lstStyle/>
          <a:p>
            <a:r>
              <a:rPr lang="en-US" sz="2800" b="0" i="0" dirty="0">
                <a:effectLst/>
                <a:latin typeface="Google Sans Text"/>
              </a:rPr>
              <a:t>We can do many things with diffusers library</a:t>
            </a:r>
            <a:endParaRPr lang="ro-RO" sz="2800" dirty="0"/>
          </a:p>
        </p:txBody>
      </p:sp>
    </p:spTree>
    <p:extLst>
      <p:ext uri="{BB962C8B-B14F-4D97-AF65-F5344CB8AC3E}">
        <p14:creationId xmlns:p14="http://schemas.microsoft.com/office/powerpoint/2010/main" val="2547362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Multiple Prompts and Adjusting Parameters</a:t>
            </a:r>
            <a:endParaRPr lang="en-US" sz="3467" dirty="0"/>
          </a:p>
        </p:txBody>
      </p:sp>
      <p:sp>
        <p:nvSpPr>
          <p:cNvPr id="43" name="Shape 0">
            <a:extLst>
              <a:ext uri="{FF2B5EF4-FFF2-40B4-BE49-F238E27FC236}">
                <a16:creationId xmlns:a16="http://schemas.microsoft.com/office/drawing/2014/main" id="{61A8FC8B-032E-ED79-F366-74A1085AF3C4}"/>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45" name="Picture 44">
            <a:extLst>
              <a:ext uri="{FF2B5EF4-FFF2-40B4-BE49-F238E27FC236}">
                <a16:creationId xmlns:a16="http://schemas.microsoft.com/office/drawing/2014/main" id="{4C5EF2DB-AF80-C3A4-9DEA-44BF35BE197E}"/>
              </a:ext>
            </a:extLst>
          </p:cNvPr>
          <p:cNvPicPr>
            <a:picLocks noChangeAspect="1"/>
          </p:cNvPicPr>
          <p:nvPr/>
        </p:nvPicPr>
        <p:blipFill>
          <a:blip r:embed="rId3"/>
          <a:stretch>
            <a:fillRect/>
          </a:stretch>
        </p:blipFill>
        <p:spPr>
          <a:xfrm>
            <a:off x="1904434" y="1855062"/>
            <a:ext cx="7631222" cy="2599744"/>
          </a:xfrm>
          <a:prstGeom prst="rect">
            <a:avLst/>
          </a:prstGeom>
        </p:spPr>
      </p:pic>
      <p:pic>
        <p:nvPicPr>
          <p:cNvPr id="7172" name="Picture 4">
            <a:extLst>
              <a:ext uri="{FF2B5EF4-FFF2-40B4-BE49-F238E27FC236}">
                <a16:creationId xmlns:a16="http://schemas.microsoft.com/office/drawing/2014/main" id="{8507A650-A3BA-0112-DBBA-89765EF587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2245" y="4609331"/>
            <a:ext cx="5968047" cy="1989349"/>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31C6C4AD-CECE-E04F-0C84-BD998D55029A}"/>
              </a:ext>
            </a:extLst>
          </p:cNvPr>
          <p:cNvSpPr txBox="1"/>
          <p:nvPr/>
        </p:nvSpPr>
        <p:spPr>
          <a:xfrm>
            <a:off x="92467" y="1178580"/>
            <a:ext cx="7520683" cy="400110"/>
          </a:xfrm>
          <a:prstGeom prst="rect">
            <a:avLst/>
          </a:prstGeom>
          <a:noFill/>
        </p:spPr>
        <p:txBody>
          <a:bodyPr wrap="square">
            <a:spAutoFit/>
          </a:bodyPr>
          <a:lstStyle/>
          <a:p>
            <a:r>
              <a:rPr lang="en-US" sz="2000" b="0" i="0" dirty="0">
                <a:effectLst/>
                <a:latin typeface="Google Sans Text"/>
              </a:rPr>
              <a:t>We can generate multiple images at once using different prompts:</a:t>
            </a:r>
            <a:endParaRPr lang="ro-RO"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F553C-19AE-C866-CAE3-FD5ED55920F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D46FC8-264A-D987-05B4-C93852EE6F55}"/>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CDDA8E4D-DFAB-CCF5-0524-21BA01DACE3F}"/>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Multiple Prompts and Adjusting Parameters</a:t>
            </a:r>
            <a:endParaRPr lang="en-US" sz="3467" dirty="0"/>
          </a:p>
        </p:txBody>
      </p:sp>
      <p:sp>
        <p:nvSpPr>
          <p:cNvPr id="43" name="Shape 0">
            <a:extLst>
              <a:ext uri="{FF2B5EF4-FFF2-40B4-BE49-F238E27FC236}">
                <a16:creationId xmlns:a16="http://schemas.microsoft.com/office/drawing/2014/main" id="{F821DF74-D47D-C8BB-1635-BFE837C61E82}"/>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47" name="TextBox 46">
            <a:extLst>
              <a:ext uri="{FF2B5EF4-FFF2-40B4-BE49-F238E27FC236}">
                <a16:creationId xmlns:a16="http://schemas.microsoft.com/office/drawing/2014/main" id="{BD9F410B-6405-3353-4BE6-D4E4C18BDD66}"/>
              </a:ext>
            </a:extLst>
          </p:cNvPr>
          <p:cNvSpPr txBox="1"/>
          <p:nvPr/>
        </p:nvSpPr>
        <p:spPr>
          <a:xfrm>
            <a:off x="92467" y="1178580"/>
            <a:ext cx="9780998" cy="400110"/>
          </a:xfrm>
          <a:prstGeom prst="rect">
            <a:avLst/>
          </a:prstGeom>
          <a:noFill/>
        </p:spPr>
        <p:txBody>
          <a:bodyPr wrap="square">
            <a:spAutoFit/>
          </a:bodyPr>
          <a:lstStyle/>
          <a:p>
            <a:r>
              <a:rPr lang="en-US" sz="2000" b="0" i="0" dirty="0">
                <a:effectLst/>
                <a:latin typeface="Google Sans Text"/>
              </a:rPr>
              <a:t>We can change the </a:t>
            </a:r>
            <a:r>
              <a:rPr lang="en-US" sz="2000" b="1" i="0" dirty="0">
                <a:effectLst/>
                <a:latin typeface="Google Sans Text"/>
              </a:rPr>
              <a:t>image resolution </a:t>
            </a:r>
            <a:r>
              <a:rPr lang="en-US" sz="2000" b="0" i="0" dirty="0">
                <a:effectLst/>
                <a:latin typeface="Google Sans Text"/>
              </a:rPr>
              <a:t>and </a:t>
            </a:r>
            <a:r>
              <a:rPr lang="en-US" sz="2000" b="1" i="0" dirty="0">
                <a:effectLst/>
                <a:latin typeface="Google Sans Text"/>
              </a:rPr>
              <a:t>classifier-free guidance parameter</a:t>
            </a:r>
            <a:r>
              <a:rPr lang="en-US" sz="2000" b="0" i="0" dirty="0">
                <a:effectLst/>
                <a:latin typeface="Google Sans Text"/>
              </a:rPr>
              <a:t>:</a:t>
            </a:r>
            <a:endParaRPr lang="ro-RO" sz="2000" dirty="0"/>
          </a:p>
        </p:txBody>
      </p:sp>
      <p:pic>
        <p:nvPicPr>
          <p:cNvPr id="5" name="Picture 4">
            <a:extLst>
              <a:ext uri="{FF2B5EF4-FFF2-40B4-BE49-F238E27FC236}">
                <a16:creationId xmlns:a16="http://schemas.microsoft.com/office/drawing/2014/main" id="{961420A8-734F-25BC-D3B5-94A1BF2B17F3}"/>
              </a:ext>
            </a:extLst>
          </p:cNvPr>
          <p:cNvPicPr>
            <a:picLocks noChangeAspect="1"/>
          </p:cNvPicPr>
          <p:nvPr/>
        </p:nvPicPr>
        <p:blipFill>
          <a:blip r:embed="rId3"/>
          <a:stretch>
            <a:fillRect/>
          </a:stretch>
        </p:blipFill>
        <p:spPr>
          <a:xfrm>
            <a:off x="1526451" y="1983252"/>
            <a:ext cx="9139098" cy="1513907"/>
          </a:xfrm>
          <a:prstGeom prst="rect">
            <a:avLst/>
          </a:prstGeom>
        </p:spPr>
      </p:pic>
      <p:pic>
        <p:nvPicPr>
          <p:cNvPr id="9218" name="Picture 2">
            <a:extLst>
              <a:ext uri="{FF2B5EF4-FFF2-40B4-BE49-F238E27FC236}">
                <a16:creationId xmlns:a16="http://schemas.microsoft.com/office/drawing/2014/main" id="{80B78E5E-81F0-42C5-2B7F-0F30162573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6638" y="3653147"/>
            <a:ext cx="4587824" cy="3058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7807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36B9F-EE0B-6FEC-C285-3BF7E1462D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95318E4-8FB3-8645-E610-2F7D4AD05956}"/>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9" name="Shape 0">
            <a:extLst>
              <a:ext uri="{FF2B5EF4-FFF2-40B4-BE49-F238E27FC236}">
                <a16:creationId xmlns:a16="http://schemas.microsoft.com/office/drawing/2014/main" id="{02F3D61E-9D62-EFC0-7198-BD3229B6A46E}"/>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2" name="Picture 11">
            <a:extLst>
              <a:ext uri="{FF2B5EF4-FFF2-40B4-BE49-F238E27FC236}">
                <a16:creationId xmlns:a16="http://schemas.microsoft.com/office/drawing/2014/main" id="{2EDC0E7E-E1D9-4E2C-4605-319D58D8F664}"/>
              </a:ext>
            </a:extLst>
          </p:cNvPr>
          <p:cNvPicPr>
            <a:picLocks noChangeAspect="1"/>
          </p:cNvPicPr>
          <p:nvPr/>
        </p:nvPicPr>
        <p:blipFill>
          <a:blip r:embed="rId3"/>
          <a:stretch>
            <a:fillRect/>
          </a:stretch>
        </p:blipFill>
        <p:spPr>
          <a:xfrm>
            <a:off x="3584518" y="2332150"/>
            <a:ext cx="7851381" cy="4334616"/>
          </a:xfrm>
          <a:prstGeom prst="rect">
            <a:avLst/>
          </a:prstGeom>
        </p:spPr>
      </p:pic>
      <p:sp>
        <p:nvSpPr>
          <p:cNvPr id="13" name="TextBox 12">
            <a:extLst>
              <a:ext uri="{FF2B5EF4-FFF2-40B4-BE49-F238E27FC236}">
                <a16:creationId xmlns:a16="http://schemas.microsoft.com/office/drawing/2014/main" id="{459B8B33-8FE0-55AB-31C0-3060F064FED9}"/>
              </a:ext>
            </a:extLst>
          </p:cNvPr>
          <p:cNvSpPr txBox="1"/>
          <p:nvPr/>
        </p:nvSpPr>
        <p:spPr>
          <a:xfrm>
            <a:off x="756100" y="2598003"/>
            <a:ext cx="2254228" cy="830997"/>
          </a:xfrm>
          <a:prstGeom prst="rect">
            <a:avLst/>
          </a:prstGeom>
          <a:noFill/>
        </p:spPr>
        <p:txBody>
          <a:bodyPr wrap="square" rtlCol="0">
            <a:spAutoFit/>
          </a:bodyPr>
          <a:lstStyle/>
          <a:p>
            <a:r>
              <a:rPr lang="en-US" sz="2400" i="1" dirty="0"/>
              <a:t>Remember this from lab 5 ?</a:t>
            </a:r>
            <a:endParaRPr lang="ro-RO" sz="2400" i="1" dirty="0"/>
          </a:p>
        </p:txBody>
      </p:sp>
      <p:pic>
        <p:nvPicPr>
          <p:cNvPr id="2050" name="Picture 2" descr="I Cant Remember GIFs | Tenor">
            <a:extLst>
              <a:ext uri="{FF2B5EF4-FFF2-40B4-BE49-F238E27FC236}">
                <a16:creationId xmlns:a16="http://schemas.microsoft.com/office/drawing/2014/main" id="{7956A511-D124-512A-4024-71E8BE6F23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100" y="3999372"/>
            <a:ext cx="2383604" cy="204773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92CD0EB-EFF1-0040-FE87-52B89F9E5A95}"/>
              </a:ext>
            </a:extLst>
          </p:cNvPr>
          <p:cNvSpPr txBox="1"/>
          <p:nvPr/>
        </p:nvSpPr>
        <p:spPr>
          <a:xfrm>
            <a:off x="2411003" y="667908"/>
            <a:ext cx="6537789" cy="461665"/>
          </a:xfrm>
          <a:prstGeom prst="rect">
            <a:avLst/>
          </a:prstGeom>
          <a:noFill/>
        </p:spPr>
        <p:txBody>
          <a:bodyPr wrap="square">
            <a:spAutoFit/>
          </a:bodyPr>
          <a:lstStyle/>
          <a:p>
            <a:r>
              <a:rPr lang="en-US" sz="2400" b="1" i="0" dirty="0">
                <a:effectLst/>
                <a:latin typeface="Google Sans Text"/>
              </a:rPr>
              <a:t>What is classifier-free guidance or guidance scale</a:t>
            </a:r>
            <a:endParaRPr lang="ro-RO" sz="2400" b="1" dirty="0"/>
          </a:p>
        </p:txBody>
      </p:sp>
      <p:pic>
        <p:nvPicPr>
          <p:cNvPr id="10246" name="Picture 6" descr="a pink sticky note with the word reminder on it">
            <a:extLst>
              <a:ext uri="{FF2B5EF4-FFF2-40B4-BE49-F238E27FC236}">
                <a16:creationId xmlns:a16="http://schemas.microsoft.com/office/drawing/2014/main" id="{F180614D-F1CE-6E65-87D5-184B461D6E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611" y="180053"/>
            <a:ext cx="2159392" cy="1617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5778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4E4FA7AF-1148-52A1-5E00-E78A6BD255E0}"/>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2</a:t>
            </a:r>
            <a:endParaRPr lang="en-US" sz="1867" dirty="0"/>
          </a:p>
        </p:txBody>
      </p:sp>
      <p:sp>
        <p:nvSpPr>
          <p:cNvPr id="7" name="Text 2">
            <a:extLst>
              <a:ext uri="{FF2B5EF4-FFF2-40B4-BE49-F238E27FC236}">
                <a16:creationId xmlns:a16="http://schemas.microsoft.com/office/drawing/2014/main" id="{C1239377-AFAE-8459-D692-5946FB8E2BB9}"/>
              </a:ext>
            </a:extLst>
          </p:cNvPr>
          <p:cNvSpPr/>
          <p:nvPr/>
        </p:nvSpPr>
        <p:spPr>
          <a:xfrm>
            <a:off x="853440" y="2255520"/>
            <a:ext cx="1115705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Creating CLIP</a:t>
            </a:r>
          </a:p>
          <a:p>
            <a:r>
              <a:rPr lang="en-US" sz="6000" b="1" dirty="0">
                <a:solidFill>
                  <a:srgbClr val="000000"/>
                </a:solidFill>
                <a:latin typeface="Calibri" pitchFamily="34" charset="0"/>
                <a:ea typeface="Calibri" pitchFamily="34" charset="-122"/>
                <a:cs typeface="Calibri" pitchFamily="34" charset="-120"/>
              </a:rPr>
              <a:t>Text Embeddings</a:t>
            </a:r>
          </a:p>
          <a:p>
            <a:r>
              <a:rPr lang="en-US" sz="6000" b="1" dirty="0">
                <a:solidFill>
                  <a:srgbClr val="000000"/>
                </a:solidFill>
                <a:latin typeface="Calibri" pitchFamily="34" charset="0"/>
                <a:ea typeface="Calibri" pitchFamily="34" charset="-122"/>
                <a:cs typeface="Calibri" pitchFamily="34" charset="-120"/>
              </a:rPr>
              <a:t>Manually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err="1">
                <a:solidFill>
                  <a:srgbClr val="1F3864"/>
                </a:solidFill>
                <a:latin typeface="Calibri" pitchFamily="34" charset="0"/>
                <a:ea typeface="Calibri" pitchFamily="34" charset="-122"/>
                <a:cs typeface="Calibri" pitchFamily="34" charset="-120"/>
              </a:rPr>
              <a:t>CLIPTokenizer</a:t>
            </a:r>
            <a:r>
              <a:rPr lang="en-US" sz="3467" b="1" dirty="0">
                <a:solidFill>
                  <a:srgbClr val="1F3864"/>
                </a:solidFill>
                <a:latin typeface="Calibri" pitchFamily="34" charset="0"/>
                <a:ea typeface="Calibri" pitchFamily="34" charset="-122"/>
                <a:cs typeface="Calibri" pitchFamily="34" charset="-120"/>
              </a:rPr>
              <a:t> and CLIPTextModel</a:t>
            </a:r>
            <a:endParaRPr lang="en-US" sz="3467" dirty="0"/>
          </a:p>
        </p:txBody>
      </p:sp>
      <p:sp>
        <p:nvSpPr>
          <p:cNvPr id="45" name="Shape 0">
            <a:extLst>
              <a:ext uri="{FF2B5EF4-FFF2-40B4-BE49-F238E27FC236}">
                <a16:creationId xmlns:a16="http://schemas.microsoft.com/office/drawing/2014/main" id="{FB4E77AB-A172-5A6B-6EC6-468E2C87CAF6}"/>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49" name="Picture 48">
            <a:extLst>
              <a:ext uri="{FF2B5EF4-FFF2-40B4-BE49-F238E27FC236}">
                <a16:creationId xmlns:a16="http://schemas.microsoft.com/office/drawing/2014/main" id="{F9A6143A-D8C0-C1E6-CBCF-A14073585D62}"/>
              </a:ext>
            </a:extLst>
          </p:cNvPr>
          <p:cNvPicPr>
            <a:picLocks noChangeAspect="1"/>
          </p:cNvPicPr>
          <p:nvPr/>
        </p:nvPicPr>
        <p:blipFill>
          <a:blip r:embed="rId3"/>
          <a:stretch>
            <a:fillRect/>
          </a:stretch>
        </p:blipFill>
        <p:spPr>
          <a:xfrm>
            <a:off x="54111" y="1147098"/>
            <a:ext cx="2609636" cy="454209"/>
          </a:xfrm>
          <a:prstGeom prst="rect">
            <a:avLst/>
          </a:prstGeom>
        </p:spPr>
      </p:pic>
      <p:pic>
        <p:nvPicPr>
          <p:cNvPr id="51" name="Picture 50">
            <a:extLst>
              <a:ext uri="{FF2B5EF4-FFF2-40B4-BE49-F238E27FC236}">
                <a16:creationId xmlns:a16="http://schemas.microsoft.com/office/drawing/2014/main" id="{4C13A113-E02D-C39E-7AAB-34F15E7C5F7E}"/>
              </a:ext>
            </a:extLst>
          </p:cNvPr>
          <p:cNvPicPr>
            <a:picLocks noChangeAspect="1"/>
          </p:cNvPicPr>
          <p:nvPr/>
        </p:nvPicPr>
        <p:blipFill>
          <a:blip r:embed="rId4"/>
          <a:stretch>
            <a:fillRect/>
          </a:stretch>
        </p:blipFill>
        <p:spPr>
          <a:xfrm>
            <a:off x="54112" y="2118325"/>
            <a:ext cx="9411744" cy="1115466"/>
          </a:xfrm>
          <a:prstGeom prst="rect">
            <a:avLst/>
          </a:prstGeom>
        </p:spPr>
      </p:pic>
      <p:pic>
        <p:nvPicPr>
          <p:cNvPr id="53" name="Picture 52">
            <a:extLst>
              <a:ext uri="{FF2B5EF4-FFF2-40B4-BE49-F238E27FC236}">
                <a16:creationId xmlns:a16="http://schemas.microsoft.com/office/drawing/2014/main" id="{67E3A612-468F-0AF5-4D0F-9C07720C7CCA}"/>
              </a:ext>
            </a:extLst>
          </p:cNvPr>
          <p:cNvPicPr>
            <a:picLocks noChangeAspect="1"/>
          </p:cNvPicPr>
          <p:nvPr/>
        </p:nvPicPr>
        <p:blipFill>
          <a:blip r:embed="rId5"/>
          <a:stretch>
            <a:fillRect/>
          </a:stretch>
        </p:blipFill>
        <p:spPr>
          <a:xfrm>
            <a:off x="54112" y="3710507"/>
            <a:ext cx="11946652" cy="1713836"/>
          </a:xfrm>
          <a:prstGeom prst="rect">
            <a:avLst/>
          </a:prstGeom>
        </p:spPr>
      </p:pic>
      <p:pic>
        <p:nvPicPr>
          <p:cNvPr id="55" name="Picture 54">
            <a:extLst>
              <a:ext uri="{FF2B5EF4-FFF2-40B4-BE49-F238E27FC236}">
                <a16:creationId xmlns:a16="http://schemas.microsoft.com/office/drawing/2014/main" id="{58AF9E0E-23E1-BCEF-D4C3-E5E5B0C0A223}"/>
              </a:ext>
            </a:extLst>
          </p:cNvPr>
          <p:cNvPicPr>
            <a:picLocks noChangeAspect="1"/>
          </p:cNvPicPr>
          <p:nvPr/>
        </p:nvPicPr>
        <p:blipFill>
          <a:blip r:embed="rId6"/>
          <a:stretch>
            <a:fillRect/>
          </a:stretch>
        </p:blipFill>
        <p:spPr>
          <a:xfrm>
            <a:off x="54112" y="5942698"/>
            <a:ext cx="11946652" cy="768998"/>
          </a:xfrm>
          <a:prstGeom prst="rect">
            <a:avLst/>
          </a:prstGeom>
        </p:spPr>
      </p:pic>
      <p:sp>
        <p:nvSpPr>
          <p:cNvPr id="57" name="TextBox 56">
            <a:extLst>
              <a:ext uri="{FF2B5EF4-FFF2-40B4-BE49-F238E27FC236}">
                <a16:creationId xmlns:a16="http://schemas.microsoft.com/office/drawing/2014/main" id="{EA50357F-EB3E-CD01-66EA-10FD583D2303}"/>
              </a:ext>
            </a:extLst>
          </p:cNvPr>
          <p:cNvSpPr txBox="1"/>
          <p:nvPr/>
        </p:nvSpPr>
        <p:spPr>
          <a:xfrm>
            <a:off x="54111" y="815910"/>
            <a:ext cx="6102848" cy="369332"/>
          </a:xfrm>
          <a:prstGeom prst="rect">
            <a:avLst/>
          </a:prstGeom>
          <a:noFill/>
        </p:spPr>
        <p:txBody>
          <a:bodyPr wrap="square">
            <a:spAutoFit/>
          </a:bodyPr>
          <a:lstStyle/>
          <a:p>
            <a:r>
              <a:rPr lang="ro-RO" b="1" dirty="0"/>
              <a:t>Defining text prompts</a:t>
            </a:r>
            <a:r>
              <a:rPr lang="en-US" b="1" dirty="0"/>
              <a:t>:</a:t>
            </a:r>
            <a:r>
              <a:rPr lang="ro-RO" dirty="0"/>
              <a:t> </a:t>
            </a:r>
          </a:p>
        </p:txBody>
      </p:sp>
      <p:sp>
        <p:nvSpPr>
          <p:cNvPr id="59" name="TextBox 58">
            <a:extLst>
              <a:ext uri="{FF2B5EF4-FFF2-40B4-BE49-F238E27FC236}">
                <a16:creationId xmlns:a16="http://schemas.microsoft.com/office/drawing/2014/main" id="{EB1EFDBA-3091-046D-FBAC-C81509D053C4}"/>
              </a:ext>
            </a:extLst>
          </p:cNvPr>
          <p:cNvSpPr txBox="1"/>
          <p:nvPr/>
        </p:nvSpPr>
        <p:spPr>
          <a:xfrm>
            <a:off x="54111" y="1733322"/>
            <a:ext cx="6102848" cy="369332"/>
          </a:xfrm>
          <a:prstGeom prst="rect">
            <a:avLst/>
          </a:prstGeom>
          <a:noFill/>
        </p:spPr>
        <p:txBody>
          <a:bodyPr wrap="square">
            <a:spAutoFit/>
          </a:bodyPr>
          <a:lstStyle/>
          <a:p>
            <a:r>
              <a:rPr lang="en-US" b="1" dirty="0"/>
              <a:t>Setting up CLIP tokenizer and text encoder:</a:t>
            </a:r>
            <a:endParaRPr lang="ro-RO" b="1" dirty="0"/>
          </a:p>
        </p:txBody>
      </p:sp>
      <p:sp>
        <p:nvSpPr>
          <p:cNvPr id="61" name="TextBox 60">
            <a:extLst>
              <a:ext uri="{FF2B5EF4-FFF2-40B4-BE49-F238E27FC236}">
                <a16:creationId xmlns:a16="http://schemas.microsoft.com/office/drawing/2014/main" id="{D5D82880-8253-F2FC-D036-FEB3953687F9}"/>
              </a:ext>
            </a:extLst>
          </p:cNvPr>
          <p:cNvSpPr txBox="1"/>
          <p:nvPr/>
        </p:nvSpPr>
        <p:spPr>
          <a:xfrm>
            <a:off x="54111" y="3372329"/>
            <a:ext cx="6102848" cy="369332"/>
          </a:xfrm>
          <a:prstGeom prst="rect">
            <a:avLst/>
          </a:prstGeom>
          <a:noFill/>
        </p:spPr>
        <p:txBody>
          <a:bodyPr wrap="square">
            <a:spAutoFit/>
          </a:bodyPr>
          <a:lstStyle/>
          <a:p>
            <a:r>
              <a:rPr lang="en-US" b="1" dirty="0"/>
              <a:t>Tokenizing prompts and generating text embeddings:</a:t>
            </a:r>
            <a:endParaRPr lang="ro-RO" b="1" dirty="0"/>
          </a:p>
        </p:txBody>
      </p:sp>
      <p:sp>
        <p:nvSpPr>
          <p:cNvPr id="63" name="TextBox 62">
            <a:extLst>
              <a:ext uri="{FF2B5EF4-FFF2-40B4-BE49-F238E27FC236}">
                <a16:creationId xmlns:a16="http://schemas.microsoft.com/office/drawing/2014/main" id="{58AB8A8B-ED1B-B08D-53B4-84A1AD917367}"/>
              </a:ext>
            </a:extLst>
          </p:cNvPr>
          <p:cNvSpPr txBox="1"/>
          <p:nvPr/>
        </p:nvSpPr>
        <p:spPr>
          <a:xfrm>
            <a:off x="54111" y="5577855"/>
            <a:ext cx="6102848" cy="369332"/>
          </a:xfrm>
          <a:prstGeom prst="rect">
            <a:avLst/>
          </a:prstGeom>
          <a:noFill/>
        </p:spPr>
        <p:txBody>
          <a:bodyPr wrap="square">
            <a:spAutoFit/>
          </a:bodyPr>
          <a:lstStyle/>
          <a:p>
            <a:r>
              <a:rPr lang="ro-RO" b="1" dirty="0"/>
              <a:t>Creating the unconditional embedding</a:t>
            </a:r>
            <a:r>
              <a:rPr lang="en-US" b="1" dirty="0"/>
              <a:t>:</a:t>
            </a:r>
            <a:endParaRPr lang="ro-RO"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Why do my glasses need cleaning all the time? | Book An Eye Test">
            <a:extLst>
              <a:ext uri="{FF2B5EF4-FFF2-40B4-BE49-F238E27FC236}">
                <a16:creationId xmlns:a16="http://schemas.microsoft.com/office/drawing/2014/main" id="{60F558A8-A218-1250-51A6-6934B99C18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871" y="1460914"/>
            <a:ext cx="5904258" cy="3936172"/>
          </a:xfrm>
          <a:prstGeom prst="rect">
            <a:avLst/>
          </a:prstGeom>
          <a:noFill/>
          <a:extLst>
            <a:ext uri="{909E8E84-426E-40DD-AFC4-6F175D3DCCD1}">
              <a14:hiddenFill xmlns:a14="http://schemas.microsoft.com/office/drawing/2010/main">
                <a:solidFill>
                  <a:srgbClr val="FFFFFF"/>
                </a:solidFill>
              </a14:hiddenFill>
            </a:ext>
          </a:extLst>
        </p:spPr>
      </p:pic>
      <p:sp>
        <p:nvSpPr>
          <p:cNvPr id="3" name="Shape 0">
            <a:extLst>
              <a:ext uri="{FF2B5EF4-FFF2-40B4-BE49-F238E27FC236}">
                <a16:creationId xmlns:a16="http://schemas.microsoft.com/office/drawing/2014/main" id="{834518BA-F722-77D4-7393-8BC95C46A40D}"/>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4068326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9" name="Shape 0">
            <a:extLst>
              <a:ext uri="{FF2B5EF4-FFF2-40B4-BE49-F238E27FC236}">
                <a16:creationId xmlns:a16="http://schemas.microsoft.com/office/drawing/2014/main" id="{9A9A837A-245A-6460-8A1F-D3D11C7FBB77}"/>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84" name="Text 8">
            <a:extLst>
              <a:ext uri="{FF2B5EF4-FFF2-40B4-BE49-F238E27FC236}">
                <a16:creationId xmlns:a16="http://schemas.microsoft.com/office/drawing/2014/main" id="{F276A947-A0FE-467E-E449-4DF2862F942B}"/>
              </a:ext>
            </a:extLst>
          </p:cNvPr>
          <p:cNvSpPr/>
          <p:nvPr/>
        </p:nvSpPr>
        <p:spPr>
          <a:xfrm>
            <a:off x="921285" y="834116"/>
            <a:ext cx="1401967" cy="536448"/>
          </a:xfrm>
          <a:prstGeom prst="rect">
            <a:avLst/>
          </a:prstGeom>
          <a:noFill/>
          <a:ln/>
        </p:spPr>
        <p:txBody>
          <a:bodyPr wrap="square" rtlCol="0" anchor="ctr"/>
          <a:lstStyle/>
          <a:p>
            <a:r>
              <a:rPr lang="en-US" sz="1467" dirty="0">
                <a:solidFill>
                  <a:srgbClr val="1F3864"/>
                </a:solidFill>
                <a:latin typeface="Courier New" pitchFamily="34" charset="0"/>
                <a:ea typeface="Courier New" pitchFamily="34" charset="-122"/>
                <a:cs typeface="Courier New" pitchFamily="34" charset="-120"/>
              </a:rPr>
              <a:t>“a lion"</a:t>
            </a:r>
            <a:endParaRPr lang="en-US" sz="1467" dirty="0"/>
          </a:p>
        </p:txBody>
      </p:sp>
      <p:sp>
        <p:nvSpPr>
          <p:cNvPr id="89" name="Trapezoid 88">
            <a:extLst>
              <a:ext uri="{FF2B5EF4-FFF2-40B4-BE49-F238E27FC236}">
                <a16:creationId xmlns:a16="http://schemas.microsoft.com/office/drawing/2014/main" id="{9C334F4F-7D5B-00EC-1AD3-9A6E686ED0C5}"/>
              </a:ext>
            </a:extLst>
          </p:cNvPr>
          <p:cNvSpPr/>
          <p:nvPr/>
        </p:nvSpPr>
        <p:spPr>
          <a:xfrm rot="10800000">
            <a:off x="4724277" y="3340034"/>
            <a:ext cx="2415252" cy="608075"/>
          </a:xfrm>
          <a:prstGeom prst="trapezoi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dirty="0"/>
          </a:p>
        </p:txBody>
      </p:sp>
      <p:sp>
        <p:nvSpPr>
          <p:cNvPr id="90" name="TextBox 89">
            <a:extLst>
              <a:ext uri="{FF2B5EF4-FFF2-40B4-BE49-F238E27FC236}">
                <a16:creationId xmlns:a16="http://schemas.microsoft.com/office/drawing/2014/main" id="{515D6363-9AD6-22C1-22E5-F9C9C6EC7486}"/>
              </a:ext>
            </a:extLst>
          </p:cNvPr>
          <p:cNvSpPr txBox="1"/>
          <p:nvPr/>
        </p:nvSpPr>
        <p:spPr>
          <a:xfrm>
            <a:off x="4899761" y="3473539"/>
            <a:ext cx="2064281" cy="369332"/>
          </a:xfrm>
          <a:prstGeom prst="rect">
            <a:avLst/>
          </a:prstGeom>
          <a:noFill/>
        </p:spPr>
        <p:txBody>
          <a:bodyPr wrap="square">
            <a:spAutoFit/>
          </a:bodyPr>
          <a:lstStyle/>
          <a:p>
            <a:pPr algn="ctr"/>
            <a:r>
              <a:rPr lang="en-US" dirty="0">
                <a:solidFill>
                  <a:schemeClr val="bg1"/>
                </a:solidFill>
              </a:rPr>
              <a:t>CLIP Text Encoder</a:t>
            </a:r>
            <a:endParaRPr lang="ro-RO" dirty="0">
              <a:solidFill>
                <a:schemeClr val="bg1"/>
              </a:solidFill>
            </a:endParaRPr>
          </a:p>
        </p:txBody>
      </p:sp>
      <p:sp>
        <p:nvSpPr>
          <p:cNvPr id="95" name="Rectangle 94">
            <a:extLst>
              <a:ext uri="{FF2B5EF4-FFF2-40B4-BE49-F238E27FC236}">
                <a16:creationId xmlns:a16="http://schemas.microsoft.com/office/drawing/2014/main" id="{372C7AD6-BC6D-9CA5-84FF-3F59E5D7C1C2}"/>
              </a:ext>
            </a:extLst>
          </p:cNvPr>
          <p:cNvSpPr/>
          <p:nvPr/>
        </p:nvSpPr>
        <p:spPr>
          <a:xfrm>
            <a:off x="509363" y="4538185"/>
            <a:ext cx="2127183" cy="824530"/>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dirty="0"/>
          </a:p>
        </p:txBody>
      </p:sp>
      <p:sp>
        <p:nvSpPr>
          <p:cNvPr id="107" name="TextBox 106">
            <a:extLst>
              <a:ext uri="{FF2B5EF4-FFF2-40B4-BE49-F238E27FC236}">
                <a16:creationId xmlns:a16="http://schemas.microsoft.com/office/drawing/2014/main" id="{F65216D5-6275-86B3-523F-75ADA6523E9D}"/>
              </a:ext>
            </a:extLst>
          </p:cNvPr>
          <p:cNvSpPr txBox="1"/>
          <p:nvPr/>
        </p:nvSpPr>
        <p:spPr>
          <a:xfrm>
            <a:off x="361944" y="373061"/>
            <a:ext cx="2926079" cy="369332"/>
          </a:xfrm>
          <a:prstGeom prst="rect">
            <a:avLst/>
          </a:prstGeom>
          <a:noFill/>
        </p:spPr>
        <p:txBody>
          <a:bodyPr wrap="square">
            <a:spAutoFit/>
          </a:bodyPr>
          <a:lstStyle/>
          <a:p>
            <a:r>
              <a:rPr lang="en-US" dirty="0">
                <a:solidFill>
                  <a:srgbClr val="FF0000"/>
                </a:solidFill>
                <a:latin typeface="Courier New" pitchFamily="34" charset="0"/>
                <a:ea typeface="Courier New" pitchFamily="34" charset="-122"/>
                <a:cs typeface="Courier New" pitchFamily="34" charset="-120"/>
              </a:rPr>
              <a:t>c</a:t>
            </a:r>
            <a:r>
              <a:rPr lang="en-US" sz="1800" dirty="0">
                <a:solidFill>
                  <a:srgbClr val="FF0000"/>
                </a:solidFill>
                <a:latin typeface="Courier New" pitchFamily="34" charset="0"/>
                <a:ea typeface="Courier New" pitchFamily="34" charset="-122"/>
                <a:cs typeface="Courier New" pitchFamily="34" charset="-120"/>
              </a:rPr>
              <a:t>onditional prompt</a:t>
            </a:r>
            <a:endParaRPr lang="ro-RO" dirty="0">
              <a:solidFill>
                <a:srgbClr val="FF0000"/>
              </a:solidFill>
            </a:endParaRPr>
          </a:p>
        </p:txBody>
      </p:sp>
      <p:sp>
        <p:nvSpPr>
          <p:cNvPr id="108" name="Text 8">
            <a:extLst>
              <a:ext uri="{FF2B5EF4-FFF2-40B4-BE49-F238E27FC236}">
                <a16:creationId xmlns:a16="http://schemas.microsoft.com/office/drawing/2014/main" id="{5504DA0A-9EDE-CE8B-FAE4-238DEFD2A624}"/>
              </a:ext>
            </a:extLst>
          </p:cNvPr>
          <p:cNvSpPr/>
          <p:nvPr/>
        </p:nvSpPr>
        <p:spPr>
          <a:xfrm>
            <a:off x="5686671" y="819092"/>
            <a:ext cx="512382" cy="536448"/>
          </a:xfrm>
          <a:prstGeom prst="rect">
            <a:avLst/>
          </a:prstGeom>
          <a:noFill/>
          <a:ln/>
        </p:spPr>
        <p:txBody>
          <a:bodyPr wrap="square" rtlCol="0" anchor="ctr"/>
          <a:lstStyle/>
          <a:p>
            <a:r>
              <a:rPr lang="en-US" sz="1467" dirty="0">
                <a:solidFill>
                  <a:srgbClr val="1F3864"/>
                </a:solidFill>
                <a:latin typeface="Courier New" pitchFamily="34" charset="0"/>
                <a:ea typeface="Courier New" pitchFamily="34" charset="-122"/>
                <a:cs typeface="Courier New" pitchFamily="34" charset="-120"/>
              </a:rPr>
              <a:t>""</a:t>
            </a:r>
            <a:endParaRPr lang="en-US" sz="1467" dirty="0"/>
          </a:p>
        </p:txBody>
      </p:sp>
      <p:sp>
        <p:nvSpPr>
          <p:cNvPr id="109" name="TextBox 108">
            <a:extLst>
              <a:ext uri="{FF2B5EF4-FFF2-40B4-BE49-F238E27FC236}">
                <a16:creationId xmlns:a16="http://schemas.microsoft.com/office/drawing/2014/main" id="{20FEE4E9-24F1-3AD3-7A81-2C054B0E9CF8}"/>
              </a:ext>
            </a:extLst>
          </p:cNvPr>
          <p:cNvSpPr txBox="1"/>
          <p:nvPr/>
        </p:nvSpPr>
        <p:spPr>
          <a:xfrm>
            <a:off x="4466200" y="360741"/>
            <a:ext cx="2926079" cy="369332"/>
          </a:xfrm>
          <a:prstGeom prst="rect">
            <a:avLst/>
          </a:prstGeom>
          <a:noFill/>
        </p:spPr>
        <p:txBody>
          <a:bodyPr wrap="square">
            <a:spAutoFit/>
          </a:bodyPr>
          <a:lstStyle/>
          <a:p>
            <a:r>
              <a:rPr lang="en-US" dirty="0">
                <a:solidFill>
                  <a:srgbClr val="FF0000"/>
                </a:solidFill>
                <a:latin typeface="Courier New" pitchFamily="34" charset="0"/>
                <a:ea typeface="Courier New" pitchFamily="34" charset="-122"/>
                <a:cs typeface="Courier New" pitchFamily="34" charset="-120"/>
              </a:rPr>
              <a:t>unc</a:t>
            </a:r>
            <a:r>
              <a:rPr lang="en-US" sz="1800" dirty="0">
                <a:solidFill>
                  <a:srgbClr val="FF0000"/>
                </a:solidFill>
                <a:latin typeface="Courier New" pitchFamily="34" charset="0"/>
                <a:ea typeface="Courier New" pitchFamily="34" charset="-122"/>
                <a:cs typeface="Courier New" pitchFamily="34" charset="-120"/>
              </a:rPr>
              <a:t>onditional prompt</a:t>
            </a:r>
            <a:endParaRPr lang="ro-RO" dirty="0">
              <a:solidFill>
                <a:srgbClr val="FF0000"/>
              </a:solidFill>
            </a:endParaRPr>
          </a:p>
        </p:txBody>
      </p:sp>
      <p:sp>
        <p:nvSpPr>
          <p:cNvPr id="110" name="Rectangle 109">
            <a:extLst>
              <a:ext uri="{FF2B5EF4-FFF2-40B4-BE49-F238E27FC236}">
                <a16:creationId xmlns:a16="http://schemas.microsoft.com/office/drawing/2014/main" id="{E0D7CBCE-6622-6F6A-2990-6B35021BFFC7}"/>
              </a:ext>
            </a:extLst>
          </p:cNvPr>
          <p:cNvSpPr/>
          <p:nvPr/>
        </p:nvSpPr>
        <p:spPr>
          <a:xfrm>
            <a:off x="375643" y="1651576"/>
            <a:ext cx="2415252" cy="536448"/>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11" name="TextBox 110">
            <a:extLst>
              <a:ext uri="{FF2B5EF4-FFF2-40B4-BE49-F238E27FC236}">
                <a16:creationId xmlns:a16="http://schemas.microsoft.com/office/drawing/2014/main" id="{AB42D826-07E8-612B-25C4-CFEB0BE8AC25}"/>
              </a:ext>
            </a:extLst>
          </p:cNvPr>
          <p:cNvSpPr txBox="1"/>
          <p:nvPr/>
        </p:nvSpPr>
        <p:spPr>
          <a:xfrm>
            <a:off x="551128" y="1743688"/>
            <a:ext cx="2064281" cy="369332"/>
          </a:xfrm>
          <a:prstGeom prst="rect">
            <a:avLst/>
          </a:prstGeom>
          <a:noFill/>
        </p:spPr>
        <p:txBody>
          <a:bodyPr wrap="square">
            <a:spAutoFit/>
          </a:bodyPr>
          <a:lstStyle/>
          <a:p>
            <a:pPr algn="ctr"/>
            <a:r>
              <a:rPr lang="en-US" dirty="0">
                <a:solidFill>
                  <a:schemeClr val="bg1"/>
                </a:solidFill>
              </a:rPr>
              <a:t>CLIP </a:t>
            </a:r>
            <a:r>
              <a:rPr lang="en-US" dirty="0" err="1">
                <a:solidFill>
                  <a:schemeClr val="bg1"/>
                </a:solidFill>
              </a:rPr>
              <a:t>Tokeniser</a:t>
            </a:r>
            <a:endParaRPr lang="ro-RO" dirty="0">
              <a:solidFill>
                <a:schemeClr val="bg1"/>
              </a:solidFill>
            </a:endParaRPr>
          </a:p>
        </p:txBody>
      </p:sp>
      <p:sp>
        <p:nvSpPr>
          <p:cNvPr id="112" name="Rectangle 111">
            <a:extLst>
              <a:ext uri="{FF2B5EF4-FFF2-40B4-BE49-F238E27FC236}">
                <a16:creationId xmlns:a16="http://schemas.microsoft.com/office/drawing/2014/main" id="{001E03B5-EE30-B161-678F-9DD347441EAD}"/>
              </a:ext>
            </a:extLst>
          </p:cNvPr>
          <p:cNvSpPr/>
          <p:nvPr/>
        </p:nvSpPr>
        <p:spPr>
          <a:xfrm>
            <a:off x="4689950" y="1639256"/>
            <a:ext cx="2415252" cy="536448"/>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13" name="TextBox 112">
            <a:extLst>
              <a:ext uri="{FF2B5EF4-FFF2-40B4-BE49-F238E27FC236}">
                <a16:creationId xmlns:a16="http://schemas.microsoft.com/office/drawing/2014/main" id="{37D26E52-0F64-EEDB-712E-70B0DA049518}"/>
              </a:ext>
            </a:extLst>
          </p:cNvPr>
          <p:cNvSpPr txBox="1"/>
          <p:nvPr/>
        </p:nvSpPr>
        <p:spPr>
          <a:xfrm>
            <a:off x="4865435" y="1731368"/>
            <a:ext cx="2064281" cy="369332"/>
          </a:xfrm>
          <a:prstGeom prst="rect">
            <a:avLst/>
          </a:prstGeom>
          <a:noFill/>
        </p:spPr>
        <p:txBody>
          <a:bodyPr wrap="square">
            <a:spAutoFit/>
          </a:bodyPr>
          <a:lstStyle/>
          <a:p>
            <a:pPr algn="ctr"/>
            <a:r>
              <a:rPr lang="en-US" dirty="0">
                <a:solidFill>
                  <a:schemeClr val="bg1"/>
                </a:solidFill>
              </a:rPr>
              <a:t>CLIP </a:t>
            </a:r>
            <a:r>
              <a:rPr lang="en-US" dirty="0" err="1">
                <a:solidFill>
                  <a:schemeClr val="bg1"/>
                </a:solidFill>
              </a:rPr>
              <a:t>Tokeniser</a:t>
            </a:r>
            <a:endParaRPr lang="ro-RO" dirty="0">
              <a:solidFill>
                <a:schemeClr val="bg1"/>
              </a:solidFill>
            </a:endParaRPr>
          </a:p>
        </p:txBody>
      </p:sp>
      <p:sp>
        <p:nvSpPr>
          <p:cNvPr id="114" name="TextBox 113">
            <a:extLst>
              <a:ext uri="{FF2B5EF4-FFF2-40B4-BE49-F238E27FC236}">
                <a16:creationId xmlns:a16="http://schemas.microsoft.com/office/drawing/2014/main" id="{33CB6EA0-084B-8255-4783-34688E47E3B7}"/>
              </a:ext>
            </a:extLst>
          </p:cNvPr>
          <p:cNvSpPr txBox="1"/>
          <p:nvPr/>
        </p:nvSpPr>
        <p:spPr>
          <a:xfrm>
            <a:off x="1583268" y="2834522"/>
            <a:ext cx="1767215" cy="276999"/>
          </a:xfrm>
          <a:prstGeom prst="rect">
            <a:avLst/>
          </a:prstGeom>
          <a:noFill/>
        </p:spPr>
        <p:txBody>
          <a:bodyPr wrap="none" rtlCol="0">
            <a:spAutoFit/>
          </a:bodyPr>
          <a:lstStyle/>
          <a:p>
            <a:r>
              <a:rPr lang="en-US" sz="1200" dirty="0"/>
              <a:t>vector with 77 elements</a:t>
            </a:r>
            <a:endParaRPr lang="ro-RO" sz="1200" dirty="0"/>
          </a:p>
        </p:txBody>
      </p:sp>
      <p:sp>
        <p:nvSpPr>
          <p:cNvPr id="115" name="Rectangle 114">
            <a:extLst>
              <a:ext uri="{FF2B5EF4-FFF2-40B4-BE49-F238E27FC236}">
                <a16:creationId xmlns:a16="http://schemas.microsoft.com/office/drawing/2014/main" id="{7E06F328-06C2-7EB3-99C0-F2299C53A24E}"/>
              </a:ext>
            </a:extLst>
          </p:cNvPr>
          <p:cNvSpPr/>
          <p:nvPr/>
        </p:nvSpPr>
        <p:spPr>
          <a:xfrm>
            <a:off x="488226" y="2496021"/>
            <a:ext cx="2127183" cy="318549"/>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116" name="Straight Arrow Connector 115">
            <a:extLst>
              <a:ext uri="{FF2B5EF4-FFF2-40B4-BE49-F238E27FC236}">
                <a16:creationId xmlns:a16="http://schemas.microsoft.com/office/drawing/2014/main" id="{CCE19726-B24E-32CD-8661-5CC1815A3F23}"/>
              </a:ext>
            </a:extLst>
          </p:cNvPr>
          <p:cNvCxnSpPr>
            <a:cxnSpLocks/>
          </p:cNvCxnSpPr>
          <p:nvPr/>
        </p:nvCxnSpPr>
        <p:spPr>
          <a:xfrm>
            <a:off x="1520367" y="2195462"/>
            <a:ext cx="0" cy="275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1574B549-112B-84E0-3EDE-03E96FB55E56}"/>
              </a:ext>
            </a:extLst>
          </p:cNvPr>
          <p:cNvSpPr txBox="1"/>
          <p:nvPr/>
        </p:nvSpPr>
        <p:spPr>
          <a:xfrm>
            <a:off x="5911412" y="2807476"/>
            <a:ext cx="1767215" cy="276999"/>
          </a:xfrm>
          <a:prstGeom prst="rect">
            <a:avLst/>
          </a:prstGeom>
          <a:noFill/>
        </p:spPr>
        <p:txBody>
          <a:bodyPr wrap="none" rtlCol="0">
            <a:spAutoFit/>
          </a:bodyPr>
          <a:lstStyle/>
          <a:p>
            <a:r>
              <a:rPr lang="en-US" sz="1200" dirty="0"/>
              <a:t>vector with 77 elements</a:t>
            </a:r>
            <a:endParaRPr lang="ro-RO" sz="1200" dirty="0"/>
          </a:p>
        </p:txBody>
      </p:sp>
      <p:sp>
        <p:nvSpPr>
          <p:cNvPr id="118" name="Rectangle 117">
            <a:extLst>
              <a:ext uri="{FF2B5EF4-FFF2-40B4-BE49-F238E27FC236}">
                <a16:creationId xmlns:a16="http://schemas.microsoft.com/office/drawing/2014/main" id="{850A2487-A5C0-A8F5-0C99-5908883431EB}"/>
              </a:ext>
            </a:extLst>
          </p:cNvPr>
          <p:cNvSpPr/>
          <p:nvPr/>
        </p:nvSpPr>
        <p:spPr>
          <a:xfrm>
            <a:off x="4879271" y="2483701"/>
            <a:ext cx="2127183" cy="318549"/>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119" name="Straight Arrow Connector 118">
            <a:extLst>
              <a:ext uri="{FF2B5EF4-FFF2-40B4-BE49-F238E27FC236}">
                <a16:creationId xmlns:a16="http://schemas.microsoft.com/office/drawing/2014/main" id="{142976F4-295E-DFC4-C1E9-1D84ECCF5DA7}"/>
              </a:ext>
            </a:extLst>
          </p:cNvPr>
          <p:cNvCxnSpPr>
            <a:cxnSpLocks/>
          </p:cNvCxnSpPr>
          <p:nvPr/>
        </p:nvCxnSpPr>
        <p:spPr>
          <a:xfrm>
            <a:off x="5911412" y="2183142"/>
            <a:ext cx="0" cy="275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7" name="Rectangle 126">
            <a:extLst>
              <a:ext uri="{FF2B5EF4-FFF2-40B4-BE49-F238E27FC236}">
                <a16:creationId xmlns:a16="http://schemas.microsoft.com/office/drawing/2014/main" id="{5966AFC0-295A-851A-6CAE-D1C4B6A83D35}"/>
              </a:ext>
            </a:extLst>
          </p:cNvPr>
          <p:cNvSpPr/>
          <p:nvPr/>
        </p:nvSpPr>
        <p:spPr>
          <a:xfrm>
            <a:off x="4902860" y="4489585"/>
            <a:ext cx="2127183" cy="841790"/>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28" name="TextBox 127">
            <a:extLst>
              <a:ext uri="{FF2B5EF4-FFF2-40B4-BE49-F238E27FC236}">
                <a16:creationId xmlns:a16="http://schemas.microsoft.com/office/drawing/2014/main" id="{F1354272-60D3-7B1A-C712-811A0F47B421}"/>
              </a:ext>
            </a:extLst>
          </p:cNvPr>
          <p:cNvSpPr txBox="1"/>
          <p:nvPr/>
        </p:nvSpPr>
        <p:spPr>
          <a:xfrm>
            <a:off x="410286" y="5351547"/>
            <a:ext cx="2415252" cy="307777"/>
          </a:xfrm>
          <a:prstGeom prst="rect">
            <a:avLst/>
          </a:prstGeom>
          <a:noFill/>
        </p:spPr>
        <p:txBody>
          <a:bodyPr wrap="square">
            <a:spAutoFit/>
          </a:bodyPr>
          <a:lstStyle/>
          <a:p>
            <a:r>
              <a:rPr lang="en-US" sz="1400" dirty="0">
                <a:solidFill>
                  <a:srgbClr val="FF0000"/>
                </a:solidFill>
                <a:latin typeface="Courier New" pitchFamily="34" charset="0"/>
                <a:ea typeface="Courier New" pitchFamily="34" charset="-122"/>
                <a:cs typeface="Courier New" pitchFamily="34" charset="-120"/>
              </a:rPr>
              <a:t>conditional context1</a:t>
            </a:r>
            <a:endParaRPr lang="ro-RO" sz="1400" dirty="0">
              <a:solidFill>
                <a:srgbClr val="FF0000"/>
              </a:solidFill>
            </a:endParaRPr>
          </a:p>
        </p:txBody>
      </p:sp>
      <p:sp>
        <p:nvSpPr>
          <p:cNvPr id="129" name="TextBox 128">
            <a:extLst>
              <a:ext uri="{FF2B5EF4-FFF2-40B4-BE49-F238E27FC236}">
                <a16:creationId xmlns:a16="http://schemas.microsoft.com/office/drawing/2014/main" id="{66A5201C-8422-6751-056E-FE5B019E1527}"/>
              </a:ext>
            </a:extLst>
          </p:cNvPr>
          <p:cNvSpPr txBox="1"/>
          <p:nvPr/>
        </p:nvSpPr>
        <p:spPr>
          <a:xfrm>
            <a:off x="4832526" y="5326792"/>
            <a:ext cx="2499617" cy="307777"/>
          </a:xfrm>
          <a:prstGeom prst="rect">
            <a:avLst/>
          </a:prstGeom>
          <a:noFill/>
        </p:spPr>
        <p:txBody>
          <a:bodyPr wrap="square">
            <a:spAutoFit/>
          </a:bodyPr>
          <a:lstStyle/>
          <a:p>
            <a:r>
              <a:rPr lang="en-US" sz="1400" dirty="0">
                <a:solidFill>
                  <a:srgbClr val="FF0000"/>
                </a:solidFill>
                <a:latin typeface="Courier New" pitchFamily="34" charset="0"/>
                <a:ea typeface="Courier New" pitchFamily="34" charset="-122"/>
                <a:cs typeface="Courier New" pitchFamily="34" charset="-120"/>
              </a:rPr>
              <a:t>unconditional context</a:t>
            </a:r>
            <a:endParaRPr lang="ro-RO" sz="1400" dirty="0">
              <a:solidFill>
                <a:srgbClr val="FF0000"/>
              </a:solidFill>
            </a:endParaRPr>
          </a:p>
        </p:txBody>
      </p:sp>
      <p:cxnSp>
        <p:nvCxnSpPr>
          <p:cNvPr id="133" name="Straight Connector 132">
            <a:extLst>
              <a:ext uri="{FF2B5EF4-FFF2-40B4-BE49-F238E27FC236}">
                <a16:creationId xmlns:a16="http://schemas.microsoft.com/office/drawing/2014/main" id="{7FBE509E-F280-E5F6-C9E1-C26B3F01B4E1}"/>
              </a:ext>
            </a:extLst>
          </p:cNvPr>
          <p:cNvCxnSpPr>
            <a:stCxn id="115" idx="2"/>
          </p:cNvCxnSpPr>
          <p:nvPr/>
        </p:nvCxnSpPr>
        <p:spPr>
          <a:xfrm flipH="1">
            <a:off x="1551817" y="2814570"/>
            <a:ext cx="1" cy="318127"/>
          </a:xfrm>
          <a:prstGeom prst="line">
            <a:avLst/>
          </a:prstGeom>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E7C7F90E-16D3-0A79-48EA-AF4D52910FAB}"/>
              </a:ext>
            </a:extLst>
          </p:cNvPr>
          <p:cNvCxnSpPr>
            <a:cxnSpLocks/>
          </p:cNvCxnSpPr>
          <p:nvPr/>
        </p:nvCxnSpPr>
        <p:spPr>
          <a:xfrm>
            <a:off x="5929239" y="2802250"/>
            <a:ext cx="0" cy="32855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ACF26862-822E-82E7-FAA8-B57D982792CB}"/>
              </a:ext>
            </a:extLst>
          </p:cNvPr>
          <p:cNvCxnSpPr>
            <a:cxnSpLocks/>
          </p:cNvCxnSpPr>
          <p:nvPr/>
        </p:nvCxnSpPr>
        <p:spPr>
          <a:xfrm flipV="1">
            <a:off x="1551817" y="3136031"/>
            <a:ext cx="8980471" cy="676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2" name="Straight Arrow Connector 141">
            <a:extLst>
              <a:ext uri="{FF2B5EF4-FFF2-40B4-BE49-F238E27FC236}">
                <a16:creationId xmlns:a16="http://schemas.microsoft.com/office/drawing/2014/main" id="{D9688A60-9575-92BB-9979-C45BAE6FA0C0}"/>
              </a:ext>
            </a:extLst>
          </p:cNvPr>
          <p:cNvCxnSpPr>
            <a:cxnSpLocks/>
            <a:endCxn id="89" idx="2"/>
          </p:cNvCxnSpPr>
          <p:nvPr/>
        </p:nvCxnSpPr>
        <p:spPr>
          <a:xfrm>
            <a:off x="5931903" y="3142796"/>
            <a:ext cx="0" cy="1972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4" name="Straight Connector 143">
            <a:extLst>
              <a:ext uri="{FF2B5EF4-FFF2-40B4-BE49-F238E27FC236}">
                <a16:creationId xmlns:a16="http://schemas.microsoft.com/office/drawing/2014/main" id="{24DB9A90-2320-6BA8-048F-3157697A7B9C}"/>
              </a:ext>
            </a:extLst>
          </p:cNvPr>
          <p:cNvCxnSpPr>
            <a:cxnSpLocks/>
          </p:cNvCxnSpPr>
          <p:nvPr/>
        </p:nvCxnSpPr>
        <p:spPr>
          <a:xfrm flipV="1">
            <a:off x="1577310" y="4179219"/>
            <a:ext cx="8923758" cy="33796"/>
          </a:xfrm>
          <a:prstGeom prst="line">
            <a:avLst/>
          </a:prstGeom>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E8178FE1-01B8-1A65-5CFD-7C4DC25E9598}"/>
              </a:ext>
            </a:extLst>
          </p:cNvPr>
          <p:cNvCxnSpPr>
            <a:cxnSpLocks/>
          </p:cNvCxnSpPr>
          <p:nvPr/>
        </p:nvCxnSpPr>
        <p:spPr>
          <a:xfrm>
            <a:off x="5954732" y="3946098"/>
            <a:ext cx="0" cy="266917"/>
          </a:xfrm>
          <a:prstGeom prst="line">
            <a:avLst/>
          </a:prstGeom>
        </p:spPr>
        <p:style>
          <a:lnRef idx="2">
            <a:schemeClr val="accent1"/>
          </a:lnRef>
          <a:fillRef idx="0">
            <a:schemeClr val="accent1"/>
          </a:fillRef>
          <a:effectRef idx="1">
            <a:schemeClr val="accent1"/>
          </a:effectRef>
          <a:fontRef idx="minor">
            <a:schemeClr val="tx1"/>
          </a:fontRef>
        </p:style>
      </p:cxnSp>
      <p:cxnSp>
        <p:nvCxnSpPr>
          <p:cNvPr id="162" name="Straight Arrow Connector 161">
            <a:extLst>
              <a:ext uri="{FF2B5EF4-FFF2-40B4-BE49-F238E27FC236}">
                <a16:creationId xmlns:a16="http://schemas.microsoft.com/office/drawing/2014/main" id="{746CA6F3-E1BC-3DF1-A60F-62E2E75DC755}"/>
              </a:ext>
            </a:extLst>
          </p:cNvPr>
          <p:cNvCxnSpPr>
            <a:cxnSpLocks/>
          </p:cNvCxnSpPr>
          <p:nvPr/>
        </p:nvCxnSpPr>
        <p:spPr>
          <a:xfrm>
            <a:off x="1572921" y="4209819"/>
            <a:ext cx="0" cy="3111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4" name="Straight Arrow Connector 163">
            <a:extLst>
              <a:ext uri="{FF2B5EF4-FFF2-40B4-BE49-F238E27FC236}">
                <a16:creationId xmlns:a16="http://schemas.microsoft.com/office/drawing/2014/main" id="{EC54A3D0-617E-A5D3-8635-E04247397AD4}"/>
              </a:ext>
            </a:extLst>
          </p:cNvPr>
          <p:cNvCxnSpPr>
            <a:cxnSpLocks/>
          </p:cNvCxnSpPr>
          <p:nvPr/>
        </p:nvCxnSpPr>
        <p:spPr>
          <a:xfrm>
            <a:off x="5954459" y="4181820"/>
            <a:ext cx="4662" cy="2997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7" name="Straight Arrow Connector 166">
            <a:extLst>
              <a:ext uri="{FF2B5EF4-FFF2-40B4-BE49-F238E27FC236}">
                <a16:creationId xmlns:a16="http://schemas.microsoft.com/office/drawing/2014/main" id="{C802B8CC-BB34-0FC7-4935-C1053016F8D7}"/>
              </a:ext>
            </a:extLst>
          </p:cNvPr>
          <p:cNvCxnSpPr>
            <a:cxnSpLocks/>
          </p:cNvCxnSpPr>
          <p:nvPr/>
        </p:nvCxnSpPr>
        <p:spPr>
          <a:xfrm>
            <a:off x="1520367" y="1472702"/>
            <a:ext cx="0" cy="1858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9" name="Straight Arrow Connector 168">
            <a:extLst>
              <a:ext uri="{FF2B5EF4-FFF2-40B4-BE49-F238E27FC236}">
                <a16:creationId xmlns:a16="http://schemas.microsoft.com/office/drawing/2014/main" id="{2930612F-8840-1502-49C1-C4E45954D81E}"/>
              </a:ext>
            </a:extLst>
          </p:cNvPr>
          <p:cNvCxnSpPr>
            <a:cxnSpLocks/>
          </p:cNvCxnSpPr>
          <p:nvPr/>
        </p:nvCxnSpPr>
        <p:spPr>
          <a:xfrm>
            <a:off x="5911412" y="1160343"/>
            <a:ext cx="0" cy="4597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0" name="Right Brace 169">
            <a:extLst>
              <a:ext uri="{FF2B5EF4-FFF2-40B4-BE49-F238E27FC236}">
                <a16:creationId xmlns:a16="http://schemas.microsoft.com/office/drawing/2014/main" id="{FF8EC00D-F087-1629-23BD-5427E8FF112D}"/>
              </a:ext>
            </a:extLst>
          </p:cNvPr>
          <p:cNvSpPr/>
          <p:nvPr/>
        </p:nvSpPr>
        <p:spPr>
          <a:xfrm rot="5400000">
            <a:off x="3719874" y="2372342"/>
            <a:ext cx="165285" cy="666531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p:sp>
        <p:nvSpPr>
          <p:cNvPr id="172" name="TextBox 171">
            <a:extLst>
              <a:ext uri="{FF2B5EF4-FFF2-40B4-BE49-F238E27FC236}">
                <a16:creationId xmlns:a16="http://schemas.microsoft.com/office/drawing/2014/main" id="{50F9C326-E926-C0A9-1867-1B52A256E448}"/>
              </a:ext>
            </a:extLst>
          </p:cNvPr>
          <p:cNvSpPr txBox="1"/>
          <p:nvPr/>
        </p:nvSpPr>
        <p:spPr>
          <a:xfrm>
            <a:off x="292233" y="5787640"/>
            <a:ext cx="7055055" cy="307777"/>
          </a:xfrm>
          <a:prstGeom prst="rect">
            <a:avLst/>
          </a:prstGeom>
          <a:noFill/>
        </p:spPr>
        <p:txBody>
          <a:bodyPr wrap="square">
            <a:spAutoFit/>
          </a:bodyPr>
          <a:lstStyle/>
          <a:p>
            <a:r>
              <a:rPr lang="en-US" sz="1400" dirty="0">
                <a:solidFill>
                  <a:srgbClr val="FF0000"/>
                </a:solidFill>
                <a:latin typeface="Courier New" pitchFamily="34" charset="0"/>
                <a:ea typeface="Courier New" pitchFamily="34" charset="-122"/>
                <a:cs typeface="Courier New" pitchFamily="34" charset="-120"/>
              </a:rPr>
              <a:t>context1 = </a:t>
            </a:r>
            <a:r>
              <a:rPr lang="en-US" sz="1400" dirty="0" err="1">
                <a:solidFill>
                  <a:srgbClr val="FF0000"/>
                </a:solidFill>
                <a:latin typeface="Courier New" pitchFamily="34" charset="0"/>
                <a:ea typeface="Courier New" pitchFamily="34" charset="-122"/>
                <a:cs typeface="Courier New" pitchFamily="34" charset="-120"/>
              </a:rPr>
              <a:t>concat</a:t>
            </a:r>
            <a:r>
              <a:rPr lang="en-US" sz="1400" dirty="0">
                <a:solidFill>
                  <a:srgbClr val="FF0000"/>
                </a:solidFill>
                <a:latin typeface="Courier New" pitchFamily="34" charset="0"/>
                <a:ea typeface="Courier New" pitchFamily="34" charset="-122"/>
                <a:cs typeface="Courier New" pitchFamily="34" charset="-120"/>
              </a:rPr>
              <a:t>([conditional context1, unconditional context])</a:t>
            </a:r>
            <a:endParaRPr lang="ro-RO" sz="1400" dirty="0">
              <a:solidFill>
                <a:srgbClr val="FF0000"/>
              </a:solidFill>
            </a:endParaRPr>
          </a:p>
        </p:txBody>
      </p:sp>
      <p:sp>
        <p:nvSpPr>
          <p:cNvPr id="175" name="TextBox 174">
            <a:extLst>
              <a:ext uri="{FF2B5EF4-FFF2-40B4-BE49-F238E27FC236}">
                <a16:creationId xmlns:a16="http://schemas.microsoft.com/office/drawing/2014/main" id="{5F91233E-1C30-4E71-E60C-78BC4B45884A}"/>
              </a:ext>
            </a:extLst>
          </p:cNvPr>
          <p:cNvSpPr txBox="1"/>
          <p:nvPr/>
        </p:nvSpPr>
        <p:spPr>
          <a:xfrm>
            <a:off x="1546293" y="4212162"/>
            <a:ext cx="1358064" cy="276999"/>
          </a:xfrm>
          <a:prstGeom prst="rect">
            <a:avLst/>
          </a:prstGeom>
          <a:noFill/>
        </p:spPr>
        <p:txBody>
          <a:bodyPr wrap="none" rtlCol="0">
            <a:spAutoFit/>
          </a:bodyPr>
          <a:lstStyle/>
          <a:p>
            <a:r>
              <a:rPr lang="en-US" sz="1200" dirty="0"/>
              <a:t>shape (1, 77, 768)</a:t>
            </a:r>
            <a:endParaRPr lang="ro-RO" sz="1200" dirty="0"/>
          </a:p>
        </p:txBody>
      </p:sp>
      <p:sp>
        <p:nvSpPr>
          <p:cNvPr id="176" name="TextBox 175">
            <a:extLst>
              <a:ext uri="{FF2B5EF4-FFF2-40B4-BE49-F238E27FC236}">
                <a16:creationId xmlns:a16="http://schemas.microsoft.com/office/drawing/2014/main" id="{4E6D2C07-8910-3C32-84F6-96B35DCFBDF3}"/>
              </a:ext>
            </a:extLst>
          </p:cNvPr>
          <p:cNvSpPr txBox="1"/>
          <p:nvPr/>
        </p:nvSpPr>
        <p:spPr>
          <a:xfrm>
            <a:off x="5956790" y="4190526"/>
            <a:ext cx="1358064" cy="276999"/>
          </a:xfrm>
          <a:prstGeom prst="rect">
            <a:avLst/>
          </a:prstGeom>
          <a:noFill/>
        </p:spPr>
        <p:txBody>
          <a:bodyPr wrap="none" rtlCol="0">
            <a:spAutoFit/>
          </a:bodyPr>
          <a:lstStyle/>
          <a:p>
            <a:r>
              <a:rPr lang="en-US" sz="1200" dirty="0"/>
              <a:t>shape (1, 77, 768)</a:t>
            </a:r>
            <a:endParaRPr lang="ro-RO" sz="1200" dirty="0"/>
          </a:p>
        </p:txBody>
      </p:sp>
      <p:sp>
        <p:nvSpPr>
          <p:cNvPr id="177" name="TextBox 176">
            <a:extLst>
              <a:ext uri="{FF2B5EF4-FFF2-40B4-BE49-F238E27FC236}">
                <a16:creationId xmlns:a16="http://schemas.microsoft.com/office/drawing/2014/main" id="{FC8408AC-A2CD-3898-0131-9C60988B1BDC}"/>
              </a:ext>
            </a:extLst>
          </p:cNvPr>
          <p:cNvSpPr txBox="1"/>
          <p:nvPr/>
        </p:nvSpPr>
        <p:spPr>
          <a:xfrm>
            <a:off x="2825538" y="5997881"/>
            <a:ext cx="1558440" cy="307777"/>
          </a:xfrm>
          <a:prstGeom prst="rect">
            <a:avLst/>
          </a:prstGeom>
          <a:noFill/>
        </p:spPr>
        <p:txBody>
          <a:bodyPr wrap="none" rtlCol="0">
            <a:spAutoFit/>
          </a:bodyPr>
          <a:lstStyle/>
          <a:p>
            <a:r>
              <a:rPr lang="en-US" sz="1400" dirty="0"/>
              <a:t>shape (2, 77, 768)</a:t>
            </a:r>
            <a:endParaRPr lang="ro-RO" sz="1400" dirty="0"/>
          </a:p>
        </p:txBody>
      </p:sp>
      <p:cxnSp>
        <p:nvCxnSpPr>
          <p:cNvPr id="184" name="Straight Connector 183">
            <a:extLst>
              <a:ext uri="{FF2B5EF4-FFF2-40B4-BE49-F238E27FC236}">
                <a16:creationId xmlns:a16="http://schemas.microsoft.com/office/drawing/2014/main" id="{88B6CD1F-DD03-EEB4-E7D0-F7629EBDB62A}"/>
              </a:ext>
            </a:extLst>
          </p:cNvPr>
          <p:cNvCxnSpPr/>
          <p:nvPr/>
        </p:nvCxnSpPr>
        <p:spPr>
          <a:xfrm>
            <a:off x="719491" y="2496021"/>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Straight Connector 184">
            <a:extLst>
              <a:ext uri="{FF2B5EF4-FFF2-40B4-BE49-F238E27FC236}">
                <a16:creationId xmlns:a16="http://schemas.microsoft.com/office/drawing/2014/main" id="{3AD2B376-B09D-321E-0191-55A300D619D5}"/>
              </a:ext>
            </a:extLst>
          </p:cNvPr>
          <p:cNvCxnSpPr/>
          <p:nvPr/>
        </p:nvCxnSpPr>
        <p:spPr>
          <a:xfrm>
            <a:off x="937508" y="2506793"/>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6" name="Straight Connector 185">
            <a:extLst>
              <a:ext uri="{FF2B5EF4-FFF2-40B4-BE49-F238E27FC236}">
                <a16:creationId xmlns:a16="http://schemas.microsoft.com/office/drawing/2014/main" id="{8F6C434F-B87D-A757-FE8C-56DC0A94BA3F}"/>
              </a:ext>
            </a:extLst>
          </p:cNvPr>
          <p:cNvCxnSpPr/>
          <p:nvPr/>
        </p:nvCxnSpPr>
        <p:spPr>
          <a:xfrm>
            <a:off x="2436108" y="2504100"/>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7" name="Straight Connector 186">
            <a:extLst>
              <a:ext uri="{FF2B5EF4-FFF2-40B4-BE49-F238E27FC236}">
                <a16:creationId xmlns:a16="http://schemas.microsoft.com/office/drawing/2014/main" id="{D9B3832D-43B6-5CBF-5CAC-377BAAA76BFF}"/>
              </a:ext>
            </a:extLst>
          </p:cNvPr>
          <p:cNvCxnSpPr/>
          <p:nvPr/>
        </p:nvCxnSpPr>
        <p:spPr>
          <a:xfrm>
            <a:off x="2247724" y="2504100"/>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88" name="TextBox 187">
            <a:extLst>
              <a:ext uri="{FF2B5EF4-FFF2-40B4-BE49-F238E27FC236}">
                <a16:creationId xmlns:a16="http://schemas.microsoft.com/office/drawing/2014/main" id="{6DF79516-C9F9-0493-DFDF-44BEDF716743}"/>
              </a:ext>
            </a:extLst>
          </p:cNvPr>
          <p:cNvSpPr txBox="1"/>
          <p:nvPr/>
        </p:nvSpPr>
        <p:spPr>
          <a:xfrm>
            <a:off x="1362765" y="2431147"/>
            <a:ext cx="688975" cy="369332"/>
          </a:xfrm>
          <a:prstGeom prst="rect">
            <a:avLst/>
          </a:prstGeom>
          <a:noFill/>
        </p:spPr>
        <p:txBody>
          <a:bodyPr wrap="square" rtlCol="0">
            <a:spAutoFit/>
          </a:bodyPr>
          <a:lstStyle/>
          <a:p>
            <a:r>
              <a:rPr lang="en-US" dirty="0"/>
              <a:t>…</a:t>
            </a:r>
            <a:endParaRPr lang="ro-RO" dirty="0"/>
          </a:p>
        </p:txBody>
      </p:sp>
      <p:sp>
        <p:nvSpPr>
          <p:cNvPr id="189" name="Rectangle 188">
            <a:extLst>
              <a:ext uri="{FF2B5EF4-FFF2-40B4-BE49-F238E27FC236}">
                <a16:creationId xmlns:a16="http://schemas.microsoft.com/office/drawing/2014/main" id="{09E42194-081A-273E-1F38-350CC5E44A9D}"/>
              </a:ext>
            </a:extLst>
          </p:cNvPr>
          <p:cNvSpPr/>
          <p:nvPr/>
        </p:nvSpPr>
        <p:spPr>
          <a:xfrm>
            <a:off x="4879271" y="2483701"/>
            <a:ext cx="2127183" cy="318549"/>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190" name="Straight Connector 189">
            <a:extLst>
              <a:ext uri="{FF2B5EF4-FFF2-40B4-BE49-F238E27FC236}">
                <a16:creationId xmlns:a16="http://schemas.microsoft.com/office/drawing/2014/main" id="{17F4E4C8-48CF-DF69-3361-C29BF74561E3}"/>
              </a:ext>
            </a:extLst>
          </p:cNvPr>
          <p:cNvCxnSpPr/>
          <p:nvPr/>
        </p:nvCxnSpPr>
        <p:spPr>
          <a:xfrm>
            <a:off x="5110536" y="2483701"/>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1" name="Straight Connector 190">
            <a:extLst>
              <a:ext uri="{FF2B5EF4-FFF2-40B4-BE49-F238E27FC236}">
                <a16:creationId xmlns:a16="http://schemas.microsoft.com/office/drawing/2014/main" id="{506503BF-89DD-184D-AD33-38BD8806B880}"/>
              </a:ext>
            </a:extLst>
          </p:cNvPr>
          <p:cNvCxnSpPr/>
          <p:nvPr/>
        </p:nvCxnSpPr>
        <p:spPr>
          <a:xfrm>
            <a:off x="5328553" y="2494473"/>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2" name="Straight Connector 191">
            <a:extLst>
              <a:ext uri="{FF2B5EF4-FFF2-40B4-BE49-F238E27FC236}">
                <a16:creationId xmlns:a16="http://schemas.microsoft.com/office/drawing/2014/main" id="{C40A5061-5C20-3BCE-030B-F2BD88BA368D}"/>
              </a:ext>
            </a:extLst>
          </p:cNvPr>
          <p:cNvCxnSpPr/>
          <p:nvPr/>
        </p:nvCxnSpPr>
        <p:spPr>
          <a:xfrm>
            <a:off x="6827153" y="2491780"/>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3" name="Straight Connector 192">
            <a:extLst>
              <a:ext uri="{FF2B5EF4-FFF2-40B4-BE49-F238E27FC236}">
                <a16:creationId xmlns:a16="http://schemas.microsoft.com/office/drawing/2014/main" id="{755126FF-11E7-BD95-4427-435EBC83D7A2}"/>
              </a:ext>
            </a:extLst>
          </p:cNvPr>
          <p:cNvCxnSpPr/>
          <p:nvPr/>
        </p:nvCxnSpPr>
        <p:spPr>
          <a:xfrm>
            <a:off x="6638769" y="2491780"/>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4" name="TextBox 193">
            <a:extLst>
              <a:ext uri="{FF2B5EF4-FFF2-40B4-BE49-F238E27FC236}">
                <a16:creationId xmlns:a16="http://schemas.microsoft.com/office/drawing/2014/main" id="{1808BB45-6FBD-2EDF-9B49-D54CA2460078}"/>
              </a:ext>
            </a:extLst>
          </p:cNvPr>
          <p:cNvSpPr txBox="1"/>
          <p:nvPr/>
        </p:nvSpPr>
        <p:spPr>
          <a:xfrm>
            <a:off x="5753810" y="2418827"/>
            <a:ext cx="688975" cy="369332"/>
          </a:xfrm>
          <a:prstGeom prst="rect">
            <a:avLst/>
          </a:prstGeom>
          <a:noFill/>
        </p:spPr>
        <p:txBody>
          <a:bodyPr wrap="square" rtlCol="0">
            <a:spAutoFit/>
          </a:bodyPr>
          <a:lstStyle/>
          <a:p>
            <a:r>
              <a:rPr lang="en-US" dirty="0"/>
              <a:t>…</a:t>
            </a:r>
            <a:endParaRPr lang="ro-RO" dirty="0"/>
          </a:p>
        </p:txBody>
      </p:sp>
      <p:sp>
        <p:nvSpPr>
          <p:cNvPr id="195" name="Rectangle 194">
            <a:extLst>
              <a:ext uri="{FF2B5EF4-FFF2-40B4-BE49-F238E27FC236}">
                <a16:creationId xmlns:a16="http://schemas.microsoft.com/office/drawing/2014/main" id="{1D8F80DB-27D7-661F-AD19-25A6F3B85870}"/>
              </a:ext>
            </a:extLst>
          </p:cNvPr>
          <p:cNvSpPr/>
          <p:nvPr/>
        </p:nvSpPr>
        <p:spPr>
          <a:xfrm>
            <a:off x="509363" y="4532378"/>
            <a:ext cx="2127183" cy="318549"/>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196" name="Straight Connector 195">
            <a:extLst>
              <a:ext uri="{FF2B5EF4-FFF2-40B4-BE49-F238E27FC236}">
                <a16:creationId xmlns:a16="http://schemas.microsoft.com/office/drawing/2014/main" id="{EA4517F9-6B32-46F1-3F17-932CA770E5FC}"/>
              </a:ext>
            </a:extLst>
          </p:cNvPr>
          <p:cNvCxnSpPr/>
          <p:nvPr/>
        </p:nvCxnSpPr>
        <p:spPr>
          <a:xfrm>
            <a:off x="740628" y="4532378"/>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7" name="Straight Connector 196">
            <a:extLst>
              <a:ext uri="{FF2B5EF4-FFF2-40B4-BE49-F238E27FC236}">
                <a16:creationId xmlns:a16="http://schemas.microsoft.com/office/drawing/2014/main" id="{6D3F92A4-4D44-5F1F-85EA-108D0950AF68}"/>
              </a:ext>
            </a:extLst>
          </p:cNvPr>
          <p:cNvCxnSpPr/>
          <p:nvPr/>
        </p:nvCxnSpPr>
        <p:spPr>
          <a:xfrm>
            <a:off x="958645" y="4543150"/>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8" name="Straight Connector 197">
            <a:extLst>
              <a:ext uri="{FF2B5EF4-FFF2-40B4-BE49-F238E27FC236}">
                <a16:creationId xmlns:a16="http://schemas.microsoft.com/office/drawing/2014/main" id="{887539EB-0D8B-DC78-19C3-D898245F6205}"/>
              </a:ext>
            </a:extLst>
          </p:cNvPr>
          <p:cNvCxnSpPr/>
          <p:nvPr/>
        </p:nvCxnSpPr>
        <p:spPr>
          <a:xfrm>
            <a:off x="2457245" y="4540457"/>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9" name="Straight Connector 198">
            <a:extLst>
              <a:ext uri="{FF2B5EF4-FFF2-40B4-BE49-F238E27FC236}">
                <a16:creationId xmlns:a16="http://schemas.microsoft.com/office/drawing/2014/main" id="{425F926C-0662-5215-8628-9D6A715B6E60}"/>
              </a:ext>
            </a:extLst>
          </p:cNvPr>
          <p:cNvCxnSpPr/>
          <p:nvPr/>
        </p:nvCxnSpPr>
        <p:spPr>
          <a:xfrm>
            <a:off x="2268861" y="4540457"/>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0" name="TextBox 199">
            <a:extLst>
              <a:ext uri="{FF2B5EF4-FFF2-40B4-BE49-F238E27FC236}">
                <a16:creationId xmlns:a16="http://schemas.microsoft.com/office/drawing/2014/main" id="{D29C6F49-3842-D415-529C-E76A579EEDAA}"/>
              </a:ext>
            </a:extLst>
          </p:cNvPr>
          <p:cNvSpPr txBox="1"/>
          <p:nvPr/>
        </p:nvSpPr>
        <p:spPr>
          <a:xfrm>
            <a:off x="1383902" y="4467504"/>
            <a:ext cx="688975" cy="369332"/>
          </a:xfrm>
          <a:prstGeom prst="rect">
            <a:avLst/>
          </a:prstGeom>
          <a:noFill/>
        </p:spPr>
        <p:txBody>
          <a:bodyPr wrap="square" rtlCol="0">
            <a:spAutoFit/>
          </a:bodyPr>
          <a:lstStyle/>
          <a:p>
            <a:r>
              <a:rPr lang="en-US" dirty="0"/>
              <a:t>…</a:t>
            </a:r>
            <a:endParaRPr lang="ro-RO" dirty="0"/>
          </a:p>
        </p:txBody>
      </p:sp>
      <p:sp>
        <p:nvSpPr>
          <p:cNvPr id="207" name="Rectangle 206">
            <a:extLst>
              <a:ext uri="{FF2B5EF4-FFF2-40B4-BE49-F238E27FC236}">
                <a16:creationId xmlns:a16="http://schemas.microsoft.com/office/drawing/2014/main" id="{18A4F21B-7AD0-E018-76F9-F43A7E49F8F0}"/>
              </a:ext>
            </a:extLst>
          </p:cNvPr>
          <p:cNvSpPr/>
          <p:nvPr/>
        </p:nvSpPr>
        <p:spPr>
          <a:xfrm>
            <a:off x="509363" y="5051212"/>
            <a:ext cx="2127183" cy="318549"/>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208" name="Straight Connector 207">
            <a:extLst>
              <a:ext uri="{FF2B5EF4-FFF2-40B4-BE49-F238E27FC236}">
                <a16:creationId xmlns:a16="http://schemas.microsoft.com/office/drawing/2014/main" id="{BBED942C-4CB2-3D55-A1AB-0D233A000366}"/>
              </a:ext>
            </a:extLst>
          </p:cNvPr>
          <p:cNvCxnSpPr/>
          <p:nvPr/>
        </p:nvCxnSpPr>
        <p:spPr>
          <a:xfrm>
            <a:off x="740628" y="5051212"/>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9" name="Straight Connector 208">
            <a:extLst>
              <a:ext uri="{FF2B5EF4-FFF2-40B4-BE49-F238E27FC236}">
                <a16:creationId xmlns:a16="http://schemas.microsoft.com/office/drawing/2014/main" id="{F558492A-D09E-09FA-2840-AE5E517EEB6D}"/>
              </a:ext>
            </a:extLst>
          </p:cNvPr>
          <p:cNvCxnSpPr/>
          <p:nvPr/>
        </p:nvCxnSpPr>
        <p:spPr>
          <a:xfrm>
            <a:off x="958645" y="5061984"/>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0" name="Straight Connector 209">
            <a:extLst>
              <a:ext uri="{FF2B5EF4-FFF2-40B4-BE49-F238E27FC236}">
                <a16:creationId xmlns:a16="http://schemas.microsoft.com/office/drawing/2014/main" id="{519531F9-45B8-E772-BC19-98840C1B56C0}"/>
              </a:ext>
            </a:extLst>
          </p:cNvPr>
          <p:cNvCxnSpPr/>
          <p:nvPr/>
        </p:nvCxnSpPr>
        <p:spPr>
          <a:xfrm>
            <a:off x="2457245" y="5059291"/>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1" name="Straight Connector 210">
            <a:extLst>
              <a:ext uri="{FF2B5EF4-FFF2-40B4-BE49-F238E27FC236}">
                <a16:creationId xmlns:a16="http://schemas.microsoft.com/office/drawing/2014/main" id="{23FD648B-2259-1BDE-52BC-A25B9939795D}"/>
              </a:ext>
            </a:extLst>
          </p:cNvPr>
          <p:cNvCxnSpPr/>
          <p:nvPr/>
        </p:nvCxnSpPr>
        <p:spPr>
          <a:xfrm>
            <a:off x="2268861" y="5059291"/>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12" name="TextBox 211">
            <a:extLst>
              <a:ext uri="{FF2B5EF4-FFF2-40B4-BE49-F238E27FC236}">
                <a16:creationId xmlns:a16="http://schemas.microsoft.com/office/drawing/2014/main" id="{30C724B7-83D4-382D-7F62-AE0876953C9A}"/>
              </a:ext>
            </a:extLst>
          </p:cNvPr>
          <p:cNvSpPr txBox="1"/>
          <p:nvPr/>
        </p:nvSpPr>
        <p:spPr>
          <a:xfrm>
            <a:off x="1383902" y="4986338"/>
            <a:ext cx="688975" cy="369332"/>
          </a:xfrm>
          <a:prstGeom prst="rect">
            <a:avLst/>
          </a:prstGeom>
          <a:noFill/>
        </p:spPr>
        <p:txBody>
          <a:bodyPr wrap="square" rtlCol="0">
            <a:spAutoFit/>
          </a:bodyPr>
          <a:lstStyle/>
          <a:p>
            <a:r>
              <a:rPr lang="en-US" dirty="0"/>
              <a:t>…</a:t>
            </a:r>
            <a:endParaRPr lang="ro-RO" dirty="0"/>
          </a:p>
        </p:txBody>
      </p:sp>
      <p:sp>
        <p:nvSpPr>
          <p:cNvPr id="213" name="Rectangle 212">
            <a:extLst>
              <a:ext uri="{FF2B5EF4-FFF2-40B4-BE49-F238E27FC236}">
                <a16:creationId xmlns:a16="http://schemas.microsoft.com/office/drawing/2014/main" id="{E32B251F-682B-64A7-59EE-2EC2126C8C50}"/>
              </a:ext>
            </a:extLst>
          </p:cNvPr>
          <p:cNvSpPr/>
          <p:nvPr/>
        </p:nvSpPr>
        <p:spPr>
          <a:xfrm>
            <a:off x="4902618" y="4498439"/>
            <a:ext cx="2127183" cy="824530"/>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14" name="Rectangle 213">
            <a:extLst>
              <a:ext uri="{FF2B5EF4-FFF2-40B4-BE49-F238E27FC236}">
                <a16:creationId xmlns:a16="http://schemas.microsoft.com/office/drawing/2014/main" id="{AF946F23-68CE-F12C-AC2C-F057596CF052}"/>
              </a:ext>
            </a:extLst>
          </p:cNvPr>
          <p:cNvSpPr/>
          <p:nvPr/>
        </p:nvSpPr>
        <p:spPr>
          <a:xfrm>
            <a:off x="4902618" y="4492632"/>
            <a:ext cx="2127183" cy="318549"/>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215" name="Straight Connector 214">
            <a:extLst>
              <a:ext uri="{FF2B5EF4-FFF2-40B4-BE49-F238E27FC236}">
                <a16:creationId xmlns:a16="http://schemas.microsoft.com/office/drawing/2014/main" id="{06DB834E-94A3-72C1-1737-D0E636C3D199}"/>
              </a:ext>
            </a:extLst>
          </p:cNvPr>
          <p:cNvCxnSpPr/>
          <p:nvPr/>
        </p:nvCxnSpPr>
        <p:spPr>
          <a:xfrm>
            <a:off x="5133883" y="4492632"/>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6" name="Straight Connector 215">
            <a:extLst>
              <a:ext uri="{FF2B5EF4-FFF2-40B4-BE49-F238E27FC236}">
                <a16:creationId xmlns:a16="http://schemas.microsoft.com/office/drawing/2014/main" id="{761990DD-E115-E88E-EE2B-0E7331B98BD0}"/>
              </a:ext>
            </a:extLst>
          </p:cNvPr>
          <p:cNvCxnSpPr/>
          <p:nvPr/>
        </p:nvCxnSpPr>
        <p:spPr>
          <a:xfrm>
            <a:off x="5351900" y="4503404"/>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7" name="Straight Connector 216">
            <a:extLst>
              <a:ext uri="{FF2B5EF4-FFF2-40B4-BE49-F238E27FC236}">
                <a16:creationId xmlns:a16="http://schemas.microsoft.com/office/drawing/2014/main" id="{E3E3152A-25C9-6BBD-C00B-597E1F8F8A84}"/>
              </a:ext>
            </a:extLst>
          </p:cNvPr>
          <p:cNvCxnSpPr/>
          <p:nvPr/>
        </p:nvCxnSpPr>
        <p:spPr>
          <a:xfrm>
            <a:off x="6850500" y="4500711"/>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8" name="Straight Connector 217">
            <a:extLst>
              <a:ext uri="{FF2B5EF4-FFF2-40B4-BE49-F238E27FC236}">
                <a16:creationId xmlns:a16="http://schemas.microsoft.com/office/drawing/2014/main" id="{7E8DD4D9-DD7E-3296-38FE-44431C451F46}"/>
              </a:ext>
            </a:extLst>
          </p:cNvPr>
          <p:cNvCxnSpPr/>
          <p:nvPr/>
        </p:nvCxnSpPr>
        <p:spPr>
          <a:xfrm>
            <a:off x="6662116" y="4500711"/>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19" name="TextBox 218">
            <a:extLst>
              <a:ext uri="{FF2B5EF4-FFF2-40B4-BE49-F238E27FC236}">
                <a16:creationId xmlns:a16="http://schemas.microsoft.com/office/drawing/2014/main" id="{9FD670CF-FD82-D8A7-FFA6-B4BA3397D97E}"/>
              </a:ext>
            </a:extLst>
          </p:cNvPr>
          <p:cNvSpPr txBox="1"/>
          <p:nvPr/>
        </p:nvSpPr>
        <p:spPr>
          <a:xfrm>
            <a:off x="5777157" y="4427758"/>
            <a:ext cx="688975" cy="369332"/>
          </a:xfrm>
          <a:prstGeom prst="rect">
            <a:avLst/>
          </a:prstGeom>
          <a:noFill/>
        </p:spPr>
        <p:txBody>
          <a:bodyPr wrap="square" rtlCol="0">
            <a:spAutoFit/>
          </a:bodyPr>
          <a:lstStyle/>
          <a:p>
            <a:r>
              <a:rPr lang="en-US" dirty="0"/>
              <a:t>…</a:t>
            </a:r>
            <a:endParaRPr lang="ro-RO" dirty="0"/>
          </a:p>
        </p:txBody>
      </p:sp>
      <p:sp>
        <p:nvSpPr>
          <p:cNvPr id="220" name="Rectangle 219">
            <a:extLst>
              <a:ext uri="{FF2B5EF4-FFF2-40B4-BE49-F238E27FC236}">
                <a16:creationId xmlns:a16="http://schemas.microsoft.com/office/drawing/2014/main" id="{27FB7152-9D13-AA38-A0B2-C7D275F46D75}"/>
              </a:ext>
            </a:extLst>
          </p:cNvPr>
          <p:cNvSpPr/>
          <p:nvPr/>
        </p:nvSpPr>
        <p:spPr>
          <a:xfrm>
            <a:off x="4902618" y="5011466"/>
            <a:ext cx="2127183" cy="325254"/>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221" name="Straight Connector 220">
            <a:extLst>
              <a:ext uri="{FF2B5EF4-FFF2-40B4-BE49-F238E27FC236}">
                <a16:creationId xmlns:a16="http://schemas.microsoft.com/office/drawing/2014/main" id="{FA1C29F8-CC9F-DE3F-4565-4948E640EB95}"/>
              </a:ext>
            </a:extLst>
          </p:cNvPr>
          <p:cNvCxnSpPr/>
          <p:nvPr/>
        </p:nvCxnSpPr>
        <p:spPr>
          <a:xfrm>
            <a:off x="5133883" y="5011466"/>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2" name="Straight Connector 221">
            <a:extLst>
              <a:ext uri="{FF2B5EF4-FFF2-40B4-BE49-F238E27FC236}">
                <a16:creationId xmlns:a16="http://schemas.microsoft.com/office/drawing/2014/main" id="{45BC91DC-A25E-D807-B4B8-63AB2301FB83}"/>
              </a:ext>
            </a:extLst>
          </p:cNvPr>
          <p:cNvCxnSpPr/>
          <p:nvPr/>
        </p:nvCxnSpPr>
        <p:spPr>
          <a:xfrm>
            <a:off x="5351900" y="5022238"/>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3" name="Straight Connector 222">
            <a:extLst>
              <a:ext uri="{FF2B5EF4-FFF2-40B4-BE49-F238E27FC236}">
                <a16:creationId xmlns:a16="http://schemas.microsoft.com/office/drawing/2014/main" id="{8D9380E6-B1E8-7A18-6043-59739593AE6E}"/>
              </a:ext>
            </a:extLst>
          </p:cNvPr>
          <p:cNvCxnSpPr/>
          <p:nvPr/>
        </p:nvCxnSpPr>
        <p:spPr>
          <a:xfrm>
            <a:off x="6850500" y="5019545"/>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4" name="Straight Connector 223">
            <a:extLst>
              <a:ext uri="{FF2B5EF4-FFF2-40B4-BE49-F238E27FC236}">
                <a16:creationId xmlns:a16="http://schemas.microsoft.com/office/drawing/2014/main" id="{62AFE35E-5273-1C4D-036E-E4471FEC9BFC}"/>
              </a:ext>
            </a:extLst>
          </p:cNvPr>
          <p:cNvCxnSpPr/>
          <p:nvPr/>
        </p:nvCxnSpPr>
        <p:spPr>
          <a:xfrm>
            <a:off x="6662116" y="5019545"/>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25" name="TextBox 224">
            <a:extLst>
              <a:ext uri="{FF2B5EF4-FFF2-40B4-BE49-F238E27FC236}">
                <a16:creationId xmlns:a16="http://schemas.microsoft.com/office/drawing/2014/main" id="{11767BE8-1C6D-623E-2A0C-5D9E9A233EC2}"/>
              </a:ext>
            </a:extLst>
          </p:cNvPr>
          <p:cNvSpPr txBox="1"/>
          <p:nvPr/>
        </p:nvSpPr>
        <p:spPr>
          <a:xfrm>
            <a:off x="5777157" y="4946592"/>
            <a:ext cx="688975" cy="369332"/>
          </a:xfrm>
          <a:prstGeom prst="rect">
            <a:avLst/>
          </a:prstGeom>
          <a:noFill/>
        </p:spPr>
        <p:txBody>
          <a:bodyPr wrap="square" rtlCol="0">
            <a:spAutoFit/>
          </a:bodyPr>
          <a:lstStyle/>
          <a:p>
            <a:r>
              <a:rPr lang="en-US" dirty="0"/>
              <a:t>…</a:t>
            </a:r>
            <a:endParaRPr lang="ro-RO" dirty="0"/>
          </a:p>
        </p:txBody>
      </p:sp>
      <p:sp>
        <p:nvSpPr>
          <p:cNvPr id="226" name="TextBox 225">
            <a:extLst>
              <a:ext uri="{FF2B5EF4-FFF2-40B4-BE49-F238E27FC236}">
                <a16:creationId xmlns:a16="http://schemas.microsoft.com/office/drawing/2014/main" id="{941C83C7-F8EC-F342-5CF4-CCC0E16D38A8}"/>
              </a:ext>
            </a:extLst>
          </p:cNvPr>
          <p:cNvSpPr txBox="1"/>
          <p:nvPr/>
        </p:nvSpPr>
        <p:spPr>
          <a:xfrm rot="5400000">
            <a:off x="1472820" y="4748510"/>
            <a:ext cx="318551" cy="369332"/>
          </a:xfrm>
          <a:prstGeom prst="rect">
            <a:avLst/>
          </a:prstGeom>
          <a:noFill/>
        </p:spPr>
        <p:txBody>
          <a:bodyPr wrap="square" rtlCol="0">
            <a:spAutoFit/>
          </a:bodyPr>
          <a:lstStyle/>
          <a:p>
            <a:r>
              <a:rPr lang="en-US" dirty="0"/>
              <a:t>…</a:t>
            </a:r>
            <a:endParaRPr lang="ro-RO" dirty="0"/>
          </a:p>
        </p:txBody>
      </p:sp>
      <p:sp>
        <p:nvSpPr>
          <p:cNvPr id="228" name="TextBox 227">
            <a:extLst>
              <a:ext uri="{FF2B5EF4-FFF2-40B4-BE49-F238E27FC236}">
                <a16:creationId xmlns:a16="http://schemas.microsoft.com/office/drawing/2014/main" id="{D75C4D18-822E-D008-3975-09BD7A734A5D}"/>
              </a:ext>
            </a:extLst>
          </p:cNvPr>
          <p:cNvSpPr txBox="1"/>
          <p:nvPr/>
        </p:nvSpPr>
        <p:spPr>
          <a:xfrm rot="5400000">
            <a:off x="5868623" y="4700817"/>
            <a:ext cx="318551" cy="369332"/>
          </a:xfrm>
          <a:prstGeom prst="rect">
            <a:avLst/>
          </a:prstGeom>
          <a:noFill/>
        </p:spPr>
        <p:txBody>
          <a:bodyPr wrap="square" rtlCol="0">
            <a:spAutoFit/>
          </a:bodyPr>
          <a:lstStyle/>
          <a:p>
            <a:r>
              <a:rPr lang="en-US" dirty="0"/>
              <a:t>…</a:t>
            </a:r>
            <a:endParaRPr lang="ro-RO" dirty="0"/>
          </a:p>
        </p:txBody>
      </p:sp>
      <p:sp>
        <p:nvSpPr>
          <p:cNvPr id="6" name="Text 8">
            <a:extLst>
              <a:ext uri="{FF2B5EF4-FFF2-40B4-BE49-F238E27FC236}">
                <a16:creationId xmlns:a16="http://schemas.microsoft.com/office/drawing/2014/main" id="{70D87757-7818-91AE-32CE-57CB541A43EF}"/>
              </a:ext>
            </a:extLst>
          </p:cNvPr>
          <p:cNvSpPr/>
          <p:nvPr/>
        </p:nvSpPr>
        <p:spPr>
          <a:xfrm>
            <a:off x="9825262" y="821796"/>
            <a:ext cx="1401967" cy="536448"/>
          </a:xfrm>
          <a:prstGeom prst="rect">
            <a:avLst/>
          </a:prstGeom>
          <a:noFill/>
          <a:ln/>
        </p:spPr>
        <p:txBody>
          <a:bodyPr wrap="square" rtlCol="0" anchor="ctr"/>
          <a:lstStyle/>
          <a:p>
            <a:r>
              <a:rPr lang="en-US" sz="1467" dirty="0">
                <a:solidFill>
                  <a:srgbClr val="1F3864"/>
                </a:solidFill>
                <a:latin typeface="Courier New" pitchFamily="34" charset="0"/>
                <a:ea typeface="Courier New" pitchFamily="34" charset="-122"/>
                <a:cs typeface="Courier New" pitchFamily="34" charset="-120"/>
              </a:rPr>
              <a:t>“a tiger"</a:t>
            </a:r>
            <a:endParaRPr lang="en-US" sz="1467" dirty="0"/>
          </a:p>
        </p:txBody>
      </p:sp>
      <p:sp>
        <p:nvSpPr>
          <p:cNvPr id="7" name="TextBox 6">
            <a:extLst>
              <a:ext uri="{FF2B5EF4-FFF2-40B4-BE49-F238E27FC236}">
                <a16:creationId xmlns:a16="http://schemas.microsoft.com/office/drawing/2014/main" id="{E1E75FE4-3FAB-15E8-EE10-CCAC0A7952F3}"/>
              </a:ext>
            </a:extLst>
          </p:cNvPr>
          <p:cNvSpPr txBox="1"/>
          <p:nvPr/>
        </p:nvSpPr>
        <p:spPr>
          <a:xfrm>
            <a:off x="9265921" y="360741"/>
            <a:ext cx="2926079" cy="369332"/>
          </a:xfrm>
          <a:prstGeom prst="rect">
            <a:avLst/>
          </a:prstGeom>
          <a:noFill/>
        </p:spPr>
        <p:txBody>
          <a:bodyPr wrap="square">
            <a:spAutoFit/>
          </a:bodyPr>
          <a:lstStyle/>
          <a:p>
            <a:r>
              <a:rPr lang="en-US" dirty="0">
                <a:solidFill>
                  <a:srgbClr val="FF0000"/>
                </a:solidFill>
                <a:latin typeface="Courier New" pitchFamily="34" charset="0"/>
                <a:ea typeface="Courier New" pitchFamily="34" charset="-122"/>
                <a:cs typeface="Courier New" pitchFamily="34" charset="-120"/>
              </a:rPr>
              <a:t>c</a:t>
            </a:r>
            <a:r>
              <a:rPr lang="en-US" sz="1800" dirty="0">
                <a:solidFill>
                  <a:srgbClr val="FF0000"/>
                </a:solidFill>
                <a:latin typeface="Courier New" pitchFamily="34" charset="0"/>
                <a:ea typeface="Courier New" pitchFamily="34" charset="-122"/>
                <a:cs typeface="Courier New" pitchFamily="34" charset="-120"/>
              </a:rPr>
              <a:t>onditional prompt</a:t>
            </a:r>
            <a:endParaRPr lang="ro-RO" dirty="0">
              <a:solidFill>
                <a:srgbClr val="FF0000"/>
              </a:solidFill>
            </a:endParaRPr>
          </a:p>
        </p:txBody>
      </p:sp>
      <p:sp>
        <p:nvSpPr>
          <p:cNvPr id="8" name="Rectangle 7">
            <a:extLst>
              <a:ext uri="{FF2B5EF4-FFF2-40B4-BE49-F238E27FC236}">
                <a16:creationId xmlns:a16="http://schemas.microsoft.com/office/drawing/2014/main" id="{7330B868-91D8-6780-0969-AA94AA184C8F}"/>
              </a:ext>
            </a:extLst>
          </p:cNvPr>
          <p:cNvSpPr/>
          <p:nvPr/>
        </p:nvSpPr>
        <p:spPr>
          <a:xfrm>
            <a:off x="9279620" y="1639256"/>
            <a:ext cx="2415252" cy="536448"/>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9" name="TextBox 8">
            <a:extLst>
              <a:ext uri="{FF2B5EF4-FFF2-40B4-BE49-F238E27FC236}">
                <a16:creationId xmlns:a16="http://schemas.microsoft.com/office/drawing/2014/main" id="{562E3899-420E-C0D8-A3BF-0981568BF84B}"/>
              </a:ext>
            </a:extLst>
          </p:cNvPr>
          <p:cNvSpPr txBox="1"/>
          <p:nvPr/>
        </p:nvSpPr>
        <p:spPr>
          <a:xfrm>
            <a:off x="9455105" y="1731368"/>
            <a:ext cx="2064281" cy="369332"/>
          </a:xfrm>
          <a:prstGeom prst="rect">
            <a:avLst/>
          </a:prstGeom>
          <a:noFill/>
        </p:spPr>
        <p:txBody>
          <a:bodyPr wrap="square">
            <a:spAutoFit/>
          </a:bodyPr>
          <a:lstStyle/>
          <a:p>
            <a:pPr algn="ctr"/>
            <a:r>
              <a:rPr lang="en-US" dirty="0">
                <a:solidFill>
                  <a:schemeClr val="bg1"/>
                </a:solidFill>
              </a:rPr>
              <a:t>CLIP </a:t>
            </a:r>
            <a:r>
              <a:rPr lang="en-US" dirty="0" err="1">
                <a:solidFill>
                  <a:schemeClr val="bg1"/>
                </a:solidFill>
              </a:rPr>
              <a:t>Tokeniser</a:t>
            </a:r>
            <a:endParaRPr lang="ro-RO" dirty="0">
              <a:solidFill>
                <a:schemeClr val="bg1"/>
              </a:solidFill>
            </a:endParaRPr>
          </a:p>
        </p:txBody>
      </p:sp>
      <p:sp>
        <p:nvSpPr>
          <p:cNvPr id="10" name="TextBox 9">
            <a:extLst>
              <a:ext uri="{FF2B5EF4-FFF2-40B4-BE49-F238E27FC236}">
                <a16:creationId xmlns:a16="http://schemas.microsoft.com/office/drawing/2014/main" id="{20518DED-C4C6-6E47-E991-22C1BA69CF25}"/>
              </a:ext>
            </a:extLst>
          </p:cNvPr>
          <p:cNvSpPr txBox="1"/>
          <p:nvPr/>
        </p:nvSpPr>
        <p:spPr>
          <a:xfrm>
            <a:off x="8764498" y="2821800"/>
            <a:ext cx="1767215" cy="276999"/>
          </a:xfrm>
          <a:prstGeom prst="rect">
            <a:avLst/>
          </a:prstGeom>
          <a:noFill/>
        </p:spPr>
        <p:txBody>
          <a:bodyPr wrap="none" rtlCol="0">
            <a:spAutoFit/>
          </a:bodyPr>
          <a:lstStyle/>
          <a:p>
            <a:r>
              <a:rPr lang="en-US" sz="1200" dirty="0"/>
              <a:t>vector with 77 elements</a:t>
            </a:r>
            <a:endParaRPr lang="ro-RO" sz="1200" dirty="0"/>
          </a:p>
        </p:txBody>
      </p:sp>
      <p:sp>
        <p:nvSpPr>
          <p:cNvPr id="11" name="Rectangle 10">
            <a:extLst>
              <a:ext uri="{FF2B5EF4-FFF2-40B4-BE49-F238E27FC236}">
                <a16:creationId xmlns:a16="http://schemas.microsoft.com/office/drawing/2014/main" id="{86EA275F-910F-14E0-BD81-7057C2BBE3E9}"/>
              </a:ext>
            </a:extLst>
          </p:cNvPr>
          <p:cNvSpPr/>
          <p:nvPr/>
        </p:nvSpPr>
        <p:spPr>
          <a:xfrm>
            <a:off x="9392203" y="2483701"/>
            <a:ext cx="2127183" cy="318549"/>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12" name="Straight Arrow Connector 11">
            <a:extLst>
              <a:ext uri="{FF2B5EF4-FFF2-40B4-BE49-F238E27FC236}">
                <a16:creationId xmlns:a16="http://schemas.microsoft.com/office/drawing/2014/main" id="{447C88ED-925B-276F-3E44-8B95BF8EAAD6}"/>
              </a:ext>
            </a:extLst>
          </p:cNvPr>
          <p:cNvCxnSpPr>
            <a:cxnSpLocks/>
          </p:cNvCxnSpPr>
          <p:nvPr/>
        </p:nvCxnSpPr>
        <p:spPr>
          <a:xfrm>
            <a:off x="10424344" y="2183142"/>
            <a:ext cx="0" cy="275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0CB3BB1-E62A-6B36-48E5-34FAE99F64E8}"/>
              </a:ext>
            </a:extLst>
          </p:cNvPr>
          <p:cNvCxnSpPr>
            <a:cxnSpLocks/>
          </p:cNvCxnSpPr>
          <p:nvPr/>
        </p:nvCxnSpPr>
        <p:spPr>
          <a:xfrm>
            <a:off x="10424344" y="1460382"/>
            <a:ext cx="0" cy="1858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762235C-77E1-6E34-1B5A-7DE98E8D423C}"/>
              </a:ext>
            </a:extLst>
          </p:cNvPr>
          <p:cNvCxnSpPr/>
          <p:nvPr/>
        </p:nvCxnSpPr>
        <p:spPr>
          <a:xfrm>
            <a:off x="9623468" y="2483701"/>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878D379B-A133-2293-7069-51556E8BEBE0}"/>
              </a:ext>
            </a:extLst>
          </p:cNvPr>
          <p:cNvCxnSpPr/>
          <p:nvPr/>
        </p:nvCxnSpPr>
        <p:spPr>
          <a:xfrm>
            <a:off x="9841485" y="2494473"/>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98E6EE0-0D56-B280-0C0E-3806584824FB}"/>
              </a:ext>
            </a:extLst>
          </p:cNvPr>
          <p:cNvCxnSpPr/>
          <p:nvPr/>
        </p:nvCxnSpPr>
        <p:spPr>
          <a:xfrm>
            <a:off x="11340085" y="2491780"/>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AE03B28-3FAA-2CBE-F756-61965DC64068}"/>
              </a:ext>
            </a:extLst>
          </p:cNvPr>
          <p:cNvCxnSpPr/>
          <p:nvPr/>
        </p:nvCxnSpPr>
        <p:spPr>
          <a:xfrm>
            <a:off x="11151701" y="2491780"/>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B379072D-A267-0EE4-BDD2-E1F805595918}"/>
              </a:ext>
            </a:extLst>
          </p:cNvPr>
          <p:cNvSpPr txBox="1"/>
          <p:nvPr/>
        </p:nvSpPr>
        <p:spPr>
          <a:xfrm>
            <a:off x="10266742" y="2418827"/>
            <a:ext cx="688975" cy="369332"/>
          </a:xfrm>
          <a:prstGeom prst="rect">
            <a:avLst/>
          </a:prstGeom>
          <a:noFill/>
        </p:spPr>
        <p:txBody>
          <a:bodyPr wrap="square" rtlCol="0">
            <a:spAutoFit/>
          </a:bodyPr>
          <a:lstStyle/>
          <a:p>
            <a:r>
              <a:rPr lang="en-US" dirty="0"/>
              <a:t>…</a:t>
            </a:r>
            <a:endParaRPr lang="ro-RO" dirty="0"/>
          </a:p>
        </p:txBody>
      </p:sp>
      <p:cxnSp>
        <p:nvCxnSpPr>
          <p:cNvPr id="19" name="Straight Connector 18">
            <a:extLst>
              <a:ext uri="{FF2B5EF4-FFF2-40B4-BE49-F238E27FC236}">
                <a16:creationId xmlns:a16="http://schemas.microsoft.com/office/drawing/2014/main" id="{E8EEEE02-7624-7362-BA17-491147D32852}"/>
              </a:ext>
            </a:extLst>
          </p:cNvPr>
          <p:cNvCxnSpPr/>
          <p:nvPr/>
        </p:nvCxnSpPr>
        <p:spPr>
          <a:xfrm flipH="1">
            <a:off x="10531453" y="2812678"/>
            <a:ext cx="1" cy="318127"/>
          </a:xfrm>
          <a:prstGeom prst="line">
            <a:avLst/>
          </a:prstGeom>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9FC4F27F-6A35-E9C8-4FE3-F4C70142E138}"/>
              </a:ext>
            </a:extLst>
          </p:cNvPr>
          <p:cNvSpPr/>
          <p:nvPr/>
        </p:nvSpPr>
        <p:spPr>
          <a:xfrm>
            <a:off x="9427349" y="4506016"/>
            <a:ext cx="2127183" cy="824530"/>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dirty="0"/>
          </a:p>
        </p:txBody>
      </p:sp>
      <p:sp>
        <p:nvSpPr>
          <p:cNvPr id="24" name="TextBox 23">
            <a:extLst>
              <a:ext uri="{FF2B5EF4-FFF2-40B4-BE49-F238E27FC236}">
                <a16:creationId xmlns:a16="http://schemas.microsoft.com/office/drawing/2014/main" id="{4E2899D2-7662-BBA7-CFF9-96C052409512}"/>
              </a:ext>
            </a:extLst>
          </p:cNvPr>
          <p:cNvSpPr txBox="1"/>
          <p:nvPr/>
        </p:nvSpPr>
        <p:spPr>
          <a:xfrm>
            <a:off x="9333185" y="5329338"/>
            <a:ext cx="2324154" cy="307777"/>
          </a:xfrm>
          <a:prstGeom prst="rect">
            <a:avLst/>
          </a:prstGeom>
          <a:noFill/>
        </p:spPr>
        <p:txBody>
          <a:bodyPr wrap="square">
            <a:spAutoFit/>
          </a:bodyPr>
          <a:lstStyle/>
          <a:p>
            <a:r>
              <a:rPr lang="en-US" sz="1400" dirty="0">
                <a:solidFill>
                  <a:srgbClr val="FF0000"/>
                </a:solidFill>
                <a:latin typeface="Courier New" pitchFamily="34" charset="0"/>
                <a:ea typeface="Courier New" pitchFamily="34" charset="-122"/>
                <a:cs typeface="Courier New" pitchFamily="34" charset="-120"/>
              </a:rPr>
              <a:t>conditional context2</a:t>
            </a:r>
            <a:endParaRPr lang="ro-RO" sz="1400" dirty="0">
              <a:solidFill>
                <a:srgbClr val="FF0000"/>
              </a:solidFill>
            </a:endParaRPr>
          </a:p>
        </p:txBody>
      </p:sp>
      <p:cxnSp>
        <p:nvCxnSpPr>
          <p:cNvPr id="25" name="Straight Arrow Connector 24">
            <a:extLst>
              <a:ext uri="{FF2B5EF4-FFF2-40B4-BE49-F238E27FC236}">
                <a16:creationId xmlns:a16="http://schemas.microsoft.com/office/drawing/2014/main" id="{F83B3248-2547-34EB-A8E1-9489FAB38D16}"/>
              </a:ext>
            </a:extLst>
          </p:cNvPr>
          <p:cNvCxnSpPr>
            <a:cxnSpLocks/>
          </p:cNvCxnSpPr>
          <p:nvPr/>
        </p:nvCxnSpPr>
        <p:spPr>
          <a:xfrm>
            <a:off x="10495262" y="4180846"/>
            <a:ext cx="0" cy="3175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DCAA84C-5CD7-7D52-0ECD-8F790969AA31}"/>
              </a:ext>
            </a:extLst>
          </p:cNvPr>
          <p:cNvSpPr txBox="1"/>
          <p:nvPr/>
        </p:nvSpPr>
        <p:spPr>
          <a:xfrm>
            <a:off x="9168181" y="4196498"/>
            <a:ext cx="1358064" cy="276999"/>
          </a:xfrm>
          <a:prstGeom prst="rect">
            <a:avLst/>
          </a:prstGeom>
          <a:noFill/>
        </p:spPr>
        <p:txBody>
          <a:bodyPr wrap="none" rtlCol="0">
            <a:spAutoFit/>
          </a:bodyPr>
          <a:lstStyle/>
          <a:p>
            <a:r>
              <a:rPr lang="en-US" sz="1200" dirty="0"/>
              <a:t>shape (1, 77, 768)</a:t>
            </a:r>
            <a:endParaRPr lang="ro-RO" sz="1200" dirty="0"/>
          </a:p>
        </p:txBody>
      </p:sp>
      <p:sp>
        <p:nvSpPr>
          <p:cNvPr id="27" name="Rectangle 26">
            <a:extLst>
              <a:ext uri="{FF2B5EF4-FFF2-40B4-BE49-F238E27FC236}">
                <a16:creationId xmlns:a16="http://schemas.microsoft.com/office/drawing/2014/main" id="{A37AA11B-BB8E-77D6-B41C-8CB98B9F1F33}"/>
              </a:ext>
            </a:extLst>
          </p:cNvPr>
          <p:cNvSpPr/>
          <p:nvPr/>
        </p:nvSpPr>
        <p:spPr>
          <a:xfrm>
            <a:off x="9427349" y="4500209"/>
            <a:ext cx="2127183" cy="318549"/>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28" name="Straight Connector 27">
            <a:extLst>
              <a:ext uri="{FF2B5EF4-FFF2-40B4-BE49-F238E27FC236}">
                <a16:creationId xmlns:a16="http://schemas.microsoft.com/office/drawing/2014/main" id="{D0A30D14-DB21-D9B2-1747-5F6773909E54}"/>
              </a:ext>
            </a:extLst>
          </p:cNvPr>
          <p:cNvCxnSpPr/>
          <p:nvPr/>
        </p:nvCxnSpPr>
        <p:spPr>
          <a:xfrm>
            <a:off x="9658614" y="4500209"/>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A2004E3-21A9-2219-C893-FE17347E9D6A}"/>
              </a:ext>
            </a:extLst>
          </p:cNvPr>
          <p:cNvCxnSpPr/>
          <p:nvPr/>
        </p:nvCxnSpPr>
        <p:spPr>
          <a:xfrm>
            <a:off x="9876631" y="4510981"/>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0B22D200-26A1-8497-A7B7-BEE7CBD9FAF2}"/>
              </a:ext>
            </a:extLst>
          </p:cNvPr>
          <p:cNvCxnSpPr/>
          <p:nvPr/>
        </p:nvCxnSpPr>
        <p:spPr>
          <a:xfrm>
            <a:off x="11375231" y="4508288"/>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3B5671E0-9100-4176-C348-5F514F8E69A1}"/>
              </a:ext>
            </a:extLst>
          </p:cNvPr>
          <p:cNvCxnSpPr/>
          <p:nvPr/>
        </p:nvCxnSpPr>
        <p:spPr>
          <a:xfrm>
            <a:off x="11186847" y="4508288"/>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27" name="TextBox 226">
            <a:extLst>
              <a:ext uri="{FF2B5EF4-FFF2-40B4-BE49-F238E27FC236}">
                <a16:creationId xmlns:a16="http://schemas.microsoft.com/office/drawing/2014/main" id="{152193B1-003E-408D-2C71-92678BE961E3}"/>
              </a:ext>
            </a:extLst>
          </p:cNvPr>
          <p:cNvSpPr txBox="1"/>
          <p:nvPr/>
        </p:nvSpPr>
        <p:spPr>
          <a:xfrm>
            <a:off x="10301888" y="4435335"/>
            <a:ext cx="688975" cy="369332"/>
          </a:xfrm>
          <a:prstGeom prst="rect">
            <a:avLst/>
          </a:prstGeom>
          <a:noFill/>
        </p:spPr>
        <p:txBody>
          <a:bodyPr wrap="square" rtlCol="0">
            <a:spAutoFit/>
          </a:bodyPr>
          <a:lstStyle/>
          <a:p>
            <a:r>
              <a:rPr lang="en-US" dirty="0"/>
              <a:t>…</a:t>
            </a:r>
            <a:endParaRPr lang="ro-RO" dirty="0"/>
          </a:p>
        </p:txBody>
      </p:sp>
      <p:sp>
        <p:nvSpPr>
          <p:cNvPr id="229" name="Rectangle 228">
            <a:extLst>
              <a:ext uri="{FF2B5EF4-FFF2-40B4-BE49-F238E27FC236}">
                <a16:creationId xmlns:a16="http://schemas.microsoft.com/office/drawing/2014/main" id="{28EBC826-A392-3D46-68A0-1C1DD9B007A7}"/>
              </a:ext>
            </a:extLst>
          </p:cNvPr>
          <p:cNvSpPr/>
          <p:nvPr/>
        </p:nvSpPr>
        <p:spPr>
          <a:xfrm>
            <a:off x="9427349" y="5019043"/>
            <a:ext cx="2127183" cy="318549"/>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230" name="Straight Connector 229">
            <a:extLst>
              <a:ext uri="{FF2B5EF4-FFF2-40B4-BE49-F238E27FC236}">
                <a16:creationId xmlns:a16="http://schemas.microsoft.com/office/drawing/2014/main" id="{3C406962-EED7-6CD9-F77F-6AC7F08EBAC8}"/>
              </a:ext>
            </a:extLst>
          </p:cNvPr>
          <p:cNvCxnSpPr/>
          <p:nvPr/>
        </p:nvCxnSpPr>
        <p:spPr>
          <a:xfrm>
            <a:off x="9658614" y="5019043"/>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1" name="Straight Connector 230">
            <a:extLst>
              <a:ext uri="{FF2B5EF4-FFF2-40B4-BE49-F238E27FC236}">
                <a16:creationId xmlns:a16="http://schemas.microsoft.com/office/drawing/2014/main" id="{C36A0794-E307-0D76-A84E-57956FB2BC33}"/>
              </a:ext>
            </a:extLst>
          </p:cNvPr>
          <p:cNvCxnSpPr/>
          <p:nvPr/>
        </p:nvCxnSpPr>
        <p:spPr>
          <a:xfrm>
            <a:off x="9876631" y="5029815"/>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2" name="Straight Connector 231">
            <a:extLst>
              <a:ext uri="{FF2B5EF4-FFF2-40B4-BE49-F238E27FC236}">
                <a16:creationId xmlns:a16="http://schemas.microsoft.com/office/drawing/2014/main" id="{48AE0AAB-71D2-13AA-E294-39EBBA0A3754}"/>
              </a:ext>
            </a:extLst>
          </p:cNvPr>
          <p:cNvCxnSpPr/>
          <p:nvPr/>
        </p:nvCxnSpPr>
        <p:spPr>
          <a:xfrm>
            <a:off x="11375231" y="5027122"/>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3" name="Straight Connector 232">
            <a:extLst>
              <a:ext uri="{FF2B5EF4-FFF2-40B4-BE49-F238E27FC236}">
                <a16:creationId xmlns:a16="http://schemas.microsoft.com/office/drawing/2014/main" id="{8BCB3D0E-8623-37DE-CCFA-44D93FD05B3E}"/>
              </a:ext>
            </a:extLst>
          </p:cNvPr>
          <p:cNvCxnSpPr/>
          <p:nvPr/>
        </p:nvCxnSpPr>
        <p:spPr>
          <a:xfrm>
            <a:off x="11186847" y="5027122"/>
            <a:ext cx="0" cy="313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34" name="TextBox 233">
            <a:extLst>
              <a:ext uri="{FF2B5EF4-FFF2-40B4-BE49-F238E27FC236}">
                <a16:creationId xmlns:a16="http://schemas.microsoft.com/office/drawing/2014/main" id="{CFD94995-F46A-12B4-4733-964AAA772DC7}"/>
              </a:ext>
            </a:extLst>
          </p:cNvPr>
          <p:cNvSpPr txBox="1"/>
          <p:nvPr/>
        </p:nvSpPr>
        <p:spPr>
          <a:xfrm>
            <a:off x="10301888" y="4954169"/>
            <a:ext cx="688975" cy="369332"/>
          </a:xfrm>
          <a:prstGeom prst="rect">
            <a:avLst/>
          </a:prstGeom>
          <a:noFill/>
        </p:spPr>
        <p:txBody>
          <a:bodyPr wrap="square" rtlCol="0">
            <a:spAutoFit/>
          </a:bodyPr>
          <a:lstStyle/>
          <a:p>
            <a:r>
              <a:rPr lang="en-US" dirty="0"/>
              <a:t>…</a:t>
            </a:r>
            <a:endParaRPr lang="ro-RO" dirty="0"/>
          </a:p>
        </p:txBody>
      </p:sp>
      <p:sp>
        <p:nvSpPr>
          <p:cNvPr id="235" name="TextBox 234">
            <a:extLst>
              <a:ext uri="{FF2B5EF4-FFF2-40B4-BE49-F238E27FC236}">
                <a16:creationId xmlns:a16="http://schemas.microsoft.com/office/drawing/2014/main" id="{69CD511A-36F6-01E1-AB81-1632C5882285}"/>
              </a:ext>
            </a:extLst>
          </p:cNvPr>
          <p:cNvSpPr txBox="1"/>
          <p:nvPr/>
        </p:nvSpPr>
        <p:spPr>
          <a:xfrm rot="5400000">
            <a:off x="10390806" y="4716341"/>
            <a:ext cx="318551" cy="369332"/>
          </a:xfrm>
          <a:prstGeom prst="rect">
            <a:avLst/>
          </a:prstGeom>
          <a:noFill/>
        </p:spPr>
        <p:txBody>
          <a:bodyPr wrap="square" rtlCol="0">
            <a:spAutoFit/>
          </a:bodyPr>
          <a:lstStyle/>
          <a:p>
            <a:r>
              <a:rPr lang="en-US" dirty="0"/>
              <a:t>…</a:t>
            </a:r>
            <a:endParaRPr lang="ro-RO" dirty="0"/>
          </a:p>
        </p:txBody>
      </p:sp>
      <p:sp>
        <p:nvSpPr>
          <p:cNvPr id="244" name="Right Brace 243">
            <a:extLst>
              <a:ext uri="{FF2B5EF4-FFF2-40B4-BE49-F238E27FC236}">
                <a16:creationId xmlns:a16="http://schemas.microsoft.com/office/drawing/2014/main" id="{FA8E6A84-3A5E-681A-1AB8-9AF662306445}"/>
              </a:ext>
            </a:extLst>
          </p:cNvPr>
          <p:cNvSpPr/>
          <p:nvPr/>
        </p:nvSpPr>
        <p:spPr>
          <a:xfrm rot="5400000">
            <a:off x="8151917" y="2895382"/>
            <a:ext cx="165285" cy="666531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p:sp>
        <p:nvSpPr>
          <p:cNvPr id="245" name="TextBox 244">
            <a:extLst>
              <a:ext uri="{FF2B5EF4-FFF2-40B4-BE49-F238E27FC236}">
                <a16:creationId xmlns:a16="http://schemas.microsoft.com/office/drawing/2014/main" id="{CAF6DA3C-D677-8E8A-3C96-26B939621A74}"/>
              </a:ext>
            </a:extLst>
          </p:cNvPr>
          <p:cNvSpPr txBox="1"/>
          <p:nvPr/>
        </p:nvSpPr>
        <p:spPr>
          <a:xfrm>
            <a:off x="4724276" y="6310680"/>
            <a:ext cx="7055055" cy="307777"/>
          </a:xfrm>
          <a:prstGeom prst="rect">
            <a:avLst/>
          </a:prstGeom>
          <a:noFill/>
        </p:spPr>
        <p:txBody>
          <a:bodyPr wrap="square">
            <a:spAutoFit/>
          </a:bodyPr>
          <a:lstStyle/>
          <a:p>
            <a:r>
              <a:rPr lang="en-US" sz="1400" dirty="0">
                <a:solidFill>
                  <a:srgbClr val="FF0000"/>
                </a:solidFill>
                <a:latin typeface="Courier New" pitchFamily="34" charset="0"/>
                <a:ea typeface="Courier New" pitchFamily="34" charset="-122"/>
                <a:cs typeface="Courier New" pitchFamily="34" charset="-120"/>
              </a:rPr>
              <a:t>context2 = </a:t>
            </a:r>
            <a:r>
              <a:rPr lang="en-US" sz="1400" dirty="0" err="1">
                <a:solidFill>
                  <a:srgbClr val="FF0000"/>
                </a:solidFill>
                <a:latin typeface="Courier New" pitchFamily="34" charset="0"/>
                <a:ea typeface="Courier New" pitchFamily="34" charset="-122"/>
                <a:cs typeface="Courier New" pitchFamily="34" charset="-120"/>
              </a:rPr>
              <a:t>concat</a:t>
            </a:r>
            <a:r>
              <a:rPr lang="en-US" sz="1400" dirty="0">
                <a:solidFill>
                  <a:srgbClr val="FF0000"/>
                </a:solidFill>
                <a:latin typeface="Courier New" pitchFamily="34" charset="0"/>
                <a:ea typeface="Courier New" pitchFamily="34" charset="-122"/>
                <a:cs typeface="Courier New" pitchFamily="34" charset="-120"/>
              </a:rPr>
              <a:t>([conditional context2, unconditional context])</a:t>
            </a:r>
            <a:endParaRPr lang="ro-RO" sz="1400" dirty="0">
              <a:solidFill>
                <a:srgbClr val="FF0000"/>
              </a:solidFill>
            </a:endParaRPr>
          </a:p>
        </p:txBody>
      </p:sp>
      <p:sp>
        <p:nvSpPr>
          <p:cNvPr id="246" name="TextBox 245">
            <a:extLst>
              <a:ext uri="{FF2B5EF4-FFF2-40B4-BE49-F238E27FC236}">
                <a16:creationId xmlns:a16="http://schemas.microsoft.com/office/drawing/2014/main" id="{D55D6493-3415-A164-F8A3-7A65482898E6}"/>
              </a:ext>
            </a:extLst>
          </p:cNvPr>
          <p:cNvSpPr txBox="1"/>
          <p:nvPr/>
        </p:nvSpPr>
        <p:spPr>
          <a:xfrm>
            <a:off x="7257581" y="6520921"/>
            <a:ext cx="1558440" cy="307777"/>
          </a:xfrm>
          <a:prstGeom prst="rect">
            <a:avLst/>
          </a:prstGeom>
          <a:noFill/>
        </p:spPr>
        <p:txBody>
          <a:bodyPr wrap="none" rtlCol="0">
            <a:spAutoFit/>
          </a:bodyPr>
          <a:lstStyle/>
          <a:p>
            <a:r>
              <a:rPr lang="en-US" sz="1400" dirty="0"/>
              <a:t>shape (2, 77, 768)</a:t>
            </a:r>
            <a:endParaRPr lang="ro-RO"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4E4FA7AF-1148-52A1-5E00-E78A6BD255E0}"/>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3</a:t>
            </a:r>
            <a:endParaRPr lang="en-US" sz="1867" dirty="0"/>
          </a:p>
        </p:txBody>
      </p:sp>
      <p:sp>
        <p:nvSpPr>
          <p:cNvPr id="7" name="Text 2">
            <a:extLst>
              <a:ext uri="{FF2B5EF4-FFF2-40B4-BE49-F238E27FC236}">
                <a16:creationId xmlns:a16="http://schemas.microsoft.com/office/drawing/2014/main" id="{C1239377-AFAE-8459-D692-5946FB8E2BB9}"/>
              </a:ext>
            </a:extLst>
          </p:cNvPr>
          <p:cNvSpPr/>
          <p:nvPr/>
        </p:nvSpPr>
        <p:spPr>
          <a:xfrm>
            <a:off x="853440" y="2255520"/>
            <a:ext cx="1115705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Latent Space</a:t>
            </a:r>
          </a:p>
          <a:p>
            <a:r>
              <a:rPr lang="en-US" sz="6000" b="1" dirty="0">
                <a:solidFill>
                  <a:srgbClr val="000000"/>
                </a:solidFill>
                <a:latin typeface="Calibri" pitchFamily="34" charset="0"/>
                <a:ea typeface="Calibri" pitchFamily="34" charset="-122"/>
                <a:cs typeface="Calibri" pitchFamily="34" charset="-120"/>
              </a:rPr>
              <a:t>Generation:</a:t>
            </a:r>
          </a:p>
          <a:p>
            <a:r>
              <a:rPr lang="en-US" sz="6000" b="1" dirty="0" err="1">
                <a:solidFill>
                  <a:srgbClr val="000000"/>
                </a:solidFill>
                <a:latin typeface="Calibri" pitchFamily="34" charset="0"/>
                <a:ea typeface="Calibri" pitchFamily="34" charset="-122"/>
                <a:cs typeface="Calibri" pitchFamily="34" charset="-120"/>
              </a:rPr>
              <a:t>gen_latents</a:t>
            </a:r>
            <a:r>
              <a:rPr lang="en-US" sz="6000" b="1" dirty="0">
                <a:solidFill>
                  <a:srgbClr val="000000"/>
                </a:solidFill>
                <a:latin typeface="Calibri" pitchFamily="34" charset="0"/>
                <a:ea typeface="Calibri" pitchFamily="34" charset="-122"/>
                <a:cs typeface="Calibri" pitchFamily="34" charset="-120"/>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51" name="Shape 0">
            <a:extLst>
              <a:ext uri="{FF2B5EF4-FFF2-40B4-BE49-F238E27FC236}">
                <a16:creationId xmlns:a16="http://schemas.microsoft.com/office/drawing/2014/main" id="{27DAF78E-A7E6-86CD-9DFC-8252439115DA}"/>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56" name="Picture 55">
            <a:extLst>
              <a:ext uri="{FF2B5EF4-FFF2-40B4-BE49-F238E27FC236}">
                <a16:creationId xmlns:a16="http://schemas.microsoft.com/office/drawing/2014/main" id="{5D3237B2-E3BB-B5AA-35BB-617E0B0B87C9}"/>
              </a:ext>
            </a:extLst>
          </p:cNvPr>
          <p:cNvPicPr>
            <a:picLocks noChangeAspect="1"/>
          </p:cNvPicPr>
          <p:nvPr/>
        </p:nvPicPr>
        <p:blipFill>
          <a:blip r:embed="rId3"/>
          <a:stretch>
            <a:fillRect/>
          </a:stretch>
        </p:blipFill>
        <p:spPr>
          <a:xfrm>
            <a:off x="102742" y="693082"/>
            <a:ext cx="11691991" cy="1365428"/>
          </a:xfrm>
          <a:prstGeom prst="rect">
            <a:avLst/>
          </a:prstGeom>
        </p:spPr>
      </p:pic>
      <p:pic>
        <p:nvPicPr>
          <p:cNvPr id="60" name="Picture 59">
            <a:extLst>
              <a:ext uri="{FF2B5EF4-FFF2-40B4-BE49-F238E27FC236}">
                <a16:creationId xmlns:a16="http://schemas.microsoft.com/office/drawing/2014/main" id="{143942AF-E9DD-4E6B-C05C-306C376212D3}"/>
              </a:ext>
            </a:extLst>
          </p:cNvPr>
          <p:cNvPicPr>
            <a:picLocks noChangeAspect="1"/>
          </p:cNvPicPr>
          <p:nvPr/>
        </p:nvPicPr>
        <p:blipFill>
          <a:blip r:embed="rId4"/>
          <a:stretch>
            <a:fillRect/>
          </a:stretch>
        </p:blipFill>
        <p:spPr>
          <a:xfrm>
            <a:off x="102742" y="3034819"/>
            <a:ext cx="11691991" cy="3520517"/>
          </a:xfrm>
          <a:prstGeom prst="rect">
            <a:avLst/>
          </a:prstGeom>
        </p:spPr>
      </p:pic>
      <p:sp>
        <p:nvSpPr>
          <p:cNvPr id="62" name="TextBox 61">
            <a:extLst>
              <a:ext uri="{FF2B5EF4-FFF2-40B4-BE49-F238E27FC236}">
                <a16:creationId xmlns:a16="http://schemas.microsoft.com/office/drawing/2014/main" id="{8A19C826-1DFF-19DC-D22D-DB1275456E29}"/>
              </a:ext>
            </a:extLst>
          </p:cNvPr>
          <p:cNvSpPr txBox="1"/>
          <p:nvPr/>
        </p:nvSpPr>
        <p:spPr>
          <a:xfrm>
            <a:off x="102742" y="311558"/>
            <a:ext cx="6102848" cy="369332"/>
          </a:xfrm>
          <a:prstGeom prst="rect">
            <a:avLst/>
          </a:prstGeom>
          <a:noFill/>
        </p:spPr>
        <p:txBody>
          <a:bodyPr wrap="square">
            <a:spAutoFit/>
          </a:bodyPr>
          <a:lstStyle/>
          <a:p>
            <a:r>
              <a:rPr lang="en-US" b="1" dirty="0"/>
              <a:t>Initializing the scheduler and denoising U-Net:</a:t>
            </a:r>
            <a:endParaRPr lang="ro-RO" b="1" dirty="0"/>
          </a:p>
        </p:txBody>
      </p:sp>
      <p:sp>
        <p:nvSpPr>
          <p:cNvPr id="64" name="TextBox 63">
            <a:extLst>
              <a:ext uri="{FF2B5EF4-FFF2-40B4-BE49-F238E27FC236}">
                <a16:creationId xmlns:a16="http://schemas.microsoft.com/office/drawing/2014/main" id="{B0856C23-83AD-8DA0-6027-F847EB14DC55}"/>
              </a:ext>
            </a:extLst>
          </p:cNvPr>
          <p:cNvSpPr txBox="1"/>
          <p:nvPr/>
        </p:nvSpPr>
        <p:spPr>
          <a:xfrm>
            <a:off x="102742" y="2665487"/>
            <a:ext cx="6102848" cy="369332"/>
          </a:xfrm>
          <a:prstGeom prst="rect">
            <a:avLst/>
          </a:prstGeom>
          <a:noFill/>
        </p:spPr>
        <p:txBody>
          <a:bodyPr wrap="square">
            <a:spAutoFit/>
          </a:bodyPr>
          <a:lstStyle/>
          <a:p>
            <a:r>
              <a:rPr lang="en-US" b="1" dirty="0"/>
              <a:t>Generating and iteratively denoising latent noise:</a:t>
            </a:r>
            <a:endParaRPr lang="ro-RO"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A74EE-1705-C250-325A-8A8BF154F083}"/>
            </a:ext>
          </a:extLst>
        </p:cNvPr>
        <p:cNvGrpSpPr/>
        <p:nvPr/>
      </p:nvGrpSpPr>
      <p:grpSpPr>
        <a:xfrm>
          <a:off x="0" y="0"/>
          <a:ext cx="0" cy="0"/>
          <a:chOff x="0" y="0"/>
          <a:chExt cx="0" cy="0"/>
        </a:xfrm>
      </p:grpSpPr>
      <p:pic>
        <p:nvPicPr>
          <p:cNvPr id="2" name="Picture 2" descr="Why do my glasses need cleaning all the time? | Book An Eye Test">
            <a:extLst>
              <a:ext uri="{FF2B5EF4-FFF2-40B4-BE49-F238E27FC236}">
                <a16:creationId xmlns:a16="http://schemas.microsoft.com/office/drawing/2014/main" id="{BDD220D4-DFCD-5B5C-F14C-5113B97DB7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871" y="1460914"/>
            <a:ext cx="5904258" cy="3936172"/>
          </a:xfrm>
          <a:prstGeom prst="rect">
            <a:avLst/>
          </a:prstGeom>
          <a:noFill/>
          <a:extLst>
            <a:ext uri="{909E8E84-426E-40DD-AFC4-6F175D3DCCD1}">
              <a14:hiddenFill xmlns:a14="http://schemas.microsoft.com/office/drawing/2010/main">
                <a:solidFill>
                  <a:srgbClr val="FFFFFF"/>
                </a:solidFill>
              </a14:hiddenFill>
            </a:ext>
          </a:extLst>
        </p:spPr>
      </p:pic>
      <p:sp>
        <p:nvSpPr>
          <p:cNvPr id="3" name="Shape 0">
            <a:extLst>
              <a:ext uri="{FF2B5EF4-FFF2-40B4-BE49-F238E27FC236}">
                <a16:creationId xmlns:a16="http://schemas.microsoft.com/office/drawing/2014/main" id="{B9E8F4ED-7EF0-E18C-4A83-7EA1C2E55E95}"/>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17283700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1A93D-0F00-BC0D-AAD8-51427B8BCC2B}"/>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209F8F2D-5F12-9F9B-41E5-B1EC10CAFEBE}"/>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5" name="Picture 4">
            <a:extLst>
              <a:ext uri="{FF2B5EF4-FFF2-40B4-BE49-F238E27FC236}">
                <a16:creationId xmlns:a16="http://schemas.microsoft.com/office/drawing/2014/main" id="{1FCACD78-280E-4AAC-47B1-4533B2850AE9}"/>
              </a:ext>
            </a:extLst>
          </p:cNvPr>
          <p:cNvPicPr>
            <a:picLocks noChangeAspect="1"/>
          </p:cNvPicPr>
          <p:nvPr/>
        </p:nvPicPr>
        <p:blipFill>
          <a:blip r:embed="rId2"/>
          <a:stretch>
            <a:fillRect/>
          </a:stretch>
        </p:blipFill>
        <p:spPr>
          <a:xfrm>
            <a:off x="72786" y="1092623"/>
            <a:ext cx="1088837" cy="1099798"/>
          </a:xfrm>
          <a:prstGeom prst="rect">
            <a:avLst/>
          </a:prstGeom>
        </p:spPr>
      </p:pic>
      <p:pic>
        <p:nvPicPr>
          <p:cNvPr id="7" name="Picture 6">
            <a:extLst>
              <a:ext uri="{FF2B5EF4-FFF2-40B4-BE49-F238E27FC236}">
                <a16:creationId xmlns:a16="http://schemas.microsoft.com/office/drawing/2014/main" id="{F5D0D193-7035-67B2-4D54-FB77647F8355}"/>
              </a:ext>
            </a:extLst>
          </p:cNvPr>
          <p:cNvPicPr>
            <a:picLocks noChangeAspect="1"/>
          </p:cNvPicPr>
          <p:nvPr/>
        </p:nvPicPr>
        <p:blipFill>
          <a:blip r:embed="rId3"/>
          <a:stretch>
            <a:fillRect/>
          </a:stretch>
        </p:blipFill>
        <p:spPr>
          <a:xfrm>
            <a:off x="3416236" y="1139437"/>
            <a:ext cx="1088838" cy="1099836"/>
          </a:xfrm>
          <a:prstGeom prst="rect">
            <a:avLst/>
          </a:prstGeom>
        </p:spPr>
      </p:pic>
      <p:pic>
        <p:nvPicPr>
          <p:cNvPr id="9" name="Picture 8">
            <a:extLst>
              <a:ext uri="{FF2B5EF4-FFF2-40B4-BE49-F238E27FC236}">
                <a16:creationId xmlns:a16="http://schemas.microsoft.com/office/drawing/2014/main" id="{13BF44A8-CAE4-85A7-A4F8-1FF48B9CFA86}"/>
              </a:ext>
            </a:extLst>
          </p:cNvPr>
          <p:cNvPicPr>
            <a:picLocks noChangeAspect="1"/>
          </p:cNvPicPr>
          <p:nvPr/>
        </p:nvPicPr>
        <p:blipFill>
          <a:blip r:embed="rId4"/>
          <a:stretch>
            <a:fillRect/>
          </a:stretch>
        </p:blipFill>
        <p:spPr>
          <a:xfrm>
            <a:off x="7625532" y="1139437"/>
            <a:ext cx="1086119" cy="1097374"/>
          </a:xfrm>
          <a:prstGeom prst="rect">
            <a:avLst/>
          </a:prstGeom>
        </p:spPr>
      </p:pic>
      <p:pic>
        <p:nvPicPr>
          <p:cNvPr id="11" name="Picture 10">
            <a:extLst>
              <a:ext uri="{FF2B5EF4-FFF2-40B4-BE49-F238E27FC236}">
                <a16:creationId xmlns:a16="http://schemas.microsoft.com/office/drawing/2014/main" id="{FE4DB5C3-61AC-0384-4D8A-EC89CFC012F3}"/>
              </a:ext>
            </a:extLst>
          </p:cNvPr>
          <p:cNvPicPr>
            <a:picLocks noChangeAspect="1"/>
          </p:cNvPicPr>
          <p:nvPr/>
        </p:nvPicPr>
        <p:blipFill>
          <a:blip r:embed="rId5"/>
          <a:stretch>
            <a:fillRect/>
          </a:stretch>
        </p:blipFill>
        <p:spPr>
          <a:xfrm>
            <a:off x="10964200" y="1114497"/>
            <a:ext cx="1128040" cy="1122314"/>
          </a:xfrm>
          <a:prstGeom prst="rect">
            <a:avLst/>
          </a:prstGeom>
        </p:spPr>
      </p:pic>
      <p:pic>
        <p:nvPicPr>
          <p:cNvPr id="13" name="Picture 12">
            <a:extLst>
              <a:ext uri="{FF2B5EF4-FFF2-40B4-BE49-F238E27FC236}">
                <a16:creationId xmlns:a16="http://schemas.microsoft.com/office/drawing/2014/main" id="{4A16D8B3-B3CB-3AF3-863A-9E8B2294F4BF}"/>
              </a:ext>
            </a:extLst>
          </p:cNvPr>
          <p:cNvPicPr>
            <a:picLocks noChangeAspect="1"/>
          </p:cNvPicPr>
          <p:nvPr/>
        </p:nvPicPr>
        <p:blipFill>
          <a:blip r:embed="rId6"/>
          <a:stretch>
            <a:fillRect/>
          </a:stretch>
        </p:blipFill>
        <p:spPr>
          <a:xfrm>
            <a:off x="72785" y="5397053"/>
            <a:ext cx="1088837" cy="1088837"/>
          </a:xfrm>
          <a:prstGeom prst="rect">
            <a:avLst/>
          </a:prstGeom>
        </p:spPr>
      </p:pic>
      <p:pic>
        <p:nvPicPr>
          <p:cNvPr id="15" name="Picture 14">
            <a:extLst>
              <a:ext uri="{FF2B5EF4-FFF2-40B4-BE49-F238E27FC236}">
                <a16:creationId xmlns:a16="http://schemas.microsoft.com/office/drawing/2014/main" id="{092C3E4E-6290-BB54-1725-EEEEEE055BFB}"/>
              </a:ext>
            </a:extLst>
          </p:cNvPr>
          <p:cNvPicPr>
            <a:picLocks noChangeAspect="1"/>
          </p:cNvPicPr>
          <p:nvPr/>
        </p:nvPicPr>
        <p:blipFill>
          <a:blip r:embed="rId7"/>
          <a:stretch>
            <a:fillRect/>
          </a:stretch>
        </p:blipFill>
        <p:spPr>
          <a:xfrm>
            <a:off x="3416236" y="5397052"/>
            <a:ext cx="1088838" cy="1088838"/>
          </a:xfrm>
          <a:prstGeom prst="rect">
            <a:avLst/>
          </a:prstGeom>
        </p:spPr>
      </p:pic>
      <p:pic>
        <p:nvPicPr>
          <p:cNvPr id="17" name="Picture 16">
            <a:extLst>
              <a:ext uri="{FF2B5EF4-FFF2-40B4-BE49-F238E27FC236}">
                <a16:creationId xmlns:a16="http://schemas.microsoft.com/office/drawing/2014/main" id="{150C5DA4-A221-7728-91DE-3CB45D694ED1}"/>
              </a:ext>
            </a:extLst>
          </p:cNvPr>
          <p:cNvPicPr>
            <a:picLocks noChangeAspect="1"/>
          </p:cNvPicPr>
          <p:nvPr/>
        </p:nvPicPr>
        <p:blipFill>
          <a:blip r:embed="rId8"/>
          <a:stretch>
            <a:fillRect/>
          </a:stretch>
        </p:blipFill>
        <p:spPr>
          <a:xfrm>
            <a:off x="7622812" y="5397052"/>
            <a:ext cx="1088839" cy="1088839"/>
          </a:xfrm>
          <a:prstGeom prst="rect">
            <a:avLst/>
          </a:prstGeom>
        </p:spPr>
      </p:pic>
      <p:pic>
        <p:nvPicPr>
          <p:cNvPr id="19" name="Picture 18">
            <a:extLst>
              <a:ext uri="{FF2B5EF4-FFF2-40B4-BE49-F238E27FC236}">
                <a16:creationId xmlns:a16="http://schemas.microsoft.com/office/drawing/2014/main" id="{740598C7-7B3B-EFFA-9B9B-1AECF1A58A2B}"/>
              </a:ext>
            </a:extLst>
          </p:cNvPr>
          <p:cNvPicPr>
            <a:picLocks noChangeAspect="1"/>
          </p:cNvPicPr>
          <p:nvPr/>
        </p:nvPicPr>
        <p:blipFill>
          <a:blip r:embed="rId9"/>
          <a:stretch>
            <a:fillRect/>
          </a:stretch>
        </p:blipFill>
        <p:spPr>
          <a:xfrm>
            <a:off x="10964200" y="5397052"/>
            <a:ext cx="1099949" cy="1088839"/>
          </a:xfrm>
          <a:prstGeom prst="rect">
            <a:avLst/>
          </a:prstGeom>
        </p:spPr>
      </p:pic>
      <p:pic>
        <p:nvPicPr>
          <p:cNvPr id="20" name="Picture 6" descr="U-NET: Computer Vision's neural network ...">
            <a:extLst>
              <a:ext uri="{FF2B5EF4-FFF2-40B4-BE49-F238E27FC236}">
                <a16:creationId xmlns:a16="http://schemas.microsoft.com/office/drawing/2014/main" id="{83CC99AB-727A-C99E-638D-E31ED440BB9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90974" y="1167034"/>
            <a:ext cx="1735818" cy="950976"/>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8684644B-55D3-4FF8-3514-D9885911159C}"/>
              </a:ext>
            </a:extLst>
          </p:cNvPr>
          <p:cNvSpPr txBox="1"/>
          <p:nvPr/>
        </p:nvSpPr>
        <p:spPr>
          <a:xfrm>
            <a:off x="1327710" y="1896244"/>
            <a:ext cx="688009" cy="261610"/>
          </a:xfrm>
          <a:prstGeom prst="rect">
            <a:avLst/>
          </a:prstGeom>
          <a:noFill/>
        </p:spPr>
        <p:txBody>
          <a:bodyPr wrap="none" rtlCol="0">
            <a:spAutoFit/>
          </a:bodyPr>
          <a:lstStyle/>
          <a:p>
            <a:r>
              <a:rPr lang="en-US" sz="1100" dirty="0"/>
              <a:t>encoder</a:t>
            </a:r>
            <a:endParaRPr lang="ro-RO" sz="1100" dirty="0"/>
          </a:p>
        </p:txBody>
      </p:sp>
      <p:sp>
        <p:nvSpPr>
          <p:cNvPr id="22" name="TextBox 21">
            <a:extLst>
              <a:ext uri="{FF2B5EF4-FFF2-40B4-BE49-F238E27FC236}">
                <a16:creationId xmlns:a16="http://schemas.microsoft.com/office/drawing/2014/main" id="{629C75D9-C00A-5C85-0EBA-2E3E2C1E2180}"/>
              </a:ext>
            </a:extLst>
          </p:cNvPr>
          <p:cNvSpPr txBox="1"/>
          <p:nvPr/>
        </p:nvSpPr>
        <p:spPr>
          <a:xfrm>
            <a:off x="2502047" y="1896244"/>
            <a:ext cx="688009" cy="261610"/>
          </a:xfrm>
          <a:prstGeom prst="rect">
            <a:avLst/>
          </a:prstGeom>
          <a:noFill/>
        </p:spPr>
        <p:txBody>
          <a:bodyPr wrap="none" rtlCol="0">
            <a:spAutoFit/>
          </a:bodyPr>
          <a:lstStyle/>
          <a:p>
            <a:r>
              <a:rPr lang="en-US" sz="1100" dirty="0"/>
              <a:t>decoder</a:t>
            </a:r>
            <a:endParaRPr lang="ro-RO" sz="1100" dirty="0"/>
          </a:p>
        </p:txBody>
      </p:sp>
      <p:sp>
        <p:nvSpPr>
          <p:cNvPr id="23" name="TextBox 22">
            <a:extLst>
              <a:ext uri="{FF2B5EF4-FFF2-40B4-BE49-F238E27FC236}">
                <a16:creationId xmlns:a16="http://schemas.microsoft.com/office/drawing/2014/main" id="{09FEBA20-C284-AB34-6714-CB46D12D1EC6}"/>
              </a:ext>
            </a:extLst>
          </p:cNvPr>
          <p:cNvSpPr txBox="1"/>
          <p:nvPr/>
        </p:nvSpPr>
        <p:spPr>
          <a:xfrm>
            <a:off x="1740952" y="1254887"/>
            <a:ext cx="1035861" cy="230832"/>
          </a:xfrm>
          <a:prstGeom prst="rect">
            <a:avLst/>
          </a:prstGeom>
          <a:noFill/>
        </p:spPr>
        <p:txBody>
          <a:bodyPr wrap="none" rtlCol="0">
            <a:spAutoFit/>
          </a:bodyPr>
          <a:lstStyle/>
          <a:p>
            <a:r>
              <a:rPr lang="en-US" sz="900" dirty="0"/>
              <a:t>skip connections</a:t>
            </a:r>
            <a:endParaRPr lang="ro-RO" sz="900" dirty="0"/>
          </a:p>
        </p:txBody>
      </p:sp>
      <p:pic>
        <p:nvPicPr>
          <p:cNvPr id="24" name="Picture 6" descr="U-NET: Computer Vision's neural network ...">
            <a:extLst>
              <a:ext uri="{FF2B5EF4-FFF2-40B4-BE49-F238E27FC236}">
                <a16:creationId xmlns:a16="http://schemas.microsoft.com/office/drawing/2014/main" id="{D1F127CE-D989-E0E1-05CA-04FB6D3C1BF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48238" y="1167034"/>
            <a:ext cx="1735818" cy="950976"/>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73FD5492-033C-9B0A-DCA7-0508452180BD}"/>
              </a:ext>
            </a:extLst>
          </p:cNvPr>
          <p:cNvSpPr txBox="1"/>
          <p:nvPr/>
        </p:nvSpPr>
        <p:spPr>
          <a:xfrm>
            <a:off x="4684974" y="1896244"/>
            <a:ext cx="688009" cy="261610"/>
          </a:xfrm>
          <a:prstGeom prst="rect">
            <a:avLst/>
          </a:prstGeom>
          <a:noFill/>
        </p:spPr>
        <p:txBody>
          <a:bodyPr wrap="none" rtlCol="0">
            <a:spAutoFit/>
          </a:bodyPr>
          <a:lstStyle/>
          <a:p>
            <a:r>
              <a:rPr lang="en-US" sz="1100" dirty="0"/>
              <a:t>encoder</a:t>
            </a:r>
            <a:endParaRPr lang="ro-RO" sz="1100" dirty="0"/>
          </a:p>
        </p:txBody>
      </p:sp>
      <p:sp>
        <p:nvSpPr>
          <p:cNvPr id="26" name="TextBox 25">
            <a:extLst>
              <a:ext uri="{FF2B5EF4-FFF2-40B4-BE49-F238E27FC236}">
                <a16:creationId xmlns:a16="http://schemas.microsoft.com/office/drawing/2014/main" id="{7E1E7BB1-E531-C382-159E-4B71AD50DD19}"/>
              </a:ext>
            </a:extLst>
          </p:cNvPr>
          <p:cNvSpPr txBox="1"/>
          <p:nvPr/>
        </p:nvSpPr>
        <p:spPr>
          <a:xfrm>
            <a:off x="5859311" y="1896244"/>
            <a:ext cx="688009" cy="261610"/>
          </a:xfrm>
          <a:prstGeom prst="rect">
            <a:avLst/>
          </a:prstGeom>
          <a:noFill/>
        </p:spPr>
        <p:txBody>
          <a:bodyPr wrap="none" rtlCol="0">
            <a:spAutoFit/>
          </a:bodyPr>
          <a:lstStyle/>
          <a:p>
            <a:r>
              <a:rPr lang="en-US" sz="1100" dirty="0"/>
              <a:t>decoder</a:t>
            </a:r>
            <a:endParaRPr lang="ro-RO" sz="1100" dirty="0"/>
          </a:p>
        </p:txBody>
      </p:sp>
      <p:sp>
        <p:nvSpPr>
          <p:cNvPr id="27" name="TextBox 26">
            <a:extLst>
              <a:ext uri="{FF2B5EF4-FFF2-40B4-BE49-F238E27FC236}">
                <a16:creationId xmlns:a16="http://schemas.microsoft.com/office/drawing/2014/main" id="{60649B3A-2610-60B4-8919-792D6183AE42}"/>
              </a:ext>
            </a:extLst>
          </p:cNvPr>
          <p:cNvSpPr txBox="1"/>
          <p:nvPr/>
        </p:nvSpPr>
        <p:spPr>
          <a:xfrm>
            <a:off x="5098216" y="1254887"/>
            <a:ext cx="1035861" cy="230832"/>
          </a:xfrm>
          <a:prstGeom prst="rect">
            <a:avLst/>
          </a:prstGeom>
          <a:noFill/>
        </p:spPr>
        <p:txBody>
          <a:bodyPr wrap="none" rtlCol="0">
            <a:spAutoFit/>
          </a:bodyPr>
          <a:lstStyle/>
          <a:p>
            <a:r>
              <a:rPr lang="en-US" sz="900" dirty="0"/>
              <a:t>skip connections</a:t>
            </a:r>
            <a:endParaRPr lang="ro-RO" sz="900" dirty="0"/>
          </a:p>
        </p:txBody>
      </p:sp>
      <p:pic>
        <p:nvPicPr>
          <p:cNvPr id="28" name="Picture 6" descr="U-NET: Computer Vision's neural network ...">
            <a:extLst>
              <a:ext uri="{FF2B5EF4-FFF2-40B4-BE49-F238E27FC236}">
                <a16:creationId xmlns:a16="http://schemas.microsoft.com/office/drawing/2014/main" id="{636528AF-5C4F-D4F2-0E3C-8F9600E737C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43380" y="1167034"/>
            <a:ext cx="1735818" cy="950976"/>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869008D5-74DC-AFB3-21B4-FD1C8DF835DB}"/>
              </a:ext>
            </a:extLst>
          </p:cNvPr>
          <p:cNvSpPr txBox="1"/>
          <p:nvPr/>
        </p:nvSpPr>
        <p:spPr>
          <a:xfrm>
            <a:off x="8880116" y="1896244"/>
            <a:ext cx="688009" cy="261610"/>
          </a:xfrm>
          <a:prstGeom prst="rect">
            <a:avLst/>
          </a:prstGeom>
          <a:noFill/>
        </p:spPr>
        <p:txBody>
          <a:bodyPr wrap="none" rtlCol="0">
            <a:spAutoFit/>
          </a:bodyPr>
          <a:lstStyle/>
          <a:p>
            <a:r>
              <a:rPr lang="en-US" sz="1100" dirty="0"/>
              <a:t>encoder</a:t>
            </a:r>
            <a:endParaRPr lang="ro-RO" sz="1100" dirty="0"/>
          </a:p>
        </p:txBody>
      </p:sp>
      <p:sp>
        <p:nvSpPr>
          <p:cNvPr id="30" name="TextBox 29">
            <a:extLst>
              <a:ext uri="{FF2B5EF4-FFF2-40B4-BE49-F238E27FC236}">
                <a16:creationId xmlns:a16="http://schemas.microsoft.com/office/drawing/2014/main" id="{68EF0E61-0ACF-5FAB-9576-01535CE7E6F1}"/>
              </a:ext>
            </a:extLst>
          </p:cNvPr>
          <p:cNvSpPr txBox="1"/>
          <p:nvPr/>
        </p:nvSpPr>
        <p:spPr>
          <a:xfrm>
            <a:off x="10054453" y="1896244"/>
            <a:ext cx="688009" cy="261610"/>
          </a:xfrm>
          <a:prstGeom prst="rect">
            <a:avLst/>
          </a:prstGeom>
          <a:noFill/>
        </p:spPr>
        <p:txBody>
          <a:bodyPr wrap="none" rtlCol="0">
            <a:spAutoFit/>
          </a:bodyPr>
          <a:lstStyle/>
          <a:p>
            <a:r>
              <a:rPr lang="en-US" sz="1100" dirty="0"/>
              <a:t>decoder</a:t>
            </a:r>
            <a:endParaRPr lang="ro-RO" sz="1100" dirty="0"/>
          </a:p>
        </p:txBody>
      </p:sp>
      <p:sp>
        <p:nvSpPr>
          <p:cNvPr id="31" name="TextBox 30">
            <a:extLst>
              <a:ext uri="{FF2B5EF4-FFF2-40B4-BE49-F238E27FC236}">
                <a16:creationId xmlns:a16="http://schemas.microsoft.com/office/drawing/2014/main" id="{CF872120-F252-8E43-AE3E-D2F81853F2CF}"/>
              </a:ext>
            </a:extLst>
          </p:cNvPr>
          <p:cNvSpPr txBox="1"/>
          <p:nvPr/>
        </p:nvSpPr>
        <p:spPr>
          <a:xfrm>
            <a:off x="9293358" y="1254887"/>
            <a:ext cx="1035861" cy="230832"/>
          </a:xfrm>
          <a:prstGeom prst="rect">
            <a:avLst/>
          </a:prstGeom>
          <a:noFill/>
        </p:spPr>
        <p:txBody>
          <a:bodyPr wrap="none" rtlCol="0">
            <a:spAutoFit/>
          </a:bodyPr>
          <a:lstStyle/>
          <a:p>
            <a:r>
              <a:rPr lang="en-US" sz="900" dirty="0"/>
              <a:t>skip connections</a:t>
            </a:r>
            <a:endParaRPr lang="ro-RO" sz="900" dirty="0"/>
          </a:p>
        </p:txBody>
      </p:sp>
      <p:sp>
        <p:nvSpPr>
          <p:cNvPr id="32" name="TextBox 31">
            <a:extLst>
              <a:ext uri="{FF2B5EF4-FFF2-40B4-BE49-F238E27FC236}">
                <a16:creationId xmlns:a16="http://schemas.microsoft.com/office/drawing/2014/main" id="{FF00E7D8-4FF2-F624-9BFD-3069C4A6E77C}"/>
              </a:ext>
            </a:extLst>
          </p:cNvPr>
          <p:cNvSpPr txBox="1"/>
          <p:nvPr/>
        </p:nvSpPr>
        <p:spPr>
          <a:xfrm>
            <a:off x="94456" y="648812"/>
            <a:ext cx="1233254" cy="307777"/>
          </a:xfrm>
          <a:prstGeom prst="rect">
            <a:avLst/>
          </a:prstGeom>
          <a:noFill/>
        </p:spPr>
        <p:txBody>
          <a:bodyPr wrap="square">
            <a:spAutoFit/>
          </a:bodyPr>
          <a:lstStyle/>
          <a:p>
            <a:r>
              <a:rPr lang="en-US" sz="1400" dirty="0">
                <a:solidFill>
                  <a:srgbClr val="FF0000"/>
                </a:solidFill>
                <a:latin typeface="Courier New" pitchFamily="34" charset="0"/>
                <a:ea typeface="Courier New" pitchFamily="34" charset="-122"/>
                <a:cs typeface="Courier New" pitchFamily="34" charset="-120"/>
              </a:rPr>
              <a:t>context1</a:t>
            </a:r>
            <a:endParaRPr lang="ro-RO" sz="1400" dirty="0">
              <a:solidFill>
                <a:srgbClr val="FF0000"/>
              </a:solidFill>
            </a:endParaRPr>
          </a:p>
        </p:txBody>
      </p:sp>
      <p:pic>
        <p:nvPicPr>
          <p:cNvPr id="33" name="Picture 6" descr="U-NET: Computer Vision's neural network ...">
            <a:extLst>
              <a:ext uri="{FF2B5EF4-FFF2-40B4-BE49-F238E27FC236}">
                <a16:creationId xmlns:a16="http://schemas.microsoft.com/office/drawing/2014/main" id="{8AEEA16B-42EF-EEA8-C081-C27AB062548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90974" y="5425842"/>
            <a:ext cx="1735818" cy="950976"/>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E3E4F5F8-0AFA-B6D5-2389-E04800A71B86}"/>
              </a:ext>
            </a:extLst>
          </p:cNvPr>
          <p:cNvSpPr txBox="1"/>
          <p:nvPr/>
        </p:nvSpPr>
        <p:spPr>
          <a:xfrm>
            <a:off x="1327710" y="6155052"/>
            <a:ext cx="688009" cy="261610"/>
          </a:xfrm>
          <a:prstGeom prst="rect">
            <a:avLst/>
          </a:prstGeom>
          <a:noFill/>
        </p:spPr>
        <p:txBody>
          <a:bodyPr wrap="none" rtlCol="0">
            <a:spAutoFit/>
          </a:bodyPr>
          <a:lstStyle/>
          <a:p>
            <a:r>
              <a:rPr lang="en-US" sz="1100" dirty="0"/>
              <a:t>encoder</a:t>
            </a:r>
            <a:endParaRPr lang="ro-RO" sz="1100" dirty="0"/>
          </a:p>
        </p:txBody>
      </p:sp>
      <p:sp>
        <p:nvSpPr>
          <p:cNvPr id="35" name="TextBox 34">
            <a:extLst>
              <a:ext uri="{FF2B5EF4-FFF2-40B4-BE49-F238E27FC236}">
                <a16:creationId xmlns:a16="http://schemas.microsoft.com/office/drawing/2014/main" id="{0A658F9C-B95B-E835-F3D6-541EABA87419}"/>
              </a:ext>
            </a:extLst>
          </p:cNvPr>
          <p:cNvSpPr txBox="1"/>
          <p:nvPr/>
        </p:nvSpPr>
        <p:spPr>
          <a:xfrm>
            <a:off x="2502047" y="6155052"/>
            <a:ext cx="688009" cy="261610"/>
          </a:xfrm>
          <a:prstGeom prst="rect">
            <a:avLst/>
          </a:prstGeom>
          <a:noFill/>
        </p:spPr>
        <p:txBody>
          <a:bodyPr wrap="none" rtlCol="0">
            <a:spAutoFit/>
          </a:bodyPr>
          <a:lstStyle/>
          <a:p>
            <a:r>
              <a:rPr lang="en-US" sz="1100" dirty="0"/>
              <a:t>decoder</a:t>
            </a:r>
            <a:endParaRPr lang="ro-RO" sz="1100" dirty="0"/>
          </a:p>
        </p:txBody>
      </p:sp>
      <p:sp>
        <p:nvSpPr>
          <p:cNvPr id="36" name="TextBox 35">
            <a:extLst>
              <a:ext uri="{FF2B5EF4-FFF2-40B4-BE49-F238E27FC236}">
                <a16:creationId xmlns:a16="http://schemas.microsoft.com/office/drawing/2014/main" id="{AF9B418B-A6DC-9EA5-449F-D22D162E51D7}"/>
              </a:ext>
            </a:extLst>
          </p:cNvPr>
          <p:cNvSpPr txBox="1"/>
          <p:nvPr/>
        </p:nvSpPr>
        <p:spPr>
          <a:xfrm>
            <a:off x="1740952" y="5513695"/>
            <a:ext cx="1035861" cy="230832"/>
          </a:xfrm>
          <a:prstGeom prst="rect">
            <a:avLst/>
          </a:prstGeom>
          <a:noFill/>
        </p:spPr>
        <p:txBody>
          <a:bodyPr wrap="none" rtlCol="0">
            <a:spAutoFit/>
          </a:bodyPr>
          <a:lstStyle/>
          <a:p>
            <a:r>
              <a:rPr lang="en-US" sz="900" dirty="0"/>
              <a:t>skip connections</a:t>
            </a:r>
            <a:endParaRPr lang="ro-RO" sz="900" dirty="0"/>
          </a:p>
        </p:txBody>
      </p:sp>
      <p:pic>
        <p:nvPicPr>
          <p:cNvPr id="37" name="Picture 6" descr="U-NET: Computer Vision's neural network ...">
            <a:extLst>
              <a:ext uri="{FF2B5EF4-FFF2-40B4-BE49-F238E27FC236}">
                <a16:creationId xmlns:a16="http://schemas.microsoft.com/office/drawing/2014/main" id="{4F3A9F7F-116C-4A28-60A7-BCD06E297A5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94518" y="5465686"/>
            <a:ext cx="1735818" cy="950976"/>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C4BEE0FF-B137-9183-8B10-466A738430D7}"/>
              </a:ext>
            </a:extLst>
          </p:cNvPr>
          <p:cNvSpPr txBox="1"/>
          <p:nvPr/>
        </p:nvSpPr>
        <p:spPr>
          <a:xfrm>
            <a:off x="4731254" y="6194896"/>
            <a:ext cx="688009" cy="261610"/>
          </a:xfrm>
          <a:prstGeom prst="rect">
            <a:avLst/>
          </a:prstGeom>
          <a:noFill/>
        </p:spPr>
        <p:txBody>
          <a:bodyPr wrap="none" rtlCol="0">
            <a:spAutoFit/>
          </a:bodyPr>
          <a:lstStyle/>
          <a:p>
            <a:r>
              <a:rPr lang="en-US" sz="1100" dirty="0"/>
              <a:t>encoder</a:t>
            </a:r>
            <a:endParaRPr lang="ro-RO" sz="1100" dirty="0"/>
          </a:p>
        </p:txBody>
      </p:sp>
      <p:sp>
        <p:nvSpPr>
          <p:cNvPr id="39" name="TextBox 38">
            <a:extLst>
              <a:ext uri="{FF2B5EF4-FFF2-40B4-BE49-F238E27FC236}">
                <a16:creationId xmlns:a16="http://schemas.microsoft.com/office/drawing/2014/main" id="{9B509231-FB0B-10AC-244C-4910EE64D010}"/>
              </a:ext>
            </a:extLst>
          </p:cNvPr>
          <p:cNvSpPr txBox="1"/>
          <p:nvPr/>
        </p:nvSpPr>
        <p:spPr>
          <a:xfrm>
            <a:off x="5905591" y="6194896"/>
            <a:ext cx="688009" cy="261610"/>
          </a:xfrm>
          <a:prstGeom prst="rect">
            <a:avLst/>
          </a:prstGeom>
          <a:noFill/>
        </p:spPr>
        <p:txBody>
          <a:bodyPr wrap="none" rtlCol="0">
            <a:spAutoFit/>
          </a:bodyPr>
          <a:lstStyle/>
          <a:p>
            <a:r>
              <a:rPr lang="en-US" sz="1100" dirty="0"/>
              <a:t>decoder</a:t>
            </a:r>
            <a:endParaRPr lang="ro-RO" sz="1100" dirty="0"/>
          </a:p>
        </p:txBody>
      </p:sp>
      <p:sp>
        <p:nvSpPr>
          <p:cNvPr id="40" name="TextBox 39">
            <a:extLst>
              <a:ext uri="{FF2B5EF4-FFF2-40B4-BE49-F238E27FC236}">
                <a16:creationId xmlns:a16="http://schemas.microsoft.com/office/drawing/2014/main" id="{D8D04E93-257A-6498-6908-607A308F8C1B}"/>
              </a:ext>
            </a:extLst>
          </p:cNvPr>
          <p:cNvSpPr txBox="1"/>
          <p:nvPr/>
        </p:nvSpPr>
        <p:spPr>
          <a:xfrm>
            <a:off x="5144496" y="5553539"/>
            <a:ext cx="1035861" cy="230832"/>
          </a:xfrm>
          <a:prstGeom prst="rect">
            <a:avLst/>
          </a:prstGeom>
          <a:noFill/>
        </p:spPr>
        <p:txBody>
          <a:bodyPr wrap="none" rtlCol="0">
            <a:spAutoFit/>
          </a:bodyPr>
          <a:lstStyle/>
          <a:p>
            <a:r>
              <a:rPr lang="en-US" sz="900" dirty="0"/>
              <a:t>skip connections</a:t>
            </a:r>
            <a:endParaRPr lang="ro-RO" sz="900" dirty="0"/>
          </a:p>
        </p:txBody>
      </p:sp>
      <p:pic>
        <p:nvPicPr>
          <p:cNvPr id="41" name="Picture 6" descr="U-NET: Computer Vision's neural network ...">
            <a:extLst>
              <a:ext uri="{FF2B5EF4-FFF2-40B4-BE49-F238E27FC236}">
                <a16:creationId xmlns:a16="http://schemas.microsoft.com/office/drawing/2014/main" id="{EC0F13D3-50BD-3231-89D7-9EC214217A1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43380" y="5479209"/>
            <a:ext cx="1735818" cy="950976"/>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B6636875-4D5F-77B1-C26F-41789936B0EF}"/>
              </a:ext>
            </a:extLst>
          </p:cNvPr>
          <p:cNvSpPr txBox="1"/>
          <p:nvPr/>
        </p:nvSpPr>
        <p:spPr>
          <a:xfrm>
            <a:off x="8880116" y="6208419"/>
            <a:ext cx="688009" cy="261610"/>
          </a:xfrm>
          <a:prstGeom prst="rect">
            <a:avLst/>
          </a:prstGeom>
          <a:noFill/>
        </p:spPr>
        <p:txBody>
          <a:bodyPr wrap="none" rtlCol="0">
            <a:spAutoFit/>
          </a:bodyPr>
          <a:lstStyle/>
          <a:p>
            <a:r>
              <a:rPr lang="en-US" sz="1100" dirty="0"/>
              <a:t>encoder</a:t>
            </a:r>
            <a:endParaRPr lang="ro-RO" sz="1100" dirty="0"/>
          </a:p>
        </p:txBody>
      </p:sp>
      <p:sp>
        <p:nvSpPr>
          <p:cNvPr id="43" name="TextBox 42">
            <a:extLst>
              <a:ext uri="{FF2B5EF4-FFF2-40B4-BE49-F238E27FC236}">
                <a16:creationId xmlns:a16="http://schemas.microsoft.com/office/drawing/2014/main" id="{DE4D1D4A-1B5E-0491-CC7C-DA1C54548C94}"/>
              </a:ext>
            </a:extLst>
          </p:cNvPr>
          <p:cNvSpPr txBox="1"/>
          <p:nvPr/>
        </p:nvSpPr>
        <p:spPr>
          <a:xfrm>
            <a:off x="10054453" y="6208419"/>
            <a:ext cx="688009" cy="261610"/>
          </a:xfrm>
          <a:prstGeom prst="rect">
            <a:avLst/>
          </a:prstGeom>
          <a:noFill/>
        </p:spPr>
        <p:txBody>
          <a:bodyPr wrap="none" rtlCol="0">
            <a:spAutoFit/>
          </a:bodyPr>
          <a:lstStyle/>
          <a:p>
            <a:r>
              <a:rPr lang="en-US" sz="1100" dirty="0"/>
              <a:t>decoder</a:t>
            </a:r>
            <a:endParaRPr lang="ro-RO" sz="1100" dirty="0"/>
          </a:p>
        </p:txBody>
      </p:sp>
      <p:sp>
        <p:nvSpPr>
          <p:cNvPr id="44" name="TextBox 43">
            <a:extLst>
              <a:ext uri="{FF2B5EF4-FFF2-40B4-BE49-F238E27FC236}">
                <a16:creationId xmlns:a16="http://schemas.microsoft.com/office/drawing/2014/main" id="{13A42141-5D8A-D1CA-66B6-5AB1A1A67996}"/>
              </a:ext>
            </a:extLst>
          </p:cNvPr>
          <p:cNvSpPr txBox="1"/>
          <p:nvPr/>
        </p:nvSpPr>
        <p:spPr>
          <a:xfrm>
            <a:off x="9293358" y="5567062"/>
            <a:ext cx="1035861" cy="230832"/>
          </a:xfrm>
          <a:prstGeom prst="rect">
            <a:avLst/>
          </a:prstGeom>
          <a:noFill/>
        </p:spPr>
        <p:txBody>
          <a:bodyPr wrap="none" rtlCol="0">
            <a:spAutoFit/>
          </a:bodyPr>
          <a:lstStyle/>
          <a:p>
            <a:r>
              <a:rPr lang="en-US" sz="900" dirty="0"/>
              <a:t>skip connections</a:t>
            </a:r>
            <a:endParaRPr lang="ro-RO" sz="900" dirty="0"/>
          </a:p>
        </p:txBody>
      </p:sp>
      <p:sp>
        <p:nvSpPr>
          <p:cNvPr id="45" name="TextBox 44">
            <a:extLst>
              <a:ext uri="{FF2B5EF4-FFF2-40B4-BE49-F238E27FC236}">
                <a16:creationId xmlns:a16="http://schemas.microsoft.com/office/drawing/2014/main" id="{0E665C9D-B104-8949-64E4-ECAE7624357F}"/>
              </a:ext>
            </a:extLst>
          </p:cNvPr>
          <p:cNvSpPr txBox="1"/>
          <p:nvPr/>
        </p:nvSpPr>
        <p:spPr>
          <a:xfrm>
            <a:off x="94456" y="4953787"/>
            <a:ext cx="1233254" cy="307777"/>
          </a:xfrm>
          <a:prstGeom prst="rect">
            <a:avLst/>
          </a:prstGeom>
          <a:noFill/>
        </p:spPr>
        <p:txBody>
          <a:bodyPr wrap="square">
            <a:spAutoFit/>
          </a:bodyPr>
          <a:lstStyle/>
          <a:p>
            <a:r>
              <a:rPr lang="en-US" sz="1400" dirty="0">
                <a:solidFill>
                  <a:srgbClr val="FF0000"/>
                </a:solidFill>
                <a:latin typeface="Courier New" pitchFamily="34" charset="0"/>
                <a:ea typeface="Courier New" pitchFamily="34" charset="-122"/>
                <a:cs typeface="Courier New" pitchFamily="34" charset="-120"/>
              </a:rPr>
              <a:t>context2</a:t>
            </a:r>
            <a:endParaRPr lang="ro-RO" sz="1400" dirty="0">
              <a:solidFill>
                <a:srgbClr val="FF0000"/>
              </a:solidFill>
            </a:endParaRPr>
          </a:p>
        </p:txBody>
      </p:sp>
      <p:cxnSp>
        <p:nvCxnSpPr>
          <p:cNvPr id="47" name="Straight Arrow Connector 46">
            <a:extLst>
              <a:ext uri="{FF2B5EF4-FFF2-40B4-BE49-F238E27FC236}">
                <a16:creationId xmlns:a16="http://schemas.microsoft.com/office/drawing/2014/main" id="{BFF28398-DA26-05A8-2638-CF926655D4B6}"/>
              </a:ext>
            </a:extLst>
          </p:cNvPr>
          <p:cNvCxnSpPr>
            <a:stCxn id="5" idx="3"/>
            <a:endCxn id="20" idx="1"/>
          </p:cNvCxnSpPr>
          <p:nvPr/>
        </p:nvCxnSpPr>
        <p:spPr>
          <a:xfrm>
            <a:off x="1161623" y="1642522"/>
            <a:ext cx="2293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6D266406-04D7-3584-B355-E970E190FA07}"/>
              </a:ext>
            </a:extLst>
          </p:cNvPr>
          <p:cNvCxnSpPr>
            <a:cxnSpLocks/>
          </p:cNvCxnSpPr>
          <p:nvPr/>
        </p:nvCxnSpPr>
        <p:spPr>
          <a:xfrm>
            <a:off x="3131305" y="1642522"/>
            <a:ext cx="2849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DC3745D1-863B-51C4-F253-6464A95B00A2}"/>
              </a:ext>
            </a:extLst>
          </p:cNvPr>
          <p:cNvCxnSpPr>
            <a:cxnSpLocks/>
          </p:cNvCxnSpPr>
          <p:nvPr/>
        </p:nvCxnSpPr>
        <p:spPr>
          <a:xfrm>
            <a:off x="3126792" y="5901330"/>
            <a:ext cx="2849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4A752CA4-44CA-8572-2FE7-21BA18ED77C3}"/>
              </a:ext>
            </a:extLst>
          </p:cNvPr>
          <p:cNvCxnSpPr/>
          <p:nvPr/>
        </p:nvCxnSpPr>
        <p:spPr>
          <a:xfrm>
            <a:off x="1168908" y="5907269"/>
            <a:ext cx="2293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DF28CE4A-F815-5842-27D7-E28CDB45E915}"/>
              </a:ext>
            </a:extLst>
          </p:cNvPr>
          <p:cNvCxnSpPr>
            <a:cxnSpLocks/>
          </p:cNvCxnSpPr>
          <p:nvPr/>
        </p:nvCxnSpPr>
        <p:spPr>
          <a:xfrm>
            <a:off x="4509587" y="5941174"/>
            <a:ext cx="2849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350C3413-8A38-80B1-6F64-EFE8EB784446}"/>
              </a:ext>
            </a:extLst>
          </p:cNvPr>
          <p:cNvCxnSpPr>
            <a:cxnSpLocks/>
          </p:cNvCxnSpPr>
          <p:nvPr/>
        </p:nvCxnSpPr>
        <p:spPr>
          <a:xfrm>
            <a:off x="4505074" y="1637103"/>
            <a:ext cx="2434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F92BF35F-9499-AC93-5CB4-D24383A5B15B}"/>
              </a:ext>
            </a:extLst>
          </p:cNvPr>
          <p:cNvCxnSpPr/>
          <p:nvPr/>
        </p:nvCxnSpPr>
        <p:spPr>
          <a:xfrm>
            <a:off x="6493976" y="1637103"/>
            <a:ext cx="2293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ADF940FA-31CE-A7CF-6FF7-47D35C60C52A}"/>
              </a:ext>
            </a:extLst>
          </p:cNvPr>
          <p:cNvCxnSpPr/>
          <p:nvPr/>
        </p:nvCxnSpPr>
        <p:spPr>
          <a:xfrm>
            <a:off x="6530336" y="5959157"/>
            <a:ext cx="2293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4E71D750-5D9E-96D8-68A7-F44C17A90AB8}"/>
              </a:ext>
            </a:extLst>
          </p:cNvPr>
          <p:cNvCxnSpPr/>
          <p:nvPr/>
        </p:nvCxnSpPr>
        <p:spPr>
          <a:xfrm>
            <a:off x="8711651" y="5976091"/>
            <a:ext cx="2293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17AD5D6D-4E95-EC33-5344-B638FEBA4AE6}"/>
              </a:ext>
            </a:extLst>
          </p:cNvPr>
          <p:cNvCxnSpPr/>
          <p:nvPr/>
        </p:nvCxnSpPr>
        <p:spPr>
          <a:xfrm>
            <a:off x="8707835" y="1688124"/>
            <a:ext cx="2293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C8AA9CCC-65E8-4362-A849-6E4A10A43CF7}"/>
              </a:ext>
            </a:extLst>
          </p:cNvPr>
          <p:cNvCxnSpPr/>
          <p:nvPr/>
        </p:nvCxnSpPr>
        <p:spPr>
          <a:xfrm>
            <a:off x="7393461" y="1650478"/>
            <a:ext cx="2293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33894863-B5AD-44AC-1C11-BE1FDA9FD51A}"/>
              </a:ext>
            </a:extLst>
          </p:cNvPr>
          <p:cNvCxnSpPr/>
          <p:nvPr/>
        </p:nvCxnSpPr>
        <p:spPr>
          <a:xfrm>
            <a:off x="7393460" y="5970665"/>
            <a:ext cx="2293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6EAEE43C-A80D-A942-8672-38FEF5AF8D1C}"/>
              </a:ext>
            </a:extLst>
          </p:cNvPr>
          <p:cNvCxnSpPr>
            <a:cxnSpLocks/>
          </p:cNvCxnSpPr>
          <p:nvPr/>
        </p:nvCxnSpPr>
        <p:spPr>
          <a:xfrm>
            <a:off x="10687053" y="1688124"/>
            <a:ext cx="2771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46F1DACE-1AD9-79EB-C6CC-51DD97EE166D}"/>
              </a:ext>
            </a:extLst>
          </p:cNvPr>
          <p:cNvCxnSpPr>
            <a:cxnSpLocks/>
          </p:cNvCxnSpPr>
          <p:nvPr/>
        </p:nvCxnSpPr>
        <p:spPr>
          <a:xfrm>
            <a:off x="10687977" y="5980050"/>
            <a:ext cx="2771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8" name="TextBox 67">
            <a:extLst>
              <a:ext uri="{FF2B5EF4-FFF2-40B4-BE49-F238E27FC236}">
                <a16:creationId xmlns:a16="http://schemas.microsoft.com/office/drawing/2014/main" id="{0CC02EE6-C663-F351-C182-6A0C7D18512A}"/>
              </a:ext>
            </a:extLst>
          </p:cNvPr>
          <p:cNvSpPr txBox="1"/>
          <p:nvPr/>
        </p:nvSpPr>
        <p:spPr>
          <a:xfrm>
            <a:off x="6810912" y="1254887"/>
            <a:ext cx="440048" cy="523220"/>
          </a:xfrm>
          <a:prstGeom prst="rect">
            <a:avLst/>
          </a:prstGeom>
          <a:noFill/>
        </p:spPr>
        <p:txBody>
          <a:bodyPr wrap="square" rtlCol="0">
            <a:spAutoFit/>
          </a:bodyPr>
          <a:lstStyle/>
          <a:p>
            <a:r>
              <a:rPr lang="en-US" sz="2800" dirty="0"/>
              <a:t>…</a:t>
            </a:r>
            <a:endParaRPr lang="ro-RO" sz="2800" dirty="0"/>
          </a:p>
        </p:txBody>
      </p:sp>
      <p:sp>
        <p:nvSpPr>
          <p:cNvPr id="69" name="TextBox 68">
            <a:extLst>
              <a:ext uri="{FF2B5EF4-FFF2-40B4-BE49-F238E27FC236}">
                <a16:creationId xmlns:a16="http://schemas.microsoft.com/office/drawing/2014/main" id="{0A6BE63C-A56B-B45A-E8E0-EE8C52272CFC}"/>
              </a:ext>
            </a:extLst>
          </p:cNvPr>
          <p:cNvSpPr txBox="1"/>
          <p:nvPr/>
        </p:nvSpPr>
        <p:spPr>
          <a:xfrm>
            <a:off x="6810911" y="5610302"/>
            <a:ext cx="440048" cy="523220"/>
          </a:xfrm>
          <a:prstGeom prst="rect">
            <a:avLst/>
          </a:prstGeom>
          <a:noFill/>
        </p:spPr>
        <p:txBody>
          <a:bodyPr wrap="square" rtlCol="0">
            <a:spAutoFit/>
          </a:bodyPr>
          <a:lstStyle/>
          <a:p>
            <a:r>
              <a:rPr lang="en-US" sz="2800" dirty="0"/>
              <a:t>…</a:t>
            </a:r>
            <a:endParaRPr lang="ro-RO" sz="2800" dirty="0"/>
          </a:p>
        </p:txBody>
      </p:sp>
      <p:cxnSp>
        <p:nvCxnSpPr>
          <p:cNvPr id="71" name="Straight Connector 70">
            <a:extLst>
              <a:ext uri="{FF2B5EF4-FFF2-40B4-BE49-F238E27FC236}">
                <a16:creationId xmlns:a16="http://schemas.microsoft.com/office/drawing/2014/main" id="{F384BBD7-8A5F-3E8F-DB2D-6B276AFFE067}"/>
              </a:ext>
            </a:extLst>
          </p:cNvPr>
          <p:cNvCxnSpPr>
            <a:stCxn id="32" idx="3"/>
          </p:cNvCxnSpPr>
          <p:nvPr/>
        </p:nvCxnSpPr>
        <p:spPr>
          <a:xfrm flipV="1">
            <a:off x="1327710" y="802700"/>
            <a:ext cx="8355305"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952425DA-679F-1AF2-5A51-8BC49C71043A}"/>
              </a:ext>
            </a:extLst>
          </p:cNvPr>
          <p:cNvCxnSpPr>
            <a:endCxn id="20" idx="0"/>
          </p:cNvCxnSpPr>
          <p:nvPr/>
        </p:nvCxnSpPr>
        <p:spPr>
          <a:xfrm>
            <a:off x="2258882" y="802700"/>
            <a:ext cx="1" cy="3643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13693923-3646-60AB-81E0-6A8B33F832DA}"/>
              </a:ext>
            </a:extLst>
          </p:cNvPr>
          <p:cNvCxnSpPr/>
          <p:nvPr/>
        </p:nvCxnSpPr>
        <p:spPr>
          <a:xfrm flipV="1">
            <a:off x="1327709" y="5069964"/>
            <a:ext cx="8355305"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90710F0E-39B0-3270-563A-F06E723724B9}"/>
              </a:ext>
            </a:extLst>
          </p:cNvPr>
          <p:cNvCxnSpPr>
            <a:cxnSpLocks/>
          </p:cNvCxnSpPr>
          <p:nvPr/>
        </p:nvCxnSpPr>
        <p:spPr>
          <a:xfrm>
            <a:off x="2254098" y="5065737"/>
            <a:ext cx="1" cy="3526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7AC424DB-44D0-0AED-A40B-7D41744EAF05}"/>
              </a:ext>
            </a:extLst>
          </p:cNvPr>
          <p:cNvCxnSpPr/>
          <p:nvPr/>
        </p:nvCxnSpPr>
        <p:spPr>
          <a:xfrm>
            <a:off x="5631348" y="793268"/>
            <a:ext cx="1" cy="3643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8AE4BB95-B28E-E6F3-1E7F-712A520085B2}"/>
              </a:ext>
            </a:extLst>
          </p:cNvPr>
          <p:cNvCxnSpPr/>
          <p:nvPr/>
        </p:nvCxnSpPr>
        <p:spPr>
          <a:xfrm>
            <a:off x="9683014" y="793268"/>
            <a:ext cx="1" cy="3643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E9FA1737-637B-31A0-FF1D-7C0BD18CB3D8}"/>
              </a:ext>
            </a:extLst>
          </p:cNvPr>
          <p:cNvCxnSpPr>
            <a:cxnSpLocks/>
          </p:cNvCxnSpPr>
          <p:nvPr/>
        </p:nvCxnSpPr>
        <p:spPr>
          <a:xfrm>
            <a:off x="5682760" y="5083148"/>
            <a:ext cx="1" cy="3526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18AA9531-89E9-CD24-A29D-8D4FB2F0F694}"/>
              </a:ext>
            </a:extLst>
          </p:cNvPr>
          <p:cNvCxnSpPr>
            <a:cxnSpLocks/>
          </p:cNvCxnSpPr>
          <p:nvPr/>
        </p:nvCxnSpPr>
        <p:spPr>
          <a:xfrm>
            <a:off x="9683014" y="5065737"/>
            <a:ext cx="0" cy="3971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84" name="Picture 83">
            <a:extLst>
              <a:ext uri="{FF2B5EF4-FFF2-40B4-BE49-F238E27FC236}">
                <a16:creationId xmlns:a16="http://schemas.microsoft.com/office/drawing/2014/main" id="{832D3014-9FBC-25BC-833E-EDC336B6E3B3}"/>
              </a:ext>
            </a:extLst>
          </p:cNvPr>
          <p:cNvPicPr>
            <a:picLocks noChangeAspect="1"/>
          </p:cNvPicPr>
          <p:nvPr/>
        </p:nvPicPr>
        <p:blipFill>
          <a:blip r:embed="rId11"/>
          <a:stretch>
            <a:fillRect/>
          </a:stretch>
        </p:blipFill>
        <p:spPr>
          <a:xfrm>
            <a:off x="4495892" y="191517"/>
            <a:ext cx="2535043" cy="532961"/>
          </a:xfrm>
          <a:prstGeom prst="rect">
            <a:avLst/>
          </a:prstGeom>
        </p:spPr>
      </p:pic>
      <p:pic>
        <p:nvPicPr>
          <p:cNvPr id="85" name="Picture 84">
            <a:extLst>
              <a:ext uri="{FF2B5EF4-FFF2-40B4-BE49-F238E27FC236}">
                <a16:creationId xmlns:a16="http://schemas.microsoft.com/office/drawing/2014/main" id="{3DEEC6DF-2BCC-5577-F9C6-DE35C8514810}"/>
              </a:ext>
            </a:extLst>
          </p:cNvPr>
          <p:cNvPicPr>
            <a:picLocks noChangeAspect="1"/>
          </p:cNvPicPr>
          <p:nvPr/>
        </p:nvPicPr>
        <p:blipFill>
          <a:blip r:embed="rId11"/>
          <a:stretch>
            <a:fillRect/>
          </a:stretch>
        </p:blipFill>
        <p:spPr>
          <a:xfrm>
            <a:off x="4495891" y="4444737"/>
            <a:ext cx="2535043" cy="532961"/>
          </a:xfrm>
          <a:prstGeom prst="rect">
            <a:avLst/>
          </a:prstGeom>
        </p:spPr>
      </p:pic>
      <p:pic>
        <p:nvPicPr>
          <p:cNvPr id="87" name="Picture 86">
            <a:extLst>
              <a:ext uri="{FF2B5EF4-FFF2-40B4-BE49-F238E27FC236}">
                <a16:creationId xmlns:a16="http://schemas.microsoft.com/office/drawing/2014/main" id="{0280DA28-98F3-74AC-678B-96475E3B1204}"/>
              </a:ext>
            </a:extLst>
          </p:cNvPr>
          <p:cNvPicPr>
            <a:picLocks noChangeAspect="1"/>
          </p:cNvPicPr>
          <p:nvPr/>
        </p:nvPicPr>
        <p:blipFill>
          <a:blip r:embed="rId12"/>
          <a:stretch>
            <a:fillRect/>
          </a:stretch>
        </p:blipFill>
        <p:spPr>
          <a:xfrm>
            <a:off x="8376872" y="2470543"/>
            <a:ext cx="3645083" cy="1879445"/>
          </a:xfrm>
          <a:prstGeom prst="rect">
            <a:avLst/>
          </a:prstGeom>
        </p:spPr>
      </p:pic>
      <p:cxnSp>
        <p:nvCxnSpPr>
          <p:cNvPr id="89" name="Straight Connector 88">
            <a:extLst>
              <a:ext uri="{FF2B5EF4-FFF2-40B4-BE49-F238E27FC236}">
                <a16:creationId xmlns:a16="http://schemas.microsoft.com/office/drawing/2014/main" id="{E667EB3E-45FC-D383-4D3B-3E5570C242BD}"/>
              </a:ext>
            </a:extLst>
          </p:cNvPr>
          <p:cNvCxnSpPr/>
          <p:nvPr/>
        </p:nvCxnSpPr>
        <p:spPr>
          <a:xfrm>
            <a:off x="0" y="2413000"/>
            <a:ext cx="12192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CA593E88-3F8A-831A-5804-F48F4B62E154}"/>
              </a:ext>
            </a:extLst>
          </p:cNvPr>
          <p:cNvCxnSpPr/>
          <p:nvPr/>
        </p:nvCxnSpPr>
        <p:spPr>
          <a:xfrm>
            <a:off x="0" y="4444737"/>
            <a:ext cx="12192000" cy="0"/>
          </a:xfrm>
          <a:prstGeom prst="line">
            <a:avLst/>
          </a:prstGeom>
        </p:spPr>
        <p:style>
          <a:lnRef idx="2">
            <a:schemeClr val="accent1"/>
          </a:lnRef>
          <a:fillRef idx="0">
            <a:schemeClr val="accent1"/>
          </a:fillRef>
          <a:effectRef idx="1">
            <a:schemeClr val="accent1"/>
          </a:effectRef>
          <a:fontRef idx="minor">
            <a:schemeClr val="tx1"/>
          </a:fontRef>
        </p:style>
      </p:cxnSp>
      <p:pic>
        <p:nvPicPr>
          <p:cNvPr id="11268" name="Picture 4" descr="155,200+ Reminder Sign Stock Illustrations, Royalty-Free Vector Graphics &amp;  Clip Art - iStock | Remember">
            <a:extLst>
              <a:ext uri="{FF2B5EF4-FFF2-40B4-BE49-F238E27FC236}">
                <a16:creationId xmlns:a16="http://schemas.microsoft.com/office/drawing/2014/main" id="{ED824F51-0559-1ABA-8D95-F1791C90218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2620065"/>
            <a:ext cx="1612900" cy="1612900"/>
          </a:xfrm>
          <a:prstGeom prst="rect">
            <a:avLst/>
          </a:prstGeom>
          <a:noFill/>
          <a:extLst>
            <a:ext uri="{909E8E84-426E-40DD-AFC4-6F175D3DCCD1}">
              <a14:hiddenFill xmlns:a14="http://schemas.microsoft.com/office/drawing/2010/main">
                <a:solidFill>
                  <a:srgbClr val="FFFFFF"/>
                </a:solidFill>
              </a14:hiddenFill>
            </a:ext>
          </a:extLst>
        </p:spPr>
      </p:pic>
      <p:sp>
        <p:nvSpPr>
          <p:cNvPr id="92" name="TextBox 91">
            <a:extLst>
              <a:ext uri="{FF2B5EF4-FFF2-40B4-BE49-F238E27FC236}">
                <a16:creationId xmlns:a16="http://schemas.microsoft.com/office/drawing/2014/main" id="{F9B4836B-6136-43E7-9988-7AB240D39D09}"/>
              </a:ext>
            </a:extLst>
          </p:cNvPr>
          <p:cNvSpPr txBox="1"/>
          <p:nvPr/>
        </p:nvSpPr>
        <p:spPr>
          <a:xfrm>
            <a:off x="2046792" y="2842885"/>
            <a:ext cx="6102848" cy="1200329"/>
          </a:xfrm>
          <a:prstGeom prst="rect">
            <a:avLst/>
          </a:prstGeom>
          <a:noFill/>
        </p:spPr>
        <p:txBody>
          <a:bodyPr wrap="square">
            <a:spAutoFit/>
          </a:bodyPr>
          <a:lstStyle/>
          <a:p>
            <a:r>
              <a:rPr lang="en-US" i="1" dirty="0" err="1"/>
              <a:t>UNet's</a:t>
            </a:r>
            <a:r>
              <a:rPr lang="en-US" i="1" dirty="0"/>
              <a:t> actual output is the predicted noise, not the clean image. The cleaning is done by subtracting that noise from the input using either the DDPM or DDIM formula. What is shown here after each step is the already-denoised result.</a:t>
            </a:r>
            <a:endParaRPr lang="ro-RO" i="1" dirty="0"/>
          </a:p>
        </p:txBody>
      </p:sp>
    </p:spTree>
    <p:extLst>
      <p:ext uri="{BB962C8B-B14F-4D97-AF65-F5344CB8AC3E}">
        <p14:creationId xmlns:p14="http://schemas.microsoft.com/office/powerpoint/2010/main" val="1912985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4E4FA7AF-1148-52A1-5E00-E78A6BD255E0}"/>
              </a:ext>
            </a:extLst>
          </p:cNvPr>
          <p:cNvSpPr/>
          <p:nvPr/>
        </p:nvSpPr>
        <p:spPr>
          <a:xfrm>
            <a:off x="783940" y="1743456"/>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4</a:t>
            </a:r>
            <a:endParaRPr lang="en-US" sz="1867" dirty="0"/>
          </a:p>
        </p:txBody>
      </p:sp>
      <p:sp>
        <p:nvSpPr>
          <p:cNvPr id="7" name="Text 2">
            <a:extLst>
              <a:ext uri="{FF2B5EF4-FFF2-40B4-BE49-F238E27FC236}">
                <a16:creationId xmlns:a16="http://schemas.microsoft.com/office/drawing/2014/main" id="{C1239377-AFAE-8459-D692-5946FB8E2BB9}"/>
              </a:ext>
            </a:extLst>
          </p:cNvPr>
          <p:cNvSpPr/>
          <p:nvPr/>
        </p:nvSpPr>
        <p:spPr>
          <a:xfrm>
            <a:off x="853440" y="2255520"/>
            <a:ext cx="1115705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VAE Decode &amp;</a:t>
            </a:r>
          </a:p>
          <a:p>
            <a:r>
              <a:rPr lang="en-US" sz="6000" b="1" dirty="0">
                <a:solidFill>
                  <a:srgbClr val="000000"/>
                </a:solidFill>
                <a:latin typeface="Calibri" pitchFamily="34" charset="0"/>
                <a:ea typeface="Calibri" pitchFamily="34" charset="-122"/>
                <a:cs typeface="Calibri" pitchFamily="34" charset="-120"/>
              </a:rPr>
              <a:t>Text Embedding</a:t>
            </a:r>
          </a:p>
          <a:p>
            <a:r>
              <a:rPr lang="en-US" sz="6000" b="1" dirty="0">
                <a:solidFill>
                  <a:srgbClr val="000000"/>
                </a:solidFill>
                <a:latin typeface="Calibri" pitchFamily="34" charset="0"/>
                <a:ea typeface="Calibri" pitchFamily="34" charset="-122"/>
                <a:cs typeface="Calibri" pitchFamily="34" charset="-120"/>
              </a:rPr>
              <a:t>Interpolation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VAE Decode: Latent → 512×512 Image</a:t>
            </a:r>
            <a:endParaRPr lang="en-US" sz="3467" dirty="0"/>
          </a:p>
        </p:txBody>
      </p:sp>
      <p:sp>
        <p:nvSpPr>
          <p:cNvPr id="43" name="Shape 0">
            <a:extLst>
              <a:ext uri="{FF2B5EF4-FFF2-40B4-BE49-F238E27FC236}">
                <a16:creationId xmlns:a16="http://schemas.microsoft.com/office/drawing/2014/main" id="{37645B63-B511-064A-63BF-D0CB31701403}"/>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47" name="Picture 46">
            <a:extLst>
              <a:ext uri="{FF2B5EF4-FFF2-40B4-BE49-F238E27FC236}">
                <a16:creationId xmlns:a16="http://schemas.microsoft.com/office/drawing/2014/main" id="{1CAC3184-9931-8CD3-9FAE-AFBCB6C08404}"/>
              </a:ext>
            </a:extLst>
          </p:cNvPr>
          <p:cNvPicPr>
            <a:picLocks noChangeAspect="1"/>
          </p:cNvPicPr>
          <p:nvPr/>
        </p:nvPicPr>
        <p:blipFill>
          <a:blip r:embed="rId3"/>
          <a:stretch>
            <a:fillRect/>
          </a:stretch>
        </p:blipFill>
        <p:spPr>
          <a:xfrm>
            <a:off x="717298" y="2325437"/>
            <a:ext cx="8535591" cy="685896"/>
          </a:xfrm>
          <a:prstGeom prst="rect">
            <a:avLst/>
          </a:prstGeom>
        </p:spPr>
      </p:pic>
      <p:pic>
        <p:nvPicPr>
          <p:cNvPr id="49" name="Picture 48">
            <a:extLst>
              <a:ext uri="{FF2B5EF4-FFF2-40B4-BE49-F238E27FC236}">
                <a16:creationId xmlns:a16="http://schemas.microsoft.com/office/drawing/2014/main" id="{C94CF294-C990-04F2-088D-5E4236318751}"/>
              </a:ext>
            </a:extLst>
          </p:cNvPr>
          <p:cNvPicPr>
            <a:picLocks noChangeAspect="1"/>
          </p:cNvPicPr>
          <p:nvPr/>
        </p:nvPicPr>
        <p:blipFill>
          <a:blip r:embed="rId4"/>
          <a:stretch>
            <a:fillRect/>
          </a:stretch>
        </p:blipFill>
        <p:spPr>
          <a:xfrm>
            <a:off x="717298" y="3881388"/>
            <a:ext cx="3762900" cy="695422"/>
          </a:xfrm>
          <a:prstGeom prst="rect">
            <a:avLst/>
          </a:prstGeom>
        </p:spPr>
      </p:pic>
      <p:sp>
        <p:nvSpPr>
          <p:cNvPr id="58" name="TextBox 57">
            <a:extLst>
              <a:ext uri="{FF2B5EF4-FFF2-40B4-BE49-F238E27FC236}">
                <a16:creationId xmlns:a16="http://schemas.microsoft.com/office/drawing/2014/main" id="{B4200FD1-B219-104B-EDAF-C0188B3DC10A}"/>
              </a:ext>
            </a:extLst>
          </p:cNvPr>
          <p:cNvSpPr txBox="1"/>
          <p:nvPr/>
        </p:nvSpPr>
        <p:spPr>
          <a:xfrm>
            <a:off x="635269" y="1956105"/>
            <a:ext cx="6102416" cy="369332"/>
          </a:xfrm>
          <a:prstGeom prst="rect">
            <a:avLst/>
          </a:prstGeom>
          <a:noFill/>
        </p:spPr>
        <p:txBody>
          <a:bodyPr wrap="square">
            <a:spAutoFit/>
          </a:bodyPr>
          <a:lstStyle/>
          <a:p>
            <a:r>
              <a:rPr lang="ro-RO" b="1" dirty="0"/>
              <a:t>Loading the VAE decoder</a:t>
            </a:r>
            <a:r>
              <a:rPr lang="en-US" b="1" dirty="0"/>
              <a:t>:</a:t>
            </a:r>
            <a:endParaRPr lang="ro-RO" b="1" dirty="0"/>
          </a:p>
        </p:txBody>
      </p:sp>
      <p:sp>
        <p:nvSpPr>
          <p:cNvPr id="60" name="TextBox 59">
            <a:extLst>
              <a:ext uri="{FF2B5EF4-FFF2-40B4-BE49-F238E27FC236}">
                <a16:creationId xmlns:a16="http://schemas.microsoft.com/office/drawing/2014/main" id="{0BEBBA1F-2EDD-480D-7706-B10D8D30492E}"/>
              </a:ext>
            </a:extLst>
          </p:cNvPr>
          <p:cNvSpPr txBox="1"/>
          <p:nvPr/>
        </p:nvSpPr>
        <p:spPr>
          <a:xfrm>
            <a:off x="635269" y="3512056"/>
            <a:ext cx="6102416" cy="369332"/>
          </a:xfrm>
          <a:prstGeom prst="rect">
            <a:avLst/>
          </a:prstGeom>
          <a:noFill/>
        </p:spPr>
        <p:txBody>
          <a:bodyPr wrap="square">
            <a:spAutoFit/>
          </a:bodyPr>
          <a:lstStyle/>
          <a:p>
            <a:r>
              <a:rPr lang="ro-RO" b="1" dirty="0"/>
              <a:t>Decoding latents into images</a:t>
            </a:r>
            <a:r>
              <a:rPr lang="en-US" b="1" dirty="0"/>
              <a:t>:</a:t>
            </a:r>
            <a:endParaRPr lang="ro-RO"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0E40A-1AE8-5848-B469-BB9459C72B03}"/>
            </a:ext>
          </a:extLst>
        </p:cNvPr>
        <p:cNvGrpSpPr/>
        <p:nvPr/>
      </p:nvGrpSpPr>
      <p:grpSpPr>
        <a:xfrm>
          <a:off x="0" y="0"/>
          <a:ext cx="0" cy="0"/>
          <a:chOff x="0" y="0"/>
          <a:chExt cx="0" cy="0"/>
        </a:xfrm>
      </p:grpSpPr>
      <p:pic>
        <p:nvPicPr>
          <p:cNvPr id="2" name="Picture 2" descr="Why do my glasses need cleaning all the time? | Book An Eye Test">
            <a:extLst>
              <a:ext uri="{FF2B5EF4-FFF2-40B4-BE49-F238E27FC236}">
                <a16:creationId xmlns:a16="http://schemas.microsoft.com/office/drawing/2014/main" id="{02A34270-3C21-668D-C2F5-811A705447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871" y="1460914"/>
            <a:ext cx="5904258" cy="3936172"/>
          </a:xfrm>
          <a:prstGeom prst="rect">
            <a:avLst/>
          </a:prstGeom>
          <a:noFill/>
          <a:extLst>
            <a:ext uri="{909E8E84-426E-40DD-AFC4-6F175D3DCCD1}">
              <a14:hiddenFill xmlns:a14="http://schemas.microsoft.com/office/drawing/2010/main">
                <a:solidFill>
                  <a:srgbClr val="FFFFFF"/>
                </a:solidFill>
              </a14:hiddenFill>
            </a:ext>
          </a:extLst>
        </p:spPr>
      </p:pic>
      <p:sp>
        <p:nvSpPr>
          <p:cNvPr id="3" name="Shape 0">
            <a:extLst>
              <a:ext uri="{FF2B5EF4-FFF2-40B4-BE49-F238E27FC236}">
                <a16:creationId xmlns:a16="http://schemas.microsoft.com/office/drawing/2014/main" id="{411FAD61-12B3-E5FD-7873-68029A578A0C}"/>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14430531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DFA68-1390-C87F-75DF-63A0D71ECED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9586670-994A-BCF4-7612-00078ED563AF}"/>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0592D342-66EA-9A95-5200-27F8884E200F}"/>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VAE Decode: Latent → 512×512 Image</a:t>
            </a:r>
            <a:endParaRPr lang="en-US" sz="3467" dirty="0"/>
          </a:p>
        </p:txBody>
      </p:sp>
      <p:sp>
        <p:nvSpPr>
          <p:cNvPr id="43" name="Shape 0">
            <a:extLst>
              <a:ext uri="{FF2B5EF4-FFF2-40B4-BE49-F238E27FC236}">
                <a16:creationId xmlns:a16="http://schemas.microsoft.com/office/drawing/2014/main" id="{A5A7D25E-231F-D947-BE36-3DC45C3A689A}"/>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54" name="Picture 53">
            <a:extLst>
              <a:ext uri="{FF2B5EF4-FFF2-40B4-BE49-F238E27FC236}">
                <a16:creationId xmlns:a16="http://schemas.microsoft.com/office/drawing/2014/main" id="{FFA1D3CD-0C33-B89E-6246-257E3D50A0D2}"/>
              </a:ext>
            </a:extLst>
          </p:cNvPr>
          <p:cNvPicPr>
            <a:picLocks noChangeAspect="1"/>
          </p:cNvPicPr>
          <p:nvPr/>
        </p:nvPicPr>
        <p:blipFill>
          <a:blip r:embed="rId3"/>
          <a:stretch>
            <a:fillRect/>
          </a:stretch>
        </p:blipFill>
        <p:spPr>
          <a:xfrm>
            <a:off x="2119290" y="1146502"/>
            <a:ext cx="2048161" cy="2162477"/>
          </a:xfrm>
          <a:prstGeom prst="rect">
            <a:avLst/>
          </a:prstGeom>
        </p:spPr>
      </p:pic>
      <p:pic>
        <p:nvPicPr>
          <p:cNvPr id="56" name="Picture 55">
            <a:extLst>
              <a:ext uri="{FF2B5EF4-FFF2-40B4-BE49-F238E27FC236}">
                <a16:creationId xmlns:a16="http://schemas.microsoft.com/office/drawing/2014/main" id="{3D493804-9614-E514-A4DB-0B483ADFC908}"/>
              </a:ext>
            </a:extLst>
          </p:cNvPr>
          <p:cNvPicPr>
            <a:picLocks noChangeAspect="1"/>
          </p:cNvPicPr>
          <p:nvPr/>
        </p:nvPicPr>
        <p:blipFill>
          <a:blip r:embed="rId4"/>
          <a:stretch>
            <a:fillRect/>
          </a:stretch>
        </p:blipFill>
        <p:spPr>
          <a:xfrm>
            <a:off x="7690874" y="1146502"/>
            <a:ext cx="2124371" cy="2114845"/>
          </a:xfrm>
          <a:prstGeom prst="rect">
            <a:avLst/>
          </a:prstGeom>
        </p:spPr>
      </p:pic>
      <p:pic>
        <p:nvPicPr>
          <p:cNvPr id="4" name="Picture 3">
            <a:extLst>
              <a:ext uri="{FF2B5EF4-FFF2-40B4-BE49-F238E27FC236}">
                <a16:creationId xmlns:a16="http://schemas.microsoft.com/office/drawing/2014/main" id="{3550632E-B061-B6CC-212C-B96178047DA7}"/>
              </a:ext>
            </a:extLst>
          </p:cNvPr>
          <p:cNvPicPr>
            <a:picLocks noChangeAspect="1"/>
          </p:cNvPicPr>
          <p:nvPr/>
        </p:nvPicPr>
        <p:blipFill>
          <a:blip r:embed="rId5"/>
          <a:stretch>
            <a:fillRect/>
          </a:stretch>
        </p:blipFill>
        <p:spPr>
          <a:xfrm>
            <a:off x="5202216" y="1470397"/>
            <a:ext cx="1047896" cy="1514686"/>
          </a:xfrm>
          <a:prstGeom prst="rect">
            <a:avLst/>
          </a:prstGeom>
        </p:spPr>
      </p:pic>
      <p:pic>
        <p:nvPicPr>
          <p:cNvPr id="5" name="Picture 4">
            <a:extLst>
              <a:ext uri="{FF2B5EF4-FFF2-40B4-BE49-F238E27FC236}">
                <a16:creationId xmlns:a16="http://schemas.microsoft.com/office/drawing/2014/main" id="{F9489242-0586-16C1-4C10-1512D74C95D9}"/>
              </a:ext>
            </a:extLst>
          </p:cNvPr>
          <p:cNvPicPr>
            <a:picLocks noChangeAspect="1"/>
          </p:cNvPicPr>
          <p:nvPr/>
        </p:nvPicPr>
        <p:blipFill>
          <a:blip r:embed="rId5"/>
          <a:stretch>
            <a:fillRect/>
          </a:stretch>
        </p:blipFill>
        <p:spPr>
          <a:xfrm>
            <a:off x="5202216" y="4273530"/>
            <a:ext cx="1047896" cy="1514686"/>
          </a:xfrm>
          <a:prstGeom prst="rect">
            <a:avLst/>
          </a:prstGeom>
        </p:spPr>
      </p:pic>
      <p:pic>
        <p:nvPicPr>
          <p:cNvPr id="7" name="Picture 6">
            <a:extLst>
              <a:ext uri="{FF2B5EF4-FFF2-40B4-BE49-F238E27FC236}">
                <a16:creationId xmlns:a16="http://schemas.microsoft.com/office/drawing/2014/main" id="{26B83A50-E7AC-24C8-C278-0CDB40B44787}"/>
              </a:ext>
            </a:extLst>
          </p:cNvPr>
          <p:cNvPicPr>
            <a:picLocks noChangeAspect="1"/>
          </p:cNvPicPr>
          <p:nvPr/>
        </p:nvPicPr>
        <p:blipFill>
          <a:blip r:embed="rId6"/>
          <a:stretch>
            <a:fillRect/>
          </a:stretch>
        </p:blipFill>
        <p:spPr>
          <a:xfrm>
            <a:off x="2076421" y="3982977"/>
            <a:ext cx="2133898" cy="2095792"/>
          </a:xfrm>
          <a:prstGeom prst="rect">
            <a:avLst/>
          </a:prstGeom>
        </p:spPr>
      </p:pic>
      <p:pic>
        <p:nvPicPr>
          <p:cNvPr id="9" name="Picture 8">
            <a:extLst>
              <a:ext uri="{FF2B5EF4-FFF2-40B4-BE49-F238E27FC236}">
                <a16:creationId xmlns:a16="http://schemas.microsoft.com/office/drawing/2014/main" id="{EAB89F16-5E3F-1636-14F5-C0147F01D730}"/>
              </a:ext>
            </a:extLst>
          </p:cNvPr>
          <p:cNvPicPr>
            <a:picLocks noChangeAspect="1"/>
          </p:cNvPicPr>
          <p:nvPr/>
        </p:nvPicPr>
        <p:blipFill>
          <a:blip r:embed="rId7"/>
          <a:stretch>
            <a:fillRect/>
          </a:stretch>
        </p:blipFill>
        <p:spPr>
          <a:xfrm>
            <a:off x="7719453" y="3982977"/>
            <a:ext cx="2095792" cy="2067213"/>
          </a:xfrm>
          <a:prstGeom prst="rect">
            <a:avLst/>
          </a:prstGeom>
        </p:spPr>
      </p:pic>
      <p:cxnSp>
        <p:nvCxnSpPr>
          <p:cNvPr id="12" name="Straight Arrow Connector 11">
            <a:extLst>
              <a:ext uri="{FF2B5EF4-FFF2-40B4-BE49-F238E27FC236}">
                <a16:creationId xmlns:a16="http://schemas.microsoft.com/office/drawing/2014/main" id="{2EA6DC6F-0C42-48C2-6640-7243685AFBFA}"/>
              </a:ext>
            </a:extLst>
          </p:cNvPr>
          <p:cNvCxnSpPr>
            <a:cxnSpLocks/>
            <a:stCxn id="7" idx="3"/>
          </p:cNvCxnSpPr>
          <p:nvPr/>
        </p:nvCxnSpPr>
        <p:spPr>
          <a:xfrm>
            <a:off x="4210319" y="5030873"/>
            <a:ext cx="1034765"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710DF58-EC7A-5885-C016-4585744403C0}"/>
              </a:ext>
            </a:extLst>
          </p:cNvPr>
          <p:cNvCxnSpPr>
            <a:cxnSpLocks/>
          </p:cNvCxnSpPr>
          <p:nvPr/>
        </p:nvCxnSpPr>
        <p:spPr>
          <a:xfrm>
            <a:off x="4210318" y="2227740"/>
            <a:ext cx="1034765"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A6F95C0-88CF-B708-8B68-AA7D544C1961}"/>
              </a:ext>
            </a:extLst>
          </p:cNvPr>
          <p:cNvCxnSpPr>
            <a:cxnSpLocks/>
          </p:cNvCxnSpPr>
          <p:nvPr/>
        </p:nvCxnSpPr>
        <p:spPr>
          <a:xfrm>
            <a:off x="6211888" y="2228747"/>
            <a:ext cx="1507565"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C9C0278-F5DB-CE3E-DAA9-7080A5B8CD89}"/>
              </a:ext>
            </a:extLst>
          </p:cNvPr>
          <p:cNvCxnSpPr>
            <a:cxnSpLocks/>
          </p:cNvCxnSpPr>
          <p:nvPr/>
        </p:nvCxnSpPr>
        <p:spPr>
          <a:xfrm>
            <a:off x="6211888" y="5030873"/>
            <a:ext cx="1507565"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pic>
        <p:nvPicPr>
          <p:cNvPr id="33" name="Picture 32">
            <a:extLst>
              <a:ext uri="{FF2B5EF4-FFF2-40B4-BE49-F238E27FC236}">
                <a16:creationId xmlns:a16="http://schemas.microsoft.com/office/drawing/2014/main" id="{24A7E89A-F8A6-5AEA-476F-055FB9E92C57}"/>
              </a:ext>
            </a:extLst>
          </p:cNvPr>
          <p:cNvPicPr>
            <a:picLocks noChangeAspect="1"/>
          </p:cNvPicPr>
          <p:nvPr/>
        </p:nvPicPr>
        <p:blipFill>
          <a:blip r:embed="rId8"/>
          <a:stretch>
            <a:fillRect/>
          </a:stretch>
        </p:blipFill>
        <p:spPr>
          <a:xfrm>
            <a:off x="2481290" y="3364951"/>
            <a:ext cx="1324160" cy="562053"/>
          </a:xfrm>
          <a:prstGeom prst="rect">
            <a:avLst/>
          </a:prstGeom>
        </p:spPr>
      </p:pic>
      <p:pic>
        <p:nvPicPr>
          <p:cNvPr id="35" name="Picture 34">
            <a:extLst>
              <a:ext uri="{FF2B5EF4-FFF2-40B4-BE49-F238E27FC236}">
                <a16:creationId xmlns:a16="http://schemas.microsoft.com/office/drawing/2014/main" id="{C189FF8C-7183-0341-008A-FCE4A02EF719}"/>
              </a:ext>
            </a:extLst>
          </p:cNvPr>
          <p:cNvPicPr>
            <a:picLocks noChangeAspect="1"/>
          </p:cNvPicPr>
          <p:nvPr/>
        </p:nvPicPr>
        <p:blipFill>
          <a:blip r:embed="rId9"/>
          <a:stretch>
            <a:fillRect/>
          </a:stretch>
        </p:blipFill>
        <p:spPr>
          <a:xfrm>
            <a:off x="8043348" y="3364951"/>
            <a:ext cx="1448002" cy="552527"/>
          </a:xfrm>
          <a:prstGeom prst="rect">
            <a:avLst/>
          </a:prstGeom>
        </p:spPr>
      </p:pic>
    </p:spTree>
    <p:extLst>
      <p:ext uri="{BB962C8B-B14F-4D97-AF65-F5344CB8AC3E}">
        <p14:creationId xmlns:p14="http://schemas.microsoft.com/office/powerpoint/2010/main" val="2519566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Text Embedding Interpolation</a:t>
            </a:r>
            <a:endParaRPr lang="en-US" sz="3467" dirty="0"/>
          </a:p>
        </p:txBody>
      </p:sp>
      <p:sp>
        <p:nvSpPr>
          <p:cNvPr id="45" name="Shape 0">
            <a:extLst>
              <a:ext uri="{FF2B5EF4-FFF2-40B4-BE49-F238E27FC236}">
                <a16:creationId xmlns:a16="http://schemas.microsoft.com/office/drawing/2014/main" id="{F1BCD7B1-B71E-0A07-6EF9-B73126C73753}"/>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50" name="Picture 49">
            <a:extLst>
              <a:ext uri="{FF2B5EF4-FFF2-40B4-BE49-F238E27FC236}">
                <a16:creationId xmlns:a16="http://schemas.microsoft.com/office/drawing/2014/main" id="{27ECFE53-46CE-DC96-5C1E-0D7B42E09F38}"/>
              </a:ext>
            </a:extLst>
          </p:cNvPr>
          <p:cNvPicPr>
            <a:picLocks noChangeAspect="1"/>
          </p:cNvPicPr>
          <p:nvPr/>
        </p:nvPicPr>
        <p:blipFill>
          <a:blip r:embed="rId3"/>
          <a:stretch>
            <a:fillRect/>
          </a:stretch>
        </p:blipFill>
        <p:spPr>
          <a:xfrm>
            <a:off x="279132" y="2660431"/>
            <a:ext cx="11682012" cy="1285927"/>
          </a:xfrm>
          <a:prstGeom prst="rect">
            <a:avLst/>
          </a:prstGeom>
        </p:spPr>
      </p:pic>
      <p:sp>
        <p:nvSpPr>
          <p:cNvPr id="51" name="TextBox 50">
            <a:extLst>
              <a:ext uri="{FF2B5EF4-FFF2-40B4-BE49-F238E27FC236}">
                <a16:creationId xmlns:a16="http://schemas.microsoft.com/office/drawing/2014/main" id="{F2F25124-A57A-2FFB-D300-AAAC30570F21}"/>
              </a:ext>
            </a:extLst>
          </p:cNvPr>
          <p:cNvSpPr txBox="1"/>
          <p:nvPr/>
        </p:nvSpPr>
        <p:spPr>
          <a:xfrm>
            <a:off x="230856" y="2206606"/>
            <a:ext cx="11608067" cy="646331"/>
          </a:xfrm>
          <a:prstGeom prst="rect">
            <a:avLst/>
          </a:prstGeom>
          <a:noFill/>
        </p:spPr>
        <p:txBody>
          <a:bodyPr wrap="square">
            <a:spAutoFit/>
          </a:bodyPr>
          <a:lstStyle/>
          <a:p>
            <a:r>
              <a:rPr lang="en-US" b="1" dirty="0"/>
              <a:t>Blend two text embeddings at different weights to generate a smooth visual transition between subjects:</a:t>
            </a:r>
          </a:p>
          <a:p>
            <a:endParaRPr lang="ro-RO"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C1426-EC24-3D8A-5280-E38D18027EBF}"/>
            </a:ext>
          </a:extLst>
        </p:cNvPr>
        <p:cNvGrpSpPr/>
        <p:nvPr/>
      </p:nvGrpSpPr>
      <p:grpSpPr>
        <a:xfrm>
          <a:off x="0" y="0"/>
          <a:ext cx="0" cy="0"/>
          <a:chOff x="0" y="0"/>
          <a:chExt cx="0" cy="0"/>
        </a:xfrm>
      </p:grpSpPr>
      <p:pic>
        <p:nvPicPr>
          <p:cNvPr id="2" name="Picture 2" descr="Why do my glasses need cleaning all the time? | Book An Eye Test">
            <a:extLst>
              <a:ext uri="{FF2B5EF4-FFF2-40B4-BE49-F238E27FC236}">
                <a16:creationId xmlns:a16="http://schemas.microsoft.com/office/drawing/2014/main" id="{6CB3EB64-7AFC-E2F9-911F-9EBCEF79B7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871" y="1460914"/>
            <a:ext cx="5904258" cy="3936172"/>
          </a:xfrm>
          <a:prstGeom prst="rect">
            <a:avLst/>
          </a:prstGeom>
          <a:noFill/>
          <a:extLst>
            <a:ext uri="{909E8E84-426E-40DD-AFC4-6F175D3DCCD1}">
              <a14:hiddenFill xmlns:a14="http://schemas.microsoft.com/office/drawing/2010/main">
                <a:solidFill>
                  <a:srgbClr val="FFFFFF"/>
                </a:solidFill>
              </a14:hiddenFill>
            </a:ext>
          </a:extLst>
        </p:spPr>
      </p:pic>
      <p:sp>
        <p:nvSpPr>
          <p:cNvPr id="3" name="Shape 0">
            <a:extLst>
              <a:ext uri="{FF2B5EF4-FFF2-40B4-BE49-F238E27FC236}">
                <a16:creationId xmlns:a16="http://schemas.microsoft.com/office/drawing/2014/main" id="{FDD036B9-92AA-EBD7-A15A-006CDF6B4D18}"/>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7608939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EAB73-0772-F8E2-AEA3-DA0CA9D5F6D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B4EC165-1CA3-731E-8146-D3C384A223B3}"/>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A1A86373-C4C0-02EA-01FC-174ACCB1187D}"/>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Text Embedding Interpolation</a:t>
            </a:r>
            <a:endParaRPr lang="en-US" sz="3467" dirty="0"/>
          </a:p>
        </p:txBody>
      </p:sp>
      <p:sp>
        <p:nvSpPr>
          <p:cNvPr id="45" name="Shape 0">
            <a:extLst>
              <a:ext uri="{FF2B5EF4-FFF2-40B4-BE49-F238E27FC236}">
                <a16:creationId xmlns:a16="http://schemas.microsoft.com/office/drawing/2014/main" id="{796A11E3-4E2B-448C-5925-44D576D821BD}"/>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2290" name="Picture 2">
            <a:extLst>
              <a:ext uri="{FF2B5EF4-FFF2-40B4-BE49-F238E27FC236}">
                <a16:creationId xmlns:a16="http://schemas.microsoft.com/office/drawing/2014/main" id="{3F8D1E72-ECF2-B247-D6AE-39EDBA251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5555" y="5383146"/>
            <a:ext cx="5546959" cy="1467486"/>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a:extLst>
              <a:ext uri="{FF2B5EF4-FFF2-40B4-BE49-F238E27FC236}">
                <a16:creationId xmlns:a16="http://schemas.microsoft.com/office/drawing/2014/main" id="{6A633B2F-C7CD-819A-94E7-9F9CA38BCBA5}"/>
              </a:ext>
            </a:extLst>
          </p:cNvPr>
          <p:cNvPicPr>
            <a:picLocks noChangeAspect="1"/>
          </p:cNvPicPr>
          <p:nvPr/>
        </p:nvPicPr>
        <p:blipFill>
          <a:blip r:embed="rId4"/>
          <a:stretch>
            <a:fillRect/>
          </a:stretch>
        </p:blipFill>
        <p:spPr>
          <a:xfrm>
            <a:off x="83061" y="2068530"/>
            <a:ext cx="1088837" cy="1099798"/>
          </a:xfrm>
          <a:prstGeom prst="rect">
            <a:avLst/>
          </a:prstGeom>
        </p:spPr>
      </p:pic>
      <p:pic>
        <p:nvPicPr>
          <p:cNvPr id="39" name="Picture 38">
            <a:extLst>
              <a:ext uri="{FF2B5EF4-FFF2-40B4-BE49-F238E27FC236}">
                <a16:creationId xmlns:a16="http://schemas.microsoft.com/office/drawing/2014/main" id="{24974B00-63B6-7892-E801-547F74158EE5}"/>
              </a:ext>
            </a:extLst>
          </p:cNvPr>
          <p:cNvPicPr>
            <a:picLocks noChangeAspect="1"/>
          </p:cNvPicPr>
          <p:nvPr/>
        </p:nvPicPr>
        <p:blipFill>
          <a:blip r:embed="rId5"/>
          <a:stretch>
            <a:fillRect/>
          </a:stretch>
        </p:blipFill>
        <p:spPr>
          <a:xfrm>
            <a:off x="3426511" y="2115344"/>
            <a:ext cx="1088838" cy="1099836"/>
          </a:xfrm>
          <a:prstGeom prst="rect">
            <a:avLst/>
          </a:prstGeom>
        </p:spPr>
      </p:pic>
      <p:pic>
        <p:nvPicPr>
          <p:cNvPr id="40" name="Picture 39">
            <a:extLst>
              <a:ext uri="{FF2B5EF4-FFF2-40B4-BE49-F238E27FC236}">
                <a16:creationId xmlns:a16="http://schemas.microsoft.com/office/drawing/2014/main" id="{0E118103-2F99-2357-FC60-22DABEE03F4D}"/>
              </a:ext>
            </a:extLst>
          </p:cNvPr>
          <p:cNvPicPr>
            <a:picLocks noChangeAspect="1"/>
          </p:cNvPicPr>
          <p:nvPr/>
        </p:nvPicPr>
        <p:blipFill>
          <a:blip r:embed="rId6"/>
          <a:stretch>
            <a:fillRect/>
          </a:stretch>
        </p:blipFill>
        <p:spPr>
          <a:xfrm>
            <a:off x="7635807" y="2115344"/>
            <a:ext cx="1086119" cy="1097374"/>
          </a:xfrm>
          <a:prstGeom prst="rect">
            <a:avLst/>
          </a:prstGeom>
        </p:spPr>
      </p:pic>
      <p:pic>
        <p:nvPicPr>
          <p:cNvPr id="41" name="Picture 40">
            <a:extLst>
              <a:ext uri="{FF2B5EF4-FFF2-40B4-BE49-F238E27FC236}">
                <a16:creationId xmlns:a16="http://schemas.microsoft.com/office/drawing/2014/main" id="{B68D375A-7960-C3E4-B24C-083BDA2E9370}"/>
              </a:ext>
            </a:extLst>
          </p:cNvPr>
          <p:cNvPicPr>
            <a:picLocks noChangeAspect="1"/>
          </p:cNvPicPr>
          <p:nvPr/>
        </p:nvPicPr>
        <p:blipFill>
          <a:blip r:embed="rId7"/>
          <a:stretch>
            <a:fillRect/>
          </a:stretch>
        </p:blipFill>
        <p:spPr>
          <a:xfrm>
            <a:off x="10974475" y="2090404"/>
            <a:ext cx="1128040" cy="1122314"/>
          </a:xfrm>
          <a:prstGeom prst="rect">
            <a:avLst/>
          </a:prstGeom>
        </p:spPr>
      </p:pic>
      <p:pic>
        <p:nvPicPr>
          <p:cNvPr id="42" name="Picture 6" descr="U-NET: Computer Vision's neural network ...">
            <a:extLst>
              <a:ext uri="{FF2B5EF4-FFF2-40B4-BE49-F238E27FC236}">
                <a16:creationId xmlns:a16="http://schemas.microsoft.com/office/drawing/2014/main" id="{893D50B8-D14B-57CD-D731-8553DCF5E44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1249" y="2142941"/>
            <a:ext cx="1735818" cy="950976"/>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6A66A05E-2F24-11BB-CA65-D2E31DCB3C2F}"/>
              </a:ext>
            </a:extLst>
          </p:cNvPr>
          <p:cNvSpPr txBox="1"/>
          <p:nvPr/>
        </p:nvSpPr>
        <p:spPr>
          <a:xfrm>
            <a:off x="1337985" y="2872151"/>
            <a:ext cx="688009" cy="261610"/>
          </a:xfrm>
          <a:prstGeom prst="rect">
            <a:avLst/>
          </a:prstGeom>
          <a:noFill/>
        </p:spPr>
        <p:txBody>
          <a:bodyPr wrap="none" rtlCol="0">
            <a:spAutoFit/>
          </a:bodyPr>
          <a:lstStyle/>
          <a:p>
            <a:r>
              <a:rPr lang="en-US" sz="1100" dirty="0"/>
              <a:t>encoder</a:t>
            </a:r>
            <a:endParaRPr lang="ro-RO" sz="1100" dirty="0"/>
          </a:p>
        </p:txBody>
      </p:sp>
      <p:sp>
        <p:nvSpPr>
          <p:cNvPr id="44" name="TextBox 43">
            <a:extLst>
              <a:ext uri="{FF2B5EF4-FFF2-40B4-BE49-F238E27FC236}">
                <a16:creationId xmlns:a16="http://schemas.microsoft.com/office/drawing/2014/main" id="{7976F172-701C-345D-AC84-C42DA382D876}"/>
              </a:ext>
            </a:extLst>
          </p:cNvPr>
          <p:cNvSpPr txBox="1"/>
          <p:nvPr/>
        </p:nvSpPr>
        <p:spPr>
          <a:xfrm>
            <a:off x="2512322" y="2872151"/>
            <a:ext cx="688009" cy="261610"/>
          </a:xfrm>
          <a:prstGeom prst="rect">
            <a:avLst/>
          </a:prstGeom>
          <a:noFill/>
        </p:spPr>
        <p:txBody>
          <a:bodyPr wrap="none" rtlCol="0">
            <a:spAutoFit/>
          </a:bodyPr>
          <a:lstStyle/>
          <a:p>
            <a:r>
              <a:rPr lang="en-US" sz="1100" dirty="0"/>
              <a:t>decoder</a:t>
            </a:r>
            <a:endParaRPr lang="ro-RO" sz="1100" dirty="0"/>
          </a:p>
        </p:txBody>
      </p:sp>
      <p:sp>
        <p:nvSpPr>
          <p:cNvPr id="46" name="TextBox 45">
            <a:extLst>
              <a:ext uri="{FF2B5EF4-FFF2-40B4-BE49-F238E27FC236}">
                <a16:creationId xmlns:a16="http://schemas.microsoft.com/office/drawing/2014/main" id="{DE85EAA2-63A2-D225-A9D6-BFF9C12B4ADC}"/>
              </a:ext>
            </a:extLst>
          </p:cNvPr>
          <p:cNvSpPr txBox="1"/>
          <p:nvPr/>
        </p:nvSpPr>
        <p:spPr>
          <a:xfrm>
            <a:off x="1751227" y="2230794"/>
            <a:ext cx="1035861" cy="230832"/>
          </a:xfrm>
          <a:prstGeom prst="rect">
            <a:avLst/>
          </a:prstGeom>
          <a:noFill/>
        </p:spPr>
        <p:txBody>
          <a:bodyPr wrap="none" rtlCol="0">
            <a:spAutoFit/>
          </a:bodyPr>
          <a:lstStyle/>
          <a:p>
            <a:r>
              <a:rPr lang="en-US" sz="900" dirty="0"/>
              <a:t>skip connections</a:t>
            </a:r>
            <a:endParaRPr lang="ro-RO" sz="900" dirty="0"/>
          </a:p>
        </p:txBody>
      </p:sp>
      <p:pic>
        <p:nvPicPr>
          <p:cNvPr id="47" name="Picture 6" descr="U-NET: Computer Vision's neural network ...">
            <a:extLst>
              <a:ext uri="{FF2B5EF4-FFF2-40B4-BE49-F238E27FC236}">
                <a16:creationId xmlns:a16="http://schemas.microsoft.com/office/drawing/2014/main" id="{89F09372-0913-8916-8463-5473FD9453E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58513" y="2142941"/>
            <a:ext cx="1735818" cy="950976"/>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D387BAFC-A3C5-9E09-7D13-E33EC1E33207}"/>
              </a:ext>
            </a:extLst>
          </p:cNvPr>
          <p:cNvSpPr txBox="1"/>
          <p:nvPr/>
        </p:nvSpPr>
        <p:spPr>
          <a:xfrm>
            <a:off x="4695249" y="2872151"/>
            <a:ext cx="688009" cy="261610"/>
          </a:xfrm>
          <a:prstGeom prst="rect">
            <a:avLst/>
          </a:prstGeom>
          <a:noFill/>
        </p:spPr>
        <p:txBody>
          <a:bodyPr wrap="none" rtlCol="0">
            <a:spAutoFit/>
          </a:bodyPr>
          <a:lstStyle/>
          <a:p>
            <a:r>
              <a:rPr lang="en-US" sz="1100" dirty="0"/>
              <a:t>encoder</a:t>
            </a:r>
            <a:endParaRPr lang="ro-RO" sz="1100" dirty="0"/>
          </a:p>
        </p:txBody>
      </p:sp>
      <p:sp>
        <p:nvSpPr>
          <p:cNvPr id="49" name="TextBox 48">
            <a:extLst>
              <a:ext uri="{FF2B5EF4-FFF2-40B4-BE49-F238E27FC236}">
                <a16:creationId xmlns:a16="http://schemas.microsoft.com/office/drawing/2014/main" id="{94163959-0F27-7137-7AE8-A699E8FC8789}"/>
              </a:ext>
            </a:extLst>
          </p:cNvPr>
          <p:cNvSpPr txBox="1"/>
          <p:nvPr/>
        </p:nvSpPr>
        <p:spPr>
          <a:xfrm>
            <a:off x="5869586" y="2872151"/>
            <a:ext cx="688009" cy="261610"/>
          </a:xfrm>
          <a:prstGeom prst="rect">
            <a:avLst/>
          </a:prstGeom>
          <a:noFill/>
        </p:spPr>
        <p:txBody>
          <a:bodyPr wrap="none" rtlCol="0">
            <a:spAutoFit/>
          </a:bodyPr>
          <a:lstStyle/>
          <a:p>
            <a:r>
              <a:rPr lang="en-US" sz="1100" dirty="0"/>
              <a:t>decoder</a:t>
            </a:r>
            <a:endParaRPr lang="ro-RO" sz="1100" dirty="0"/>
          </a:p>
        </p:txBody>
      </p:sp>
      <p:sp>
        <p:nvSpPr>
          <p:cNvPr id="51" name="TextBox 50">
            <a:extLst>
              <a:ext uri="{FF2B5EF4-FFF2-40B4-BE49-F238E27FC236}">
                <a16:creationId xmlns:a16="http://schemas.microsoft.com/office/drawing/2014/main" id="{FAB591C7-8337-8B9B-A71A-36E7DFE87F12}"/>
              </a:ext>
            </a:extLst>
          </p:cNvPr>
          <p:cNvSpPr txBox="1"/>
          <p:nvPr/>
        </p:nvSpPr>
        <p:spPr>
          <a:xfrm>
            <a:off x="5108491" y="2230794"/>
            <a:ext cx="1035861" cy="230832"/>
          </a:xfrm>
          <a:prstGeom prst="rect">
            <a:avLst/>
          </a:prstGeom>
          <a:noFill/>
        </p:spPr>
        <p:txBody>
          <a:bodyPr wrap="none" rtlCol="0">
            <a:spAutoFit/>
          </a:bodyPr>
          <a:lstStyle/>
          <a:p>
            <a:r>
              <a:rPr lang="en-US" sz="900" dirty="0"/>
              <a:t>skip connections</a:t>
            </a:r>
            <a:endParaRPr lang="ro-RO" sz="900" dirty="0"/>
          </a:p>
        </p:txBody>
      </p:sp>
      <p:pic>
        <p:nvPicPr>
          <p:cNvPr id="52" name="Picture 6" descr="U-NET: Computer Vision's neural network ...">
            <a:extLst>
              <a:ext uri="{FF2B5EF4-FFF2-40B4-BE49-F238E27FC236}">
                <a16:creationId xmlns:a16="http://schemas.microsoft.com/office/drawing/2014/main" id="{C57C0637-AACE-8A5F-706D-274C04FD742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53655" y="2142941"/>
            <a:ext cx="1735818" cy="950976"/>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8FD5576B-DD91-5379-88ED-F335049C8D9A}"/>
              </a:ext>
            </a:extLst>
          </p:cNvPr>
          <p:cNvSpPr txBox="1"/>
          <p:nvPr/>
        </p:nvSpPr>
        <p:spPr>
          <a:xfrm>
            <a:off x="8890391" y="2872151"/>
            <a:ext cx="688009" cy="261610"/>
          </a:xfrm>
          <a:prstGeom prst="rect">
            <a:avLst/>
          </a:prstGeom>
          <a:noFill/>
        </p:spPr>
        <p:txBody>
          <a:bodyPr wrap="none" rtlCol="0">
            <a:spAutoFit/>
          </a:bodyPr>
          <a:lstStyle/>
          <a:p>
            <a:r>
              <a:rPr lang="en-US" sz="1100" dirty="0"/>
              <a:t>encoder</a:t>
            </a:r>
            <a:endParaRPr lang="ro-RO" sz="1100" dirty="0"/>
          </a:p>
        </p:txBody>
      </p:sp>
      <p:sp>
        <p:nvSpPr>
          <p:cNvPr id="54" name="TextBox 53">
            <a:extLst>
              <a:ext uri="{FF2B5EF4-FFF2-40B4-BE49-F238E27FC236}">
                <a16:creationId xmlns:a16="http://schemas.microsoft.com/office/drawing/2014/main" id="{4B08BA44-71BF-44EA-4B0F-73AD1E7740A1}"/>
              </a:ext>
            </a:extLst>
          </p:cNvPr>
          <p:cNvSpPr txBox="1"/>
          <p:nvPr/>
        </p:nvSpPr>
        <p:spPr>
          <a:xfrm>
            <a:off x="10064728" y="2872151"/>
            <a:ext cx="688009" cy="261610"/>
          </a:xfrm>
          <a:prstGeom prst="rect">
            <a:avLst/>
          </a:prstGeom>
          <a:noFill/>
        </p:spPr>
        <p:txBody>
          <a:bodyPr wrap="none" rtlCol="0">
            <a:spAutoFit/>
          </a:bodyPr>
          <a:lstStyle/>
          <a:p>
            <a:r>
              <a:rPr lang="en-US" sz="1100" dirty="0"/>
              <a:t>decoder</a:t>
            </a:r>
            <a:endParaRPr lang="ro-RO" sz="1100" dirty="0"/>
          </a:p>
        </p:txBody>
      </p:sp>
      <p:sp>
        <p:nvSpPr>
          <p:cNvPr id="55" name="TextBox 54">
            <a:extLst>
              <a:ext uri="{FF2B5EF4-FFF2-40B4-BE49-F238E27FC236}">
                <a16:creationId xmlns:a16="http://schemas.microsoft.com/office/drawing/2014/main" id="{F44FB07A-1CEC-A16C-80E1-F738D79B3ADD}"/>
              </a:ext>
            </a:extLst>
          </p:cNvPr>
          <p:cNvSpPr txBox="1"/>
          <p:nvPr/>
        </p:nvSpPr>
        <p:spPr>
          <a:xfrm>
            <a:off x="9303633" y="2230794"/>
            <a:ext cx="1035861" cy="230832"/>
          </a:xfrm>
          <a:prstGeom prst="rect">
            <a:avLst/>
          </a:prstGeom>
          <a:noFill/>
        </p:spPr>
        <p:txBody>
          <a:bodyPr wrap="none" rtlCol="0">
            <a:spAutoFit/>
          </a:bodyPr>
          <a:lstStyle/>
          <a:p>
            <a:r>
              <a:rPr lang="en-US" sz="900" dirty="0"/>
              <a:t>skip connections</a:t>
            </a:r>
            <a:endParaRPr lang="ro-RO" sz="900" dirty="0"/>
          </a:p>
        </p:txBody>
      </p:sp>
      <p:sp>
        <p:nvSpPr>
          <p:cNvPr id="56" name="TextBox 55">
            <a:extLst>
              <a:ext uri="{FF2B5EF4-FFF2-40B4-BE49-F238E27FC236}">
                <a16:creationId xmlns:a16="http://schemas.microsoft.com/office/drawing/2014/main" id="{8CDF5FC4-7B9D-11B1-654F-CAD2577130DA}"/>
              </a:ext>
            </a:extLst>
          </p:cNvPr>
          <p:cNvSpPr txBox="1"/>
          <p:nvPr/>
        </p:nvSpPr>
        <p:spPr>
          <a:xfrm>
            <a:off x="104731" y="1624719"/>
            <a:ext cx="1233254" cy="307777"/>
          </a:xfrm>
          <a:prstGeom prst="rect">
            <a:avLst/>
          </a:prstGeom>
          <a:noFill/>
        </p:spPr>
        <p:txBody>
          <a:bodyPr wrap="square">
            <a:spAutoFit/>
          </a:bodyPr>
          <a:lstStyle/>
          <a:p>
            <a:r>
              <a:rPr lang="en-US" sz="1400" dirty="0">
                <a:solidFill>
                  <a:srgbClr val="FF0000"/>
                </a:solidFill>
                <a:latin typeface="Courier New" pitchFamily="34" charset="0"/>
                <a:ea typeface="Courier New" pitchFamily="34" charset="-122"/>
                <a:cs typeface="Courier New" pitchFamily="34" charset="-120"/>
              </a:rPr>
              <a:t>context</a:t>
            </a:r>
            <a:endParaRPr lang="ro-RO" sz="1400" dirty="0">
              <a:solidFill>
                <a:srgbClr val="FF0000"/>
              </a:solidFill>
            </a:endParaRPr>
          </a:p>
        </p:txBody>
      </p:sp>
      <p:cxnSp>
        <p:nvCxnSpPr>
          <p:cNvPr id="57" name="Straight Arrow Connector 56">
            <a:extLst>
              <a:ext uri="{FF2B5EF4-FFF2-40B4-BE49-F238E27FC236}">
                <a16:creationId xmlns:a16="http://schemas.microsoft.com/office/drawing/2014/main" id="{EAF1830C-79F0-3F81-5FA7-1D09C318394F}"/>
              </a:ext>
            </a:extLst>
          </p:cNvPr>
          <p:cNvCxnSpPr>
            <a:stCxn id="38" idx="3"/>
            <a:endCxn id="42" idx="1"/>
          </p:cNvCxnSpPr>
          <p:nvPr/>
        </p:nvCxnSpPr>
        <p:spPr>
          <a:xfrm>
            <a:off x="1171898" y="2618429"/>
            <a:ext cx="2293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4D0487BF-C40D-202B-91CA-E3AC96A8E0A4}"/>
              </a:ext>
            </a:extLst>
          </p:cNvPr>
          <p:cNvCxnSpPr>
            <a:cxnSpLocks/>
          </p:cNvCxnSpPr>
          <p:nvPr/>
        </p:nvCxnSpPr>
        <p:spPr>
          <a:xfrm>
            <a:off x="3141580" y="2618429"/>
            <a:ext cx="2849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42147025-E231-6DE6-CC41-7EF69D9ADC89}"/>
              </a:ext>
            </a:extLst>
          </p:cNvPr>
          <p:cNvCxnSpPr>
            <a:cxnSpLocks/>
          </p:cNvCxnSpPr>
          <p:nvPr/>
        </p:nvCxnSpPr>
        <p:spPr>
          <a:xfrm>
            <a:off x="4515349" y="2613010"/>
            <a:ext cx="2434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F9E7F7D6-3A2B-F60D-102A-9810164C36CF}"/>
              </a:ext>
            </a:extLst>
          </p:cNvPr>
          <p:cNvCxnSpPr/>
          <p:nvPr/>
        </p:nvCxnSpPr>
        <p:spPr>
          <a:xfrm>
            <a:off x="6504251" y="2613010"/>
            <a:ext cx="2293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E9A2FFC4-98D5-6DD1-160D-0FC46F60E6E4}"/>
              </a:ext>
            </a:extLst>
          </p:cNvPr>
          <p:cNvCxnSpPr/>
          <p:nvPr/>
        </p:nvCxnSpPr>
        <p:spPr>
          <a:xfrm>
            <a:off x="8718110" y="2664031"/>
            <a:ext cx="2293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13528673-B2FA-A4BB-EF84-A87259D6B96D}"/>
              </a:ext>
            </a:extLst>
          </p:cNvPr>
          <p:cNvCxnSpPr/>
          <p:nvPr/>
        </p:nvCxnSpPr>
        <p:spPr>
          <a:xfrm>
            <a:off x="7403736" y="2626385"/>
            <a:ext cx="2293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B903CC2E-13FB-EBED-1565-6EA1E297ABA3}"/>
              </a:ext>
            </a:extLst>
          </p:cNvPr>
          <p:cNvCxnSpPr>
            <a:cxnSpLocks/>
          </p:cNvCxnSpPr>
          <p:nvPr/>
        </p:nvCxnSpPr>
        <p:spPr>
          <a:xfrm>
            <a:off x="10697328" y="2664031"/>
            <a:ext cx="2771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288" name="TextBox 12287">
            <a:extLst>
              <a:ext uri="{FF2B5EF4-FFF2-40B4-BE49-F238E27FC236}">
                <a16:creationId xmlns:a16="http://schemas.microsoft.com/office/drawing/2014/main" id="{8BE7865D-7290-BFE2-3B55-75075F18E284}"/>
              </a:ext>
            </a:extLst>
          </p:cNvPr>
          <p:cNvSpPr txBox="1"/>
          <p:nvPr/>
        </p:nvSpPr>
        <p:spPr>
          <a:xfrm>
            <a:off x="6821187" y="2230794"/>
            <a:ext cx="440048" cy="523220"/>
          </a:xfrm>
          <a:prstGeom prst="rect">
            <a:avLst/>
          </a:prstGeom>
          <a:noFill/>
        </p:spPr>
        <p:txBody>
          <a:bodyPr wrap="square" rtlCol="0">
            <a:spAutoFit/>
          </a:bodyPr>
          <a:lstStyle/>
          <a:p>
            <a:r>
              <a:rPr lang="en-US" sz="2800" dirty="0"/>
              <a:t>…</a:t>
            </a:r>
            <a:endParaRPr lang="ro-RO" sz="2800" dirty="0"/>
          </a:p>
        </p:txBody>
      </p:sp>
      <p:cxnSp>
        <p:nvCxnSpPr>
          <p:cNvPr id="12289" name="Straight Connector 12288">
            <a:extLst>
              <a:ext uri="{FF2B5EF4-FFF2-40B4-BE49-F238E27FC236}">
                <a16:creationId xmlns:a16="http://schemas.microsoft.com/office/drawing/2014/main" id="{9F46BC3E-DDE4-962D-8405-867F5FA6E3B1}"/>
              </a:ext>
            </a:extLst>
          </p:cNvPr>
          <p:cNvCxnSpPr>
            <a:stCxn id="56" idx="3"/>
          </p:cNvCxnSpPr>
          <p:nvPr/>
        </p:nvCxnSpPr>
        <p:spPr>
          <a:xfrm flipV="1">
            <a:off x="1337985" y="1778607"/>
            <a:ext cx="8355305"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12291" name="Straight Arrow Connector 12290">
            <a:extLst>
              <a:ext uri="{FF2B5EF4-FFF2-40B4-BE49-F238E27FC236}">
                <a16:creationId xmlns:a16="http://schemas.microsoft.com/office/drawing/2014/main" id="{99097E52-87B1-5EDC-EF9A-294BFC53BD22}"/>
              </a:ext>
            </a:extLst>
          </p:cNvPr>
          <p:cNvCxnSpPr>
            <a:endCxn id="42" idx="0"/>
          </p:cNvCxnSpPr>
          <p:nvPr/>
        </p:nvCxnSpPr>
        <p:spPr>
          <a:xfrm>
            <a:off x="2269157" y="1778607"/>
            <a:ext cx="1" cy="3643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292" name="Straight Arrow Connector 12291">
            <a:extLst>
              <a:ext uri="{FF2B5EF4-FFF2-40B4-BE49-F238E27FC236}">
                <a16:creationId xmlns:a16="http://schemas.microsoft.com/office/drawing/2014/main" id="{11DDE153-98D0-5A0B-4E1C-5AD23C2BD272}"/>
              </a:ext>
            </a:extLst>
          </p:cNvPr>
          <p:cNvCxnSpPr/>
          <p:nvPr/>
        </p:nvCxnSpPr>
        <p:spPr>
          <a:xfrm>
            <a:off x="5641623" y="1769175"/>
            <a:ext cx="1" cy="3643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293" name="Straight Arrow Connector 12292">
            <a:extLst>
              <a:ext uri="{FF2B5EF4-FFF2-40B4-BE49-F238E27FC236}">
                <a16:creationId xmlns:a16="http://schemas.microsoft.com/office/drawing/2014/main" id="{C38E858F-B071-30BD-AF7F-8B7CE0AF495A}"/>
              </a:ext>
            </a:extLst>
          </p:cNvPr>
          <p:cNvCxnSpPr/>
          <p:nvPr/>
        </p:nvCxnSpPr>
        <p:spPr>
          <a:xfrm>
            <a:off x="9693289" y="1769175"/>
            <a:ext cx="1" cy="3643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2295" name="Picture 12294">
            <a:extLst>
              <a:ext uri="{FF2B5EF4-FFF2-40B4-BE49-F238E27FC236}">
                <a16:creationId xmlns:a16="http://schemas.microsoft.com/office/drawing/2014/main" id="{95829818-426D-7259-757C-123BF27BFE06}"/>
              </a:ext>
            </a:extLst>
          </p:cNvPr>
          <p:cNvPicPr>
            <a:picLocks noChangeAspect="1"/>
          </p:cNvPicPr>
          <p:nvPr/>
        </p:nvPicPr>
        <p:blipFill>
          <a:blip r:embed="rId9"/>
          <a:stretch>
            <a:fillRect/>
          </a:stretch>
        </p:blipFill>
        <p:spPr>
          <a:xfrm rot="5400000">
            <a:off x="8759881" y="3657097"/>
            <a:ext cx="1047896" cy="1514686"/>
          </a:xfrm>
          <a:prstGeom prst="rect">
            <a:avLst/>
          </a:prstGeom>
        </p:spPr>
      </p:pic>
      <p:cxnSp>
        <p:nvCxnSpPr>
          <p:cNvPr id="12296" name="Straight Connector 12295">
            <a:extLst>
              <a:ext uri="{FF2B5EF4-FFF2-40B4-BE49-F238E27FC236}">
                <a16:creationId xmlns:a16="http://schemas.microsoft.com/office/drawing/2014/main" id="{CEC3F4FC-FA52-070A-E162-EDC35F09702E}"/>
              </a:ext>
            </a:extLst>
          </p:cNvPr>
          <p:cNvCxnSpPr>
            <a:cxnSpLocks/>
          </p:cNvCxnSpPr>
          <p:nvPr/>
        </p:nvCxnSpPr>
        <p:spPr>
          <a:xfrm>
            <a:off x="9283828" y="3589704"/>
            <a:ext cx="2271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299" name="Straight Arrow Connector 12298">
            <a:extLst>
              <a:ext uri="{FF2B5EF4-FFF2-40B4-BE49-F238E27FC236}">
                <a16:creationId xmlns:a16="http://schemas.microsoft.com/office/drawing/2014/main" id="{8898BD4C-FDCA-70CF-F7DD-1EA80C7D1E4A}"/>
              </a:ext>
            </a:extLst>
          </p:cNvPr>
          <p:cNvCxnSpPr/>
          <p:nvPr/>
        </p:nvCxnSpPr>
        <p:spPr>
          <a:xfrm>
            <a:off x="9283828" y="3589704"/>
            <a:ext cx="1" cy="3643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302" name="Straight Connector 12301">
            <a:extLst>
              <a:ext uri="{FF2B5EF4-FFF2-40B4-BE49-F238E27FC236}">
                <a16:creationId xmlns:a16="http://schemas.microsoft.com/office/drawing/2014/main" id="{01AAE63A-02FB-091F-9982-3CB9CDFA7245}"/>
              </a:ext>
            </a:extLst>
          </p:cNvPr>
          <p:cNvCxnSpPr>
            <a:cxnSpLocks/>
          </p:cNvCxnSpPr>
          <p:nvPr/>
        </p:nvCxnSpPr>
        <p:spPr>
          <a:xfrm flipV="1">
            <a:off x="11555428" y="3212718"/>
            <a:ext cx="0" cy="376986"/>
          </a:xfrm>
          <a:prstGeom prst="line">
            <a:avLst/>
          </a:prstGeom>
        </p:spPr>
        <p:style>
          <a:lnRef idx="2">
            <a:schemeClr val="accent1"/>
          </a:lnRef>
          <a:fillRef idx="0">
            <a:schemeClr val="accent1"/>
          </a:fillRef>
          <a:effectRef idx="1">
            <a:schemeClr val="accent1"/>
          </a:effectRef>
          <a:fontRef idx="minor">
            <a:schemeClr val="tx1"/>
          </a:fontRef>
        </p:style>
      </p:cxnSp>
      <p:pic>
        <p:nvPicPr>
          <p:cNvPr id="12306" name="Picture 12305">
            <a:extLst>
              <a:ext uri="{FF2B5EF4-FFF2-40B4-BE49-F238E27FC236}">
                <a16:creationId xmlns:a16="http://schemas.microsoft.com/office/drawing/2014/main" id="{E8EE1F90-82CB-1708-3BE1-50A9C4068880}"/>
              </a:ext>
            </a:extLst>
          </p:cNvPr>
          <p:cNvPicPr>
            <a:picLocks noChangeAspect="1"/>
          </p:cNvPicPr>
          <p:nvPr/>
        </p:nvPicPr>
        <p:blipFill>
          <a:blip r:embed="rId10"/>
          <a:stretch>
            <a:fillRect/>
          </a:stretch>
        </p:blipFill>
        <p:spPr>
          <a:xfrm>
            <a:off x="4447080" y="1224105"/>
            <a:ext cx="2535043" cy="532961"/>
          </a:xfrm>
          <a:prstGeom prst="rect">
            <a:avLst/>
          </a:prstGeom>
        </p:spPr>
      </p:pic>
      <p:cxnSp>
        <p:nvCxnSpPr>
          <p:cNvPr id="12307" name="Straight Arrow Connector 12306">
            <a:extLst>
              <a:ext uri="{FF2B5EF4-FFF2-40B4-BE49-F238E27FC236}">
                <a16:creationId xmlns:a16="http://schemas.microsoft.com/office/drawing/2014/main" id="{DAB2E874-C011-AB25-40BF-99592E767F39}"/>
              </a:ext>
            </a:extLst>
          </p:cNvPr>
          <p:cNvCxnSpPr>
            <a:cxnSpLocks/>
          </p:cNvCxnSpPr>
          <p:nvPr/>
        </p:nvCxnSpPr>
        <p:spPr>
          <a:xfrm>
            <a:off x="9272454" y="4938388"/>
            <a:ext cx="0" cy="2790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2311" name="Picture 12310">
            <a:extLst>
              <a:ext uri="{FF2B5EF4-FFF2-40B4-BE49-F238E27FC236}">
                <a16:creationId xmlns:a16="http://schemas.microsoft.com/office/drawing/2014/main" id="{52351FFA-E77C-05DE-D446-3B54769693EE}"/>
              </a:ext>
            </a:extLst>
          </p:cNvPr>
          <p:cNvPicPr>
            <a:picLocks noChangeAspect="1"/>
          </p:cNvPicPr>
          <p:nvPr/>
        </p:nvPicPr>
        <p:blipFill>
          <a:blip r:embed="rId11"/>
          <a:stretch>
            <a:fillRect/>
          </a:stretch>
        </p:blipFill>
        <p:spPr>
          <a:xfrm>
            <a:off x="8904768" y="4070071"/>
            <a:ext cx="659036" cy="798215"/>
          </a:xfrm>
          <a:prstGeom prst="rect">
            <a:avLst/>
          </a:prstGeom>
        </p:spPr>
      </p:pic>
      <p:sp>
        <p:nvSpPr>
          <p:cNvPr id="12312" name="TextBox 12311">
            <a:extLst>
              <a:ext uri="{FF2B5EF4-FFF2-40B4-BE49-F238E27FC236}">
                <a16:creationId xmlns:a16="http://schemas.microsoft.com/office/drawing/2014/main" id="{0D7E94CD-4707-ADF8-B656-DEA54FC86253}"/>
              </a:ext>
            </a:extLst>
          </p:cNvPr>
          <p:cNvSpPr txBox="1"/>
          <p:nvPr/>
        </p:nvSpPr>
        <p:spPr>
          <a:xfrm>
            <a:off x="8415919" y="4133354"/>
            <a:ext cx="1735818" cy="646331"/>
          </a:xfrm>
          <a:prstGeom prst="rect">
            <a:avLst/>
          </a:prstGeom>
          <a:noFill/>
        </p:spPr>
        <p:txBody>
          <a:bodyPr wrap="square" rtlCol="0">
            <a:spAutoFit/>
          </a:bodyPr>
          <a:lstStyle/>
          <a:p>
            <a:pPr algn="ctr"/>
            <a:r>
              <a:rPr lang="en-US" b="1" dirty="0"/>
              <a:t>VAE </a:t>
            </a:r>
            <a:br>
              <a:rPr lang="en-US" b="1" dirty="0"/>
            </a:br>
            <a:r>
              <a:rPr lang="en-US" b="1" dirty="0"/>
              <a:t>Decoder</a:t>
            </a:r>
            <a:endParaRPr lang="ro-RO" b="1" dirty="0"/>
          </a:p>
        </p:txBody>
      </p:sp>
      <p:sp>
        <p:nvSpPr>
          <p:cNvPr id="12315" name="TextBox 12314">
            <a:extLst>
              <a:ext uri="{FF2B5EF4-FFF2-40B4-BE49-F238E27FC236}">
                <a16:creationId xmlns:a16="http://schemas.microsoft.com/office/drawing/2014/main" id="{6771BC12-1C55-EAA0-3215-9AF4924B7911}"/>
              </a:ext>
            </a:extLst>
          </p:cNvPr>
          <p:cNvSpPr txBox="1"/>
          <p:nvPr/>
        </p:nvSpPr>
        <p:spPr>
          <a:xfrm>
            <a:off x="38499" y="3700517"/>
            <a:ext cx="6695103" cy="1938992"/>
          </a:xfrm>
          <a:prstGeom prst="rect">
            <a:avLst/>
          </a:prstGeom>
          <a:noFill/>
        </p:spPr>
        <p:txBody>
          <a:bodyPr wrap="square">
            <a:spAutoFit/>
          </a:bodyPr>
          <a:lstStyle/>
          <a:p>
            <a:pPr>
              <a:buNone/>
            </a:pPr>
            <a:r>
              <a:rPr lang="en-US" sz="1500" b="1" dirty="0"/>
              <a:t>NOTE:</a:t>
            </a:r>
            <a:r>
              <a:rPr lang="en-US" sz="1500" dirty="0"/>
              <a:t> </a:t>
            </a:r>
          </a:p>
          <a:p>
            <a:pPr marL="285750" indent="-285750">
              <a:buFont typeface="Arial" panose="020B0604020202020204" pitchFamily="34" charset="0"/>
              <a:buChar char="•"/>
            </a:pPr>
            <a:r>
              <a:rPr lang="en-US" sz="1500" dirty="0"/>
              <a:t>The output images are generated by blending two text embeddings before passing them to the diffusion process:</a:t>
            </a:r>
          </a:p>
          <a:p>
            <a:pPr>
              <a:buNone/>
            </a:pPr>
            <a:endParaRPr lang="en-US" sz="1500" dirty="0">
              <a:latin typeface="Courier New" panose="02070309020205020404" pitchFamily="49" charset="0"/>
            </a:endParaRPr>
          </a:p>
          <a:p>
            <a:pPr>
              <a:buNone/>
            </a:pPr>
            <a:r>
              <a:rPr lang="en-US" sz="1500" dirty="0">
                <a:latin typeface="Courier New" panose="02070309020205020404" pitchFamily="49" charset="0"/>
              </a:rPr>
              <a:t>   </a:t>
            </a:r>
            <a:r>
              <a:rPr lang="en-US" sz="1500" dirty="0" err="1">
                <a:latin typeface="Courier New" panose="02070309020205020404" pitchFamily="49" charset="0"/>
              </a:rPr>
              <a:t>text_embeddings</a:t>
            </a:r>
            <a:r>
              <a:rPr lang="en-US" sz="1500" dirty="0">
                <a:latin typeface="Courier New" panose="02070309020205020404" pitchFamily="49" charset="0"/>
              </a:rPr>
              <a:t> = </a:t>
            </a:r>
            <a:r>
              <a:rPr lang="en-US" sz="1500" dirty="0" err="1">
                <a:latin typeface="Courier New" panose="02070309020205020404" pitchFamily="49" charset="0"/>
              </a:rPr>
              <a:t>w·emb</a:t>
            </a:r>
            <a:r>
              <a:rPr lang="en-US" sz="1500" dirty="0">
                <a:latin typeface="Courier New" panose="02070309020205020404" pitchFamily="49" charset="0"/>
              </a:rPr>
              <a:t>("lion") + (1−w)·</a:t>
            </a:r>
            <a:r>
              <a:rPr lang="en-US" sz="1500" dirty="0" err="1">
                <a:latin typeface="Courier New" panose="02070309020205020404" pitchFamily="49" charset="0"/>
              </a:rPr>
              <a:t>emb</a:t>
            </a:r>
            <a:r>
              <a:rPr lang="en-US" sz="1500" dirty="0">
                <a:latin typeface="Courier New" panose="02070309020205020404" pitchFamily="49" charset="0"/>
              </a:rPr>
              <a:t>("tiger")</a:t>
            </a:r>
            <a:endParaRPr lang="en-US" sz="1500" dirty="0"/>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Each image corresponds to a different weight </a:t>
            </a:r>
            <a:r>
              <a:rPr lang="en-US" sz="1500" dirty="0">
                <a:latin typeface="Courier New" panose="02070309020205020404" pitchFamily="49" charset="0"/>
              </a:rPr>
              <a:t>w</a:t>
            </a:r>
            <a:r>
              <a:rPr lang="en-US" sz="1500" dirty="0"/>
              <a:t>, smoothly  interpolating between the two prompts.</a:t>
            </a:r>
          </a:p>
        </p:txBody>
      </p:sp>
      <p:sp>
        <p:nvSpPr>
          <p:cNvPr id="12316" name="Rectangle 12315">
            <a:extLst>
              <a:ext uri="{FF2B5EF4-FFF2-40B4-BE49-F238E27FC236}">
                <a16:creationId xmlns:a16="http://schemas.microsoft.com/office/drawing/2014/main" id="{71C2EFF6-C235-1935-4672-30FAFF6691D7}"/>
              </a:ext>
            </a:extLst>
          </p:cNvPr>
          <p:cNvSpPr/>
          <p:nvPr/>
        </p:nvSpPr>
        <p:spPr>
          <a:xfrm>
            <a:off x="20796" y="3702240"/>
            <a:ext cx="6473535" cy="20603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Tree>
    <p:extLst>
      <p:ext uri="{BB962C8B-B14F-4D97-AF65-F5344CB8AC3E}">
        <p14:creationId xmlns:p14="http://schemas.microsoft.com/office/powerpoint/2010/main" val="4403277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A9652-93F3-7080-446D-5FAA2200A3B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59DFE17-8D6D-826D-B758-D295A8655F62}"/>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3" name="Picture 2" descr="What I cannot create, I do not understand&quot; - Richard Feynman At the end of  March, I stepped down from the position of PrecisionLoop's CEO. The last  4.5 years at AI startups">
            <a:extLst>
              <a:ext uri="{FF2B5EF4-FFF2-40B4-BE49-F238E27FC236}">
                <a16:creationId xmlns:a16="http://schemas.microsoft.com/office/drawing/2014/main" id="{9D02F9B2-1C03-5E0E-3150-DA618318DC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4234" y="918833"/>
            <a:ext cx="9003532" cy="5020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36516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Exercises</a:t>
            </a:r>
            <a:endParaRPr lang="en-US" sz="3467" dirty="0"/>
          </a:p>
        </p:txBody>
      </p:sp>
      <p:sp>
        <p:nvSpPr>
          <p:cNvPr id="4" name="Shape 2"/>
          <p:cNvSpPr/>
          <p:nvPr/>
        </p:nvSpPr>
        <p:spPr>
          <a:xfrm>
            <a:off x="426720" y="1072896"/>
            <a:ext cx="853440" cy="1755648"/>
          </a:xfrm>
          <a:prstGeom prst="rect">
            <a:avLst/>
          </a:prstGeom>
          <a:solidFill>
            <a:srgbClr val="1F5BAD"/>
          </a:solidFill>
          <a:ln w="12700">
            <a:solidFill>
              <a:srgbClr val="1F5BAD"/>
            </a:solidFill>
            <a:prstDash val="solid"/>
          </a:ln>
        </p:spPr>
      </p:sp>
      <p:sp>
        <p:nvSpPr>
          <p:cNvPr id="5" name="Text 3"/>
          <p:cNvSpPr/>
          <p:nvPr/>
        </p:nvSpPr>
        <p:spPr>
          <a:xfrm>
            <a:off x="426720" y="1072896"/>
            <a:ext cx="853440" cy="1755648"/>
          </a:xfrm>
          <a:prstGeom prst="rect">
            <a:avLst/>
          </a:prstGeom>
          <a:noFill/>
          <a:ln/>
        </p:spPr>
        <p:txBody>
          <a:bodyPr wrap="square" rtlCol="0" anchor="ctr"/>
          <a:lstStyle/>
          <a:p>
            <a:pPr algn="ctr"/>
            <a:r>
              <a:rPr lang="en-US" sz="2133" b="1" dirty="0">
                <a:solidFill>
                  <a:srgbClr val="FFFFFF"/>
                </a:solidFill>
                <a:latin typeface="Calibri" pitchFamily="34" charset="0"/>
                <a:ea typeface="Calibri" pitchFamily="34" charset="-122"/>
                <a:cs typeface="Calibri" pitchFamily="34" charset="-120"/>
              </a:rPr>
              <a:t>01</a:t>
            </a:r>
            <a:endParaRPr lang="en-US" sz="2133" dirty="0"/>
          </a:p>
        </p:txBody>
      </p:sp>
      <p:sp>
        <p:nvSpPr>
          <p:cNvPr id="6" name="Shape 4"/>
          <p:cNvSpPr/>
          <p:nvPr/>
        </p:nvSpPr>
        <p:spPr>
          <a:xfrm>
            <a:off x="1280160" y="1072896"/>
            <a:ext cx="4962144" cy="1755648"/>
          </a:xfrm>
          <a:prstGeom prst="rect">
            <a:avLst/>
          </a:prstGeom>
          <a:solidFill>
            <a:srgbClr val="EEF3FB"/>
          </a:solidFill>
          <a:ln w="12700">
            <a:solidFill>
              <a:srgbClr val="CCCCCC"/>
            </a:solidFill>
            <a:prstDash val="solid"/>
          </a:ln>
        </p:spPr>
      </p:sp>
      <p:sp>
        <p:nvSpPr>
          <p:cNvPr id="7" name="Text 5"/>
          <p:cNvSpPr/>
          <p:nvPr/>
        </p:nvSpPr>
        <p:spPr>
          <a:xfrm>
            <a:off x="1426464" y="1170432"/>
            <a:ext cx="4730496" cy="341376"/>
          </a:xfrm>
          <a:prstGeom prst="rect">
            <a:avLst/>
          </a:prstGeom>
          <a:noFill/>
          <a:ln/>
        </p:spPr>
        <p:txBody>
          <a:bodyPr wrap="square" rtlCol="0" anchor="ctr"/>
          <a:lstStyle/>
          <a:p>
            <a:r>
              <a:rPr lang="en-US" sz="1533" b="1" dirty="0">
                <a:solidFill>
                  <a:srgbClr val="1F3864"/>
                </a:solidFill>
                <a:latin typeface="Calibri" pitchFamily="34" charset="0"/>
                <a:ea typeface="Calibri" pitchFamily="34" charset="-122"/>
                <a:cs typeface="Calibri" pitchFamily="34" charset="-120"/>
              </a:rPr>
              <a:t>Change prompt to 'a futuristic city at sunrise'</a:t>
            </a:r>
            <a:endParaRPr lang="en-US" sz="1533" dirty="0"/>
          </a:p>
        </p:txBody>
      </p:sp>
      <p:sp>
        <p:nvSpPr>
          <p:cNvPr id="8" name="Text 6"/>
          <p:cNvSpPr/>
          <p:nvPr/>
        </p:nvSpPr>
        <p:spPr>
          <a:xfrm>
            <a:off x="1426464" y="1560576"/>
            <a:ext cx="4730496" cy="63398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Replace the prompt in the StableDiffusionPipeline code. Rerun the cell and observe how the model renders a city scene at sunrise.</a:t>
            </a:r>
            <a:endParaRPr lang="en-US" sz="1400" dirty="0"/>
          </a:p>
        </p:txBody>
      </p:sp>
      <p:sp>
        <p:nvSpPr>
          <p:cNvPr id="9" name="Text 7"/>
          <p:cNvSpPr/>
          <p:nvPr/>
        </p:nvSpPr>
        <p:spPr>
          <a:xfrm>
            <a:off x="1426464" y="2243328"/>
            <a:ext cx="4730496" cy="438912"/>
          </a:xfrm>
          <a:prstGeom prst="rect">
            <a:avLst/>
          </a:prstGeom>
          <a:noFill/>
          <a:ln/>
        </p:spPr>
        <p:txBody>
          <a:bodyPr wrap="square" rtlCol="0" anchor="ctr"/>
          <a:lstStyle/>
          <a:p>
            <a:r>
              <a:rPr lang="en-US" sz="1267" i="1" dirty="0">
                <a:solidFill>
                  <a:srgbClr val="888888"/>
                </a:solidFill>
                <a:latin typeface="Calibri" pitchFamily="34" charset="0"/>
                <a:ea typeface="Calibri" pitchFamily="34" charset="-122"/>
                <a:cs typeface="Calibri" pitchFamily="34" charset="-120"/>
              </a:rPr>
              <a:t>Hint: Just change one string: prompt='a futuristic city at sunrise'. Keep seed=42 for reproducibility.</a:t>
            </a:r>
            <a:endParaRPr lang="en-US" sz="1267" dirty="0"/>
          </a:p>
        </p:txBody>
      </p:sp>
      <p:sp>
        <p:nvSpPr>
          <p:cNvPr id="10" name="Shape 8"/>
          <p:cNvSpPr/>
          <p:nvPr/>
        </p:nvSpPr>
        <p:spPr>
          <a:xfrm>
            <a:off x="6315456" y="1072896"/>
            <a:ext cx="853440" cy="1755648"/>
          </a:xfrm>
          <a:prstGeom prst="rect">
            <a:avLst/>
          </a:prstGeom>
          <a:solidFill>
            <a:srgbClr val="1F5BAD"/>
          </a:solidFill>
          <a:ln w="12700">
            <a:solidFill>
              <a:srgbClr val="1F5BAD"/>
            </a:solidFill>
            <a:prstDash val="solid"/>
          </a:ln>
        </p:spPr>
      </p:sp>
      <p:sp>
        <p:nvSpPr>
          <p:cNvPr id="11" name="Text 9"/>
          <p:cNvSpPr/>
          <p:nvPr/>
        </p:nvSpPr>
        <p:spPr>
          <a:xfrm>
            <a:off x="6315456" y="1072896"/>
            <a:ext cx="853440" cy="1755648"/>
          </a:xfrm>
          <a:prstGeom prst="rect">
            <a:avLst/>
          </a:prstGeom>
          <a:noFill/>
          <a:ln/>
        </p:spPr>
        <p:txBody>
          <a:bodyPr wrap="square" rtlCol="0" anchor="ctr"/>
          <a:lstStyle/>
          <a:p>
            <a:pPr algn="ctr"/>
            <a:r>
              <a:rPr lang="en-US" sz="2133" b="1" dirty="0">
                <a:solidFill>
                  <a:srgbClr val="FFFFFF"/>
                </a:solidFill>
                <a:latin typeface="Calibri" pitchFamily="34" charset="0"/>
                <a:ea typeface="Calibri" pitchFamily="34" charset="-122"/>
                <a:cs typeface="Calibri" pitchFamily="34" charset="-120"/>
              </a:rPr>
              <a:t>02</a:t>
            </a:r>
            <a:endParaRPr lang="en-US" sz="2133" dirty="0"/>
          </a:p>
        </p:txBody>
      </p:sp>
      <p:sp>
        <p:nvSpPr>
          <p:cNvPr id="12" name="Shape 10"/>
          <p:cNvSpPr/>
          <p:nvPr/>
        </p:nvSpPr>
        <p:spPr>
          <a:xfrm>
            <a:off x="7168896" y="1072896"/>
            <a:ext cx="4962144" cy="1755648"/>
          </a:xfrm>
          <a:prstGeom prst="rect">
            <a:avLst/>
          </a:prstGeom>
          <a:solidFill>
            <a:srgbClr val="FFFFFF"/>
          </a:solidFill>
          <a:ln w="12700">
            <a:solidFill>
              <a:srgbClr val="CCCCCC"/>
            </a:solidFill>
            <a:prstDash val="solid"/>
          </a:ln>
        </p:spPr>
      </p:sp>
      <p:sp>
        <p:nvSpPr>
          <p:cNvPr id="13" name="Text 11"/>
          <p:cNvSpPr/>
          <p:nvPr/>
        </p:nvSpPr>
        <p:spPr>
          <a:xfrm>
            <a:off x="7315200" y="1170432"/>
            <a:ext cx="4730496" cy="341376"/>
          </a:xfrm>
          <a:prstGeom prst="rect">
            <a:avLst/>
          </a:prstGeom>
          <a:noFill/>
          <a:ln/>
        </p:spPr>
        <p:txBody>
          <a:bodyPr wrap="square" rtlCol="0" anchor="ctr"/>
          <a:lstStyle/>
          <a:p>
            <a:r>
              <a:rPr lang="en-US" sz="1533" b="1" dirty="0">
                <a:solidFill>
                  <a:srgbClr val="1F3864"/>
                </a:solidFill>
                <a:latin typeface="Calibri" pitchFamily="34" charset="0"/>
                <a:ea typeface="Calibri" pitchFamily="34" charset="-122"/>
                <a:cs typeface="Calibri" pitchFamily="34" charset="-120"/>
              </a:rPr>
              <a:t>Define prompt3='a leopard', prompt4='a lioness'</a:t>
            </a:r>
            <a:endParaRPr lang="en-US" sz="1533" dirty="0"/>
          </a:p>
        </p:txBody>
      </p:sp>
      <p:sp>
        <p:nvSpPr>
          <p:cNvPr id="14" name="Text 12"/>
          <p:cNvSpPr/>
          <p:nvPr/>
        </p:nvSpPr>
        <p:spPr>
          <a:xfrm>
            <a:off x="7315200" y="1560576"/>
            <a:ext cx="4730496" cy="63398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Tokenise both prompts using CLIPTokenizer with padding='max_length', max_length=77, truncation=True. Convert to text_embeddings3 and text_embeddings4 using CLIPTextModel.</a:t>
            </a:r>
            <a:endParaRPr lang="en-US" sz="1400" dirty="0"/>
          </a:p>
        </p:txBody>
      </p:sp>
      <p:sp>
        <p:nvSpPr>
          <p:cNvPr id="15" name="Text 13"/>
          <p:cNvSpPr/>
          <p:nvPr/>
        </p:nvSpPr>
        <p:spPr>
          <a:xfrm>
            <a:off x="7315200" y="2243328"/>
            <a:ext cx="4730496" cy="438912"/>
          </a:xfrm>
          <a:prstGeom prst="rect">
            <a:avLst/>
          </a:prstGeom>
          <a:noFill/>
          <a:ln/>
        </p:spPr>
        <p:txBody>
          <a:bodyPr wrap="square" rtlCol="0" anchor="ctr"/>
          <a:lstStyle/>
          <a:p>
            <a:r>
              <a:rPr lang="en-US" sz="1267" i="1" dirty="0">
                <a:solidFill>
                  <a:srgbClr val="888888"/>
                </a:solidFill>
                <a:latin typeface="Calibri" pitchFamily="34" charset="0"/>
                <a:ea typeface="Calibri" pitchFamily="34" charset="-122"/>
                <a:cs typeface="Calibri" pitchFamily="34" charset="-120"/>
              </a:rPr>
              <a:t>Hint: Same code as the lion/tiger section — only the prompt strings change. Both embeddings have shape (1, 77, 768).</a:t>
            </a:r>
            <a:endParaRPr lang="en-US" sz="1267" dirty="0"/>
          </a:p>
        </p:txBody>
      </p:sp>
      <p:sp>
        <p:nvSpPr>
          <p:cNvPr id="16" name="Shape 14"/>
          <p:cNvSpPr/>
          <p:nvPr/>
        </p:nvSpPr>
        <p:spPr>
          <a:xfrm>
            <a:off x="426720" y="2974848"/>
            <a:ext cx="853440" cy="1755648"/>
          </a:xfrm>
          <a:prstGeom prst="rect">
            <a:avLst/>
          </a:prstGeom>
          <a:solidFill>
            <a:srgbClr val="1F5BAD"/>
          </a:solidFill>
          <a:ln w="12700">
            <a:solidFill>
              <a:srgbClr val="1F5BAD"/>
            </a:solidFill>
            <a:prstDash val="solid"/>
          </a:ln>
        </p:spPr>
      </p:sp>
      <p:sp>
        <p:nvSpPr>
          <p:cNvPr id="17" name="Text 15"/>
          <p:cNvSpPr/>
          <p:nvPr/>
        </p:nvSpPr>
        <p:spPr>
          <a:xfrm>
            <a:off x="426720" y="2974848"/>
            <a:ext cx="853440" cy="1755648"/>
          </a:xfrm>
          <a:prstGeom prst="rect">
            <a:avLst/>
          </a:prstGeom>
          <a:noFill/>
          <a:ln/>
        </p:spPr>
        <p:txBody>
          <a:bodyPr wrap="square" rtlCol="0" anchor="ctr"/>
          <a:lstStyle/>
          <a:p>
            <a:pPr algn="ctr"/>
            <a:r>
              <a:rPr lang="en-US" sz="2133" b="1" dirty="0">
                <a:solidFill>
                  <a:srgbClr val="FFFFFF"/>
                </a:solidFill>
                <a:latin typeface="Calibri" pitchFamily="34" charset="0"/>
                <a:ea typeface="Calibri" pitchFamily="34" charset="-122"/>
                <a:cs typeface="Calibri" pitchFamily="34" charset="-120"/>
              </a:rPr>
              <a:t>03</a:t>
            </a:r>
            <a:endParaRPr lang="en-US" sz="2133" dirty="0"/>
          </a:p>
        </p:txBody>
      </p:sp>
      <p:sp>
        <p:nvSpPr>
          <p:cNvPr id="18" name="Shape 16"/>
          <p:cNvSpPr/>
          <p:nvPr/>
        </p:nvSpPr>
        <p:spPr>
          <a:xfrm>
            <a:off x="1280160" y="2974848"/>
            <a:ext cx="4962144" cy="1755648"/>
          </a:xfrm>
          <a:prstGeom prst="rect">
            <a:avLst/>
          </a:prstGeom>
          <a:solidFill>
            <a:srgbClr val="EEF3FB"/>
          </a:solidFill>
          <a:ln w="12700">
            <a:solidFill>
              <a:srgbClr val="CCCCCC"/>
            </a:solidFill>
            <a:prstDash val="solid"/>
          </a:ln>
        </p:spPr>
      </p:sp>
      <p:sp>
        <p:nvSpPr>
          <p:cNvPr id="19" name="Text 17"/>
          <p:cNvSpPr/>
          <p:nvPr/>
        </p:nvSpPr>
        <p:spPr>
          <a:xfrm>
            <a:off x="1426464" y="3072384"/>
            <a:ext cx="4730496" cy="341376"/>
          </a:xfrm>
          <a:prstGeom prst="rect">
            <a:avLst/>
          </a:prstGeom>
          <a:noFill/>
          <a:ln/>
        </p:spPr>
        <p:txBody>
          <a:bodyPr wrap="square" rtlCol="0" anchor="ctr"/>
          <a:lstStyle/>
          <a:p>
            <a:r>
              <a:rPr lang="en-US" sz="1533" b="1" dirty="0">
                <a:solidFill>
                  <a:srgbClr val="1F3864"/>
                </a:solidFill>
                <a:latin typeface="Calibri" pitchFamily="34" charset="0"/>
                <a:ea typeface="Calibri" pitchFamily="34" charset="-122"/>
                <a:cs typeface="Calibri" pitchFamily="34" charset="-120"/>
              </a:rPr>
              <a:t>gen_latents() on text_embeddings3 &amp; text_embeddings4 (seed=8)</a:t>
            </a:r>
            <a:endParaRPr lang="en-US" sz="1533" dirty="0"/>
          </a:p>
        </p:txBody>
      </p:sp>
      <p:sp>
        <p:nvSpPr>
          <p:cNvPr id="20" name="Text 18"/>
          <p:cNvSpPr/>
          <p:nvPr/>
        </p:nvSpPr>
        <p:spPr>
          <a:xfrm>
            <a:off x="1426464" y="3462528"/>
            <a:ext cx="4730496" cy="63398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Apply gen_latents() to both embeddings with seed=8. Name the results latents3 and latents4. Print the latent shape.</a:t>
            </a:r>
            <a:endParaRPr lang="en-US" sz="1400" dirty="0"/>
          </a:p>
        </p:txBody>
      </p:sp>
      <p:sp>
        <p:nvSpPr>
          <p:cNvPr id="21" name="Text 19"/>
          <p:cNvSpPr/>
          <p:nvPr/>
        </p:nvSpPr>
        <p:spPr>
          <a:xfrm>
            <a:off x="1426464" y="4145280"/>
            <a:ext cx="4730496" cy="438912"/>
          </a:xfrm>
          <a:prstGeom prst="rect">
            <a:avLst/>
          </a:prstGeom>
          <a:noFill/>
          <a:ln/>
        </p:spPr>
        <p:txBody>
          <a:bodyPr wrap="square" rtlCol="0" anchor="ctr"/>
          <a:lstStyle/>
          <a:p>
            <a:r>
              <a:rPr lang="en-US" sz="1267" i="1" dirty="0">
                <a:solidFill>
                  <a:srgbClr val="888888"/>
                </a:solidFill>
                <a:latin typeface="Calibri" pitchFamily="34" charset="0"/>
                <a:ea typeface="Calibri" pitchFamily="34" charset="-122"/>
                <a:cs typeface="Calibri" pitchFamily="34" charset="-120"/>
              </a:rPr>
              <a:t>Hint: latents3=gen_latents(text_embeddings3, seed=8). Expected shape: (1, 4, 64, 64) or (4, 64, 64) depending on implementation.</a:t>
            </a:r>
            <a:endParaRPr lang="en-US" sz="1267" dirty="0"/>
          </a:p>
        </p:txBody>
      </p:sp>
      <p:sp>
        <p:nvSpPr>
          <p:cNvPr id="22" name="Shape 20"/>
          <p:cNvSpPr/>
          <p:nvPr/>
        </p:nvSpPr>
        <p:spPr>
          <a:xfrm>
            <a:off x="6315456" y="2974848"/>
            <a:ext cx="853440" cy="1755648"/>
          </a:xfrm>
          <a:prstGeom prst="rect">
            <a:avLst/>
          </a:prstGeom>
          <a:solidFill>
            <a:srgbClr val="1F5BAD"/>
          </a:solidFill>
          <a:ln w="12700">
            <a:solidFill>
              <a:srgbClr val="1F5BAD"/>
            </a:solidFill>
            <a:prstDash val="solid"/>
          </a:ln>
        </p:spPr>
      </p:sp>
      <p:sp>
        <p:nvSpPr>
          <p:cNvPr id="23" name="Text 21"/>
          <p:cNvSpPr/>
          <p:nvPr/>
        </p:nvSpPr>
        <p:spPr>
          <a:xfrm>
            <a:off x="6315456" y="2974848"/>
            <a:ext cx="853440" cy="1755648"/>
          </a:xfrm>
          <a:prstGeom prst="rect">
            <a:avLst/>
          </a:prstGeom>
          <a:noFill/>
          <a:ln/>
        </p:spPr>
        <p:txBody>
          <a:bodyPr wrap="square" rtlCol="0" anchor="ctr"/>
          <a:lstStyle/>
          <a:p>
            <a:pPr algn="ctr"/>
            <a:r>
              <a:rPr lang="en-US" sz="2133" b="1" dirty="0">
                <a:solidFill>
                  <a:srgbClr val="FFFFFF"/>
                </a:solidFill>
                <a:latin typeface="Calibri" pitchFamily="34" charset="0"/>
                <a:ea typeface="Calibri" pitchFamily="34" charset="-122"/>
                <a:cs typeface="Calibri" pitchFamily="34" charset="-120"/>
              </a:rPr>
              <a:t>04</a:t>
            </a:r>
            <a:endParaRPr lang="en-US" sz="2133" dirty="0"/>
          </a:p>
        </p:txBody>
      </p:sp>
      <p:sp>
        <p:nvSpPr>
          <p:cNvPr id="24" name="Shape 22"/>
          <p:cNvSpPr/>
          <p:nvPr/>
        </p:nvSpPr>
        <p:spPr>
          <a:xfrm>
            <a:off x="7168896" y="2974848"/>
            <a:ext cx="4962144" cy="1755648"/>
          </a:xfrm>
          <a:prstGeom prst="rect">
            <a:avLst/>
          </a:prstGeom>
          <a:solidFill>
            <a:srgbClr val="FFFFFF"/>
          </a:solidFill>
          <a:ln w="12700">
            <a:solidFill>
              <a:srgbClr val="CCCCCC"/>
            </a:solidFill>
            <a:prstDash val="solid"/>
          </a:ln>
        </p:spPr>
      </p:sp>
      <p:sp>
        <p:nvSpPr>
          <p:cNvPr id="25" name="Text 23"/>
          <p:cNvSpPr/>
          <p:nvPr/>
        </p:nvSpPr>
        <p:spPr>
          <a:xfrm>
            <a:off x="7315200" y="3072384"/>
            <a:ext cx="4730496" cy="341376"/>
          </a:xfrm>
          <a:prstGeom prst="rect">
            <a:avLst/>
          </a:prstGeom>
          <a:noFill/>
          <a:ln/>
        </p:spPr>
        <p:txBody>
          <a:bodyPr wrap="square" rtlCol="0" anchor="ctr"/>
          <a:lstStyle/>
          <a:p>
            <a:r>
              <a:rPr lang="en-US" sz="1533" b="1" dirty="0">
                <a:solidFill>
                  <a:srgbClr val="1F3864"/>
                </a:solidFill>
                <a:latin typeface="Calibri" pitchFamily="34" charset="0"/>
                <a:ea typeface="Calibri" pitchFamily="34" charset="-122"/>
                <a:cs typeface="Calibri" pitchFamily="34" charset="-120"/>
              </a:rPr>
              <a:t>Decode latents3 &amp; latents4 → images3, images4</a:t>
            </a:r>
            <a:endParaRPr lang="en-US" sz="1533" dirty="0"/>
          </a:p>
        </p:txBody>
      </p:sp>
      <p:sp>
        <p:nvSpPr>
          <p:cNvPr id="26" name="Text 24"/>
          <p:cNvSpPr/>
          <p:nvPr/>
        </p:nvSpPr>
        <p:spPr>
          <a:xfrm>
            <a:off x="7315200" y="3462528"/>
            <a:ext cx="4730496" cy="63398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Use the pretrained VAE to convert both latent images to high-resolution images. Name them images3 and images4.</a:t>
            </a:r>
            <a:endParaRPr lang="en-US" sz="1400" dirty="0"/>
          </a:p>
        </p:txBody>
      </p:sp>
      <p:sp>
        <p:nvSpPr>
          <p:cNvPr id="27" name="Text 25"/>
          <p:cNvSpPr/>
          <p:nvPr/>
        </p:nvSpPr>
        <p:spPr>
          <a:xfrm>
            <a:off x="7315200" y="4145280"/>
            <a:ext cx="4730496" cy="438912"/>
          </a:xfrm>
          <a:prstGeom prst="rect">
            <a:avLst/>
          </a:prstGeom>
          <a:noFill/>
          <a:ln/>
        </p:spPr>
        <p:txBody>
          <a:bodyPr wrap="square" rtlCol="0" anchor="ctr"/>
          <a:lstStyle/>
          <a:p>
            <a:r>
              <a:rPr lang="en-US" sz="1267" i="1" dirty="0">
                <a:solidFill>
                  <a:srgbClr val="888888"/>
                </a:solidFill>
                <a:latin typeface="Calibri" pitchFamily="34" charset="0"/>
                <a:ea typeface="Calibri" pitchFamily="34" charset="-122"/>
                <a:cs typeface="Calibri" pitchFamily="34" charset="-120"/>
              </a:rPr>
              <a:t>Hint: images3 = vae.decode(latents3).sample. images4 = vae.decode(latents4).sample. Each has shape (1, 3, 512, 512).</a:t>
            </a:r>
            <a:endParaRPr lang="en-US" sz="1267" dirty="0"/>
          </a:p>
        </p:txBody>
      </p:sp>
      <p:sp>
        <p:nvSpPr>
          <p:cNvPr id="28" name="Shape 26"/>
          <p:cNvSpPr/>
          <p:nvPr/>
        </p:nvSpPr>
        <p:spPr>
          <a:xfrm>
            <a:off x="426720" y="4876800"/>
            <a:ext cx="853440" cy="1755648"/>
          </a:xfrm>
          <a:prstGeom prst="rect">
            <a:avLst/>
          </a:prstGeom>
          <a:solidFill>
            <a:srgbClr val="1F5BAD"/>
          </a:solidFill>
          <a:ln w="12700">
            <a:solidFill>
              <a:srgbClr val="1F5BAD"/>
            </a:solidFill>
            <a:prstDash val="solid"/>
          </a:ln>
        </p:spPr>
      </p:sp>
      <p:sp>
        <p:nvSpPr>
          <p:cNvPr id="29" name="Text 27"/>
          <p:cNvSpPr/>
          <p:nvPr/>
        </p:nvSpPr>
        <p:spPr>
          <a:xfrm>
            <a:off x="426720" y="4876800"/>
            <a:ext cx="853440" cy="1755648"/>
          </a:xfrm>
          <a:prstGeom prst="rect">
            <a:avLst/>
          </a:prstGeom>
          <a:noFill/>
          <a:ln/>
        </p:spPr>
        <p:txBody>
          <a:bodyPr wrap="square" rtlCol="0" anchor="ctr"/>
          <a:lstStyle/>
          <a:p>
            <a:pPr algn="ctr"/>
            <a:r>
              <a:rPr lang="en-US" sz="2133" b="1" dirty="0">
                <a:solidFill>
                  <a:srgbClr val="FFFFFF"/>
                </a:solidFill>
                <a:latin typeface="Calibri" pitchFamily="34" charset="0"/>
                <a:ea typeface="Calibri" pitchFamily="34" charset="-122"/>
                <a:cs typeface="Calibri" pitchFamily="34" charset="-120"/>
              </a:rPr>
              <a:t>05</a:t>
            </a:r>
            <a:endParaRPr lang="en-US" sz="2133" dirty="0"/>
          </a:p>
        </p:txBody>
      </p:sp>
      <p:sp>
        <p:nvSpPr>
          <p:cNvPr id="30" name="Shape 28"/>
          <p:cNvSpPr/>
          <p:nvPr/>
        </p:nvSpPr>
        <p:spPr>
          <a:xfrm>
            <a:off x="1280160" y="4876800"/>
            <a:ext cx="4962144" cy="1755648"/>
          </a:xfrm>
          <a:prstGeom prst="rect">
            <a:avLst/>
          </a:prstGeom>
          <a:solidFill>
            <a:srgbClr val="EEF3FB"/>
          </a:solidFill>
          <a:ln w="12700">
            <a:solidFill>
              <a:srgbClr val="CCCCCC"/>
            </a:solidFill>
            <a:prstDash val="solid"/>
          </a:ln>
        </p:spPr>
      </p:sp>
      <p:sp>
        <p:nvSpPr>
          <p:cNvPr id="31" name="Text 29"/>
          <p:cNvSpPr/>
          <p:nvPr/>
        </p:nvSpPr>
        <p:spPr>
          <a:xfrm>
            <a:off x="1426464" y="4974336"/>
            <a:ext cx="4730496" cy="341376"/>
          </a:xfrm>
          <a:prstGeom prst="rect">
            <a:avLst/>
          </a:prstGeom>
          <a:noFill/>
          <a:ln/>
        </p:spPr>
        <p:txBody>
          <a:bodyPr wrap="square" rtlCol="0" anchor="ctr"/>
          <a:lstStyle/>
          <a:p>
            <a:r>
              <a:rPr lang="en-US" sz="1533" b="1" dirty="0">
                <a:solidFill>
                  <a:srgbClr val="1F3864"/>
                </a:solidFill>
                <a:latin typeface="Calibri" pitchFamily="34" charset="0"/>
                <a:ea typeface="Calibri" pitchFamily="34" charset="-122"/>
                <a:cs typeface="Calibri" pitchFamily="34" charset="-120"/>
              </a:rPr>
              <a:t>Plot latents3, images3, latents4, images4 in 1×4 grid</a:t>
            </a:r>
            <a:endParaRPr lang="en-US" sz="1533" dirty="0"/>
          </a:p>
        </p:txBody>
      </p:sp>
      <p:sp>
        <p:nvSpPr>
          <p:cNvPr id="32" name="Text 30"/>
          <p:cNvSpPr/>
          <p:nvPr/>
        </p:nvSpPr>
        <p:spPr>
          <a:xfrm>
            <a:off x="1426464" y="5364480"/>
            <a:ext cx="4730496" cy="63398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Place all four in a list. Use latent_to_display_image() for the latents and output_to_display_image() for the decoded images. Label each subplot.</a:t>
            </a:r>
            <a:endParaRPr lang="en-US" sz="1400" dirty="0"/>
          </a:p>
        </p:txBody>
      </p:sp>
      <p:sp>
        <p:nvSpPr>
          <p:cNvPr id="33" name="Text 31"/>
          <p:cNvSpPr/>
          <p:nvPr/>
        </p:nvSpPr>
        <p:spPr>
          <a:xfrm>
            <a:off x="1426464" y="6047232"/>
            <a:ext cx="4730496" cy="438912"/>
          </a:xfrm>
          <a:prstGeom prst="rect">
            <a:avLst/>
          </a:prstGeom>
          <a:noFill/>
          <a:ln/>
        </p:spPr>
        <p:txBody>
          <a:bodyPr wrap="square" rtlCol="0" anchor="ctr"/>
          <a:lstStyle/>
          <a:p>
            <a:r>
              <a:rPr lang="en-US" sz="1267" i="1" dirty="0">
                <a:solidFill>
                  <a:srgbClr val="888888"/>
                </a:solidFill>
                <a:latin typeface="Calibri" pitchFamily="34" charset="0"/>
                <a:ea typeface="Calibri" pitchFamily="34" charset="-122"/>
                <a:cs typeface="Calibri" pitchFamily="34" charset="-120"/>
              </a:rPr>
              <a:t>Hint: plt.subplot(1, 4, i+1). Labels: 'leopard latent', 'leopard image', 'lioness latent', 'lioness image'.</a:t>
            </a:r>
            <a:endParaRPr lang="en-US" sz="1267" dirty="0"/>
          </a:p>
        </p:txBody>
      </p:sp>
      <p:sp>
        <p:nvSpPr>
          <p:cNvPr id="34" name="Shape 32"/>
          <p:cNvSpPr/>
          <p:nvPr/>
        </p:nvSpPr>
        <p:spPr>
          <a:xfrm>
            <a:off x="6315456" y="4876800"/>
            <a:ext cx="853440" cy="1755648"/>
          </a:xfrm>
          <a:prstGeom prst="rect">
            <a:avLst/>
          </a:prstGeom>
          <a:solidFill>
            <a:srgbClr val="1F5BAD"/>
          </a:solidFill>
          <a:ln w="12700">
            <a:solidFill>
              <a:srgbClr val="1F5BAD"/>
            </a:solidFill>
            <a:prstDash val="solid"/>
          </a:ln>
        </p:spPr>
      </p:sp>
      <p:sp>
        <p:nvSpPr>
          <p:cNvPr id="35" name="Text 33"/>
          <p:cNvSpPr/>
          <p:nvPr/>
        </p:nvSpPr>
        <p:spPr>
          <a:xfrm>
            <a:off x="6315456" y="4876800"/>
            <a:ext cx="853440" cy="1755648"/>
          </a:xfrm>
          <a:prstGeom prst="rect">
            <a:avLst/>
          </a:prstGeom>
          <a:noFill/>
          <a:ln/>
        </p:spPr>
        <p:txBody>
          <a:bodyPr wrap="square" rtlCol="0" anchor="ctr"/>
          <a:lstStyle/>
          <a:p>
            <a:pPr algn="ctr"/>
            <a:r>
              <a:rPr lang="en-US" sz="2133" b="1" dirty="0">
                <a:solidFill>
                  <a:srgbClr val="FFFFFF"/>
                </a:solidFill>
                <a:latin typeface="Calibri" pitchFamily="34" charset="0"/>
                <a:ea typeface="Calibri" pitchFamily="34" charset="-122"/>
                <a:cs typeface="Calibri" pitchFamily="34" charset="-120"/>
              </a:rPr>
              <a:t>06</a:t>
            </a:r>
            <a:endParaRPr lang="en-US" sz="2133" dirty="0"/>
          </a:p>
        </p:txBody>
      </p:sp>
      <p:sp>
        <p:nvSpPr>
          <p:cNvPr id="36" name="Shape 34"/>
          <p:cNvSpPr/>
          <p:nvPr/>
        </p:nvSpPr>
        <p:spPr>
          <a:xfrm>
            <a:off x="7168896" y="4876800"/>
            <a:ext cx="4962144" cy="1755648"/>
          </a:xfrm>
          <a:prstGeom prst="rect">
            <a:avLst/>
          </a:prstGeom>
          <a:solidFill>
            <a:srgbClr val="FFFFFF"/>
          </a:solidFill>
          <a:ln w="12700">
            <a:solidFill>
              <a:srgbClr val="CCCCCC"/>
            </a:solidFill>
            <a:prstDash val="solid"/>
          </a:ln>
        </p:spPr>
      </p:sp>
      <p:sp>
        <p:nvSpPr>
          <p:cNvPr id="37" name="Text 35"/>
          <p:cNvSpPr/>
          <p:nvPr/>
        </p:nvSpPr>
        <p:spPr>
          <a:xfrm>
            <a:off x="7315200" y="4974336"/>
            <a:ext cx="4730496" cy="341376"/>
          </a:xfrm>
          <a:prstGeom prst="rect">
            <a:avLst/>
          </a:prstGeom>
          <a:noFill/>
          <a:ln/>
        </p:spPr>
        <p:txBody>
          <a:bodyPr wrap="square" rtlCol="0" anchor="ctr"/>
          <a:lstStyle/>
          <a:p>
            <a:r>
              <a:rPr lang="en-US" sz="1533" b="1" dirty="0">
                <a:solidFill>
                  <a:srgbClr val="1F3864"/>
                </a:solidFill>
                <a:latin typeface="Calibri" pitchFamily="34" charset="0"/>
                <a:ea typeface="Calibri" pitchFamily="34" charset="-122"/>
                <a:cs typeface="Calibri" pitchFamily="34" charset="-120"/>
              </a:rPr>
              <a:t>Interpolate text_embeddings3 &amp; text_embeddings4 at 5 weights</a:t>
            </a:r>
            <a:endParaRPr lang="en-US" sz="1533" dirty="0"/>
          </a:p>
        </p:txBody>
      </p:sp>
      <p:sp>
        <p:nvSpPr>
          <p:cNvPr id="38" name="Text 36"/>
          <p:cNvSpPr/>
          <p:nvPr/>
        </p:nvSpPr>
        <p:spPr>
          <a:xfrm>
            <a:off x="7315200" y="5364480"/>
            <a:ext cx="4730496" cy="63398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weights=[0.9, 0.7, 0.5, 0.3, 0.1]. For each weight: blend embeddings, gen_latents(seed=5), decode with VAE. Plot 5 images in 1×5 grid with % labels.</a:t>
            </a:r>
            <a:endParaRPr lang="en-US" sz="1400" dirty="0"/>
          </a:p>
        </p:txBody>
      </p:sp>
      <p:sp>
        <p:nvSpPr>
          <p:cNvPr id="39" name="Text 37"/>
          <p:cNvSpPr/>
          <p:nvPr/>
        </p:nvSpPr>
        <p:spPr>
          <a:xfrm>
            <a:off x="7315200" y="6047232"/>
            <a:ext cx="4730496" cy="438912"/>
          </a:xfrm>
          <a:prstGeom prst="rect">
            <a:avLst/>
          </a:prstGeom>
          <a:noFill/>
          <a:ln/>
        </p:spPr>
        <p:txBody>
          <a:bodyPr wrap="square" rtlCol="0" anchor="ctr"/>
          <a:lstStyle/>
          <a:p>
            <a:r>
              <a:rPr lang="en-US" sz="1267" i="1" dirty="0">
                <a:solidFill>
                  <a:srgbClr val="888888"/>
                </a:solidFill>
                <a:latin typeface="Calibri" pitchFamily="34" charset="0"/>
                <a:ea typeface="Calibri" pitchFamily="34" charset="-122"/>
                <a:cs typeface="Calibri" pitchFamily="34" charset="-120"/>
              </a:rPr>
              <a:t>Hint: Same loop as the lion/tiger section. title=f'{int(w*100)}% leopard\n{int((1-w)*100)}% lioness'.</a:t>
            </a:r>
            <a:endParaRPr lang="en-US" sz="1267" dirty="0"/>
          </a:p>
        </p:txBody>
      </p:sp>
      <p:sp>
        <p:nvSpPr>
          <p:cNvPr id="40" name="Shape 0">
            <a:extLst>
              <a:ext uri="{FF2B5EF4-FFF2-40B4-BE49-F238E27FC236}">
                <a16:creationId xmlns:a16="http://schemas.microsoft.com/office/drawing/2014/main" id="{9641652A-C5B3-D743-730B-4446D795BA2B}"/>
              </a:ext>
            </a:extLst>
          </p:cNvPr>
          <p:cNvSpPr/>
          <p:nvPr/>
        </p:nvSpPr>
        <p:spPr>
          <a:xfrm>
            <a:off x="0" y="0"/>
            <a:ext cx="12192000" cy="97536"/>
          </a:xfrm>
          <a:prstGeom prst="rect">
            <a:avLst/>
          </a:prstGeom>
          <a:solidFill>
            <a:srgbClr val="1565C0"/>
          </a:solidFill>
          <a:ln w="12700">
            <a:solidFill>
              <a:srgbClr val="1565C0"/>
            </a:solidFill>
            <a:prstDash val="soli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Shape 1"/>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1</a:t>
            </a:r>
            <a:endParaRPr lang="en-US" sz="1467" dirty="0"/>
          </a:p>
        </p:txBody>
      </p:sp>
      <p:sp>
        <p:nvSpPr>
          <p:cNvPr id="5" name="Text 3"/>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Change prompt to 'a futuristic city at sunrise'</a:t>
            </a:r>
          </a:p>
        </p:txBody>
      </p:sp>
      <p:sp>
        <p:nvSpPr>
          <p:cNvPr id="6" name="Shape 4"/>
          <p:cNvSpPr/>
          <p:nvPr/>
        </p:nvSpPr>
        <p:spPr>
          <a:xfrm>
            <a:off x="487680" y="877824"/>
            <a:ext cx="11216640" cy="534872"/>
          </a:xfrm>
          <a:prstGeom prst="rect">
            <a:avLst/>
          </a:prstGeom>
          <a:solidFill>
            <a:srgbClr val="E3F2FD"/>
          </a:solidFill>
          <a:ln w="10160">
            <a:solidFill>
              <a:srgbClr val="1565C0"/>
            </a:solidFill>
            <a:prstDash val="solid"/>
          </a:ln>
        </p:spPr>
      </p:sp>
      <p:sp>
        <p:nvSpPr>
          <p:cNvPr id="7" name="Text 5"/>
          <p:cNvSpPr/>
          <p:nvPr/>
        </p:nvSpPr>
        <p:spPr>
          <a:xfrm>
            <a:off x="658368" y="916591"/>
            <a:ext cx="10971978"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Change the text prompt to “a futuristic city at sunrise” in the image generation with the diffusers library code. Rerun the code to see the generated image.</a:t>
            </a:r>
            <a:endParaRPr lang="en-US" sz="1333" dirty="0"/>
          </a:p>
        </p:txBody>
      </p:sp>
      <p:sp>
        <p:nvSpPr>
          <p:cNvPr id="8" name="Shape 6"/>
          <p:cNvSpPr/>
          <p:nvPr/>
        </p:nvSpPr>
        <p:spPr>
          <a:xfrm>
            <a:off x="487680" y="1560574"/>
            <a:ext cx="11522810" cy="2079755"/>
          </a:xfrm>
          <a:prstGeom prst="rect">
            <a:avLst/>
          </a:prstGeom>
          <a:solidFill>
            <a:srgbClr val="1E2A3A"/>
          </a:solidFill>
          <a:ln w="10160">
            <a:solidFill>
              <a:srgbClr val="00E5FF"/>
            </a:solidFill>
            <a:prstDash val="solid"/>
          </a:ln>
        </p:spPr>
        <p:txBody>
          <a:bodyPr/>
          <a:lstStyle/>
          <a:p>
            <a:r>
              <a:rPr lang="en-US" sz="1310" dirty="0">
                <a:solidFill>
                  <a:srgbClr val="A8D8EA"/>
                </a:solidFill>
                <a:latin typeface="Consolas" pitchFamily="34" charset="0"/>
                <a:ea typeface="Consolas" pitchFamily="34" charset="-122"/>
                <a:cs typeface="Consolas" pitchFamily="34" charset="-120"/>
              </a:rPr>
              <a:t>import torch</a:t>
            </a:r>
          </a:p>
          <a:p>
            <a:r>
              <a:rPr lang="en-US" sz="1310" dirty="0">
                <a:solidFill>
                  <a:srgbClr val="A8D8EA"/>
                </a:solidFill>
                <a:latin typeface="Consolas" pitchFamily="34" charset="0"/>
                <a:ea typeface="Consolas" pitchFamily="34" charset="-122"/>
                <a:cs typeface="Consolas" pitchFamily="34" charset="-120"/>
              </a:rPr>
              <a:t>from diffusers import </a:t>
            </a:r>
            <a:r>
              <a:rPr lang="en-US" sz="1310" dirty="0" err="1">
                <a:solidFill>
                  <a:srgbClr val="A8D8EA"/>
                </a:solidFill>
                <a:latin typeface="Consolas" pitchFamily="34" charset="0"/>
                <a:ea typeface="Consolas" pitchFamily="34" charset="-122"/>
                <a:cs typeface="Consolas" pitchFamily="34" charset="-120"/>
              </a:rPr>
              <a:t>StableDiffusionPipeline</a:t>
            </a:r>
            <a:endParaRPr lang="en-US" sz="1310" dirty="0">
              <a:solidFill>
                <a:srgbClr val="A8D8EA"/>
              </a:solidFill>
              <a:latin typeface="Consolas" pitchFamily="34" charset="0"/>
              <a:ea typeface="Consolas" pitchFamily="34" charset="-122"/>
              <a:cs typeface="Consolas" pitchFamily="34" charset="-120"/>
            </a:endParaRPr>
          </a:p>
          <a:p>
            <a:r>
              <a:rPr lang="en-US" sz="1310" dirty="0" err="1">
                <a:solidFill>
                  <a:srgbClr val="A8D8EA"/>
                </a:solidFill>
                <a:latin typeface="Consolas" pitchFamily="34" charset="0"/>
                <a:ea typeface="Consolas" pitchFamily="34" charset="-122"/>
                <a:cs typeface="Consolas" pitchFamily="34" charset="-120"/>
              </a:rPr>
              <a:t>torch.manual_seed</a:t>
            </a:r>
            <a:r>
              <a:rPr lang="en-US" sz="1310" dirty="0">
                <a:solidFill>
                  <a:srgbClr val="A8D8EA"/>
                </a:solidFill>
                <a:latin typeface="Consolas" pitchFamily="34" charset="0"/>
                <a:ea typeface="Consolas" pitchFamily="34" charset="-122"/>
                <a:cs typeface="Consolas" pitchFamily="34" charset="-120"/>
              </a:rPr>
              <a:t>(42)                   </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prompt = "a futuristic city at sunrise"     # ← only change from section 1</a:t>
            </a:r>
          </a:p>
          <a:p>
            <a:r>
              <a:rPr lang="en-US" sz="1310" dirty="0">
                <a:solidFill>
                  <a:srgbClr val="A8D8EA"/>
                </a:solidFill>
                <a:latin typeface="Consolas" pitchFamily="34" charset="0"/>
                <a:ea typeface="Consolas" pitchFamily="34" charset="-122"/>
                <a:cs typeface="Consolas" pitchFamily="34" charset="-120"/>
              </a:rPr>
              <a:t>pipe = </a:t>
            </a:r>
            <a:r>
              <a:rPr lang="en-US" sz="1310" dirty="0" err="1">
                <a:solidFill>
                  <a:srgbClr val="A8D8EA"/>
                </a:solidFill>
                <a:latin typeface="Consolas" pitchFamily="34" charset="0"/>
                <a:ea typeface="Consolas" pitchFamily="34" charset="-122"/>
                <a:cs typeface="Consolas" pitchFamily="34" charset="-120"/>
              </a:rPr>
              <a:t>StableDiffusionPipeline.from_pretrained</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CompVis</a:t>
            </a:r>
            <a:r>
              <a:rPr lang="en-US" sz="1310" dirty="0">
                <a:solidFill>
                  <a:srgbClr val="A8D8EA"/>
                </a:solidFill>
                <a:latin typeface="Consolas" pitchFamily="34" charset="0"/>
                <a:ea typeface="Consolas" pitchFamily="34" charset="-122"/>
                <a:cs typeface="Consolas" pitchFamily="34" charset="-120"/>
              </a:rPr>
              <a:t>/stable-diffusion-v1-4", variant="fp16", </a:t>
            </a:r>
            <a:r>
              <a:rPr lang="en-US" sz="1310" dirty="0" err="1">
                <a:solidFill>
                  <a:srgbClr val="A8D8EA"/>
                </a:solidFill>
                <a:latin typeface="Consolas" pitchFamily="34" charset="0"/>
                <a:ea typeface="Consolas" pitchFamily="34" charset="-122"/>
                <a:cs typeface="Consolas" pitchFamily="34" charset="-120"/>
              </a:rPr>
              <a:t>torch_dtype</a:t>
            </a:r>
            <a:r>
              <a:rPr lang="en-US" sz="1310" dirty="0">
                <a:solidFill>
                  <a:srgbClr val="A8D8EA"/>
                </a:solidFill>
                <a:latin typeface="Consolas" pitchFamily="34" charset="0"/>
                <a:ea typeface="Consolas" pitchFamily="34" charset="-122"/>
                <a:cs typeface="Consolas" pitchFamily="34" charset="-120"/>
              </a:rPr>
              <a:t>=torch.float16).to("</a:t>
            </a:r>
            <a:r>
              <a:rPr lang="en-US" sz="1310" dirty="0" err="1">
                <a:solidFill>
                  <a:srgbClr val="A8D8EA"/>
                </a:solidFill>
                <a:latin typeface="Consolas" pitchFamily="34" charset="0"/>
                <a:ea typeface="Consolas" pitchFamily="34" charset="-122"/>
                <a:cs typeface="Consolas" pitchFamily="34" charset="-120"/>
              </a:rPr>
              <a:t>cuda</a:t>
            </a:r>
            <a:r>
              <a:rPr lang="en-US" sz="1310" dirty="0">
                <a:solidFill>
                  <a:srgbClr val="A8D8EA"/>
                </a:solidFill>
                <a:latin typeface="Consolas" pitchFamily="34" charset="0"/>
                <a:ea typeface="Consolas" pitchFamily="34" charset="-122"/>
                <a:cs typeface="Consolas" pitchFamily="34" charset="-120"/>
              </a:rPr>
              <a:t>")</a:t>
            </a:r>
          </a:p>
          <a:p>
            <a:r>
              <a:rPr lang="en-US" sz="1310" dirty="0">
                <a:solidFill>
                  <a:srgbClr val="A8D8EA"/>
                </a:solidFill>
                <a:latin typeface="Consolas" pitchFamily="34" charset="0"/>
                <a:ea typeface="Consolas" pitchFamily="34" charset="-122"/>
                <a:cs typeface="Consolas" pitchFamily="34" charset="-120"/>
              </a:rPr>
              <a:t>image = pipe(prompt).images[0]</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image </a:t>
            </a:r>
            <a:endParaRPr lang="en-US" sz="1310" dirty="0"/>
          </a:p>
        </p:txBody>
      </p:sp>
      <p:sp>
        <p:nvSpPr>
          <p:cNvPr id="9" name="Text 7"/>
          <p:cNvSpPr/>
          <p:nvPr/>
        </p:nvSpPr>
        <p:spPr>
          <a:xfrm>
            <a:off x="658368" y="1682496"/>
            <a:ext cx="10875264" cy="2877312"/>
          </a:xfrm>
          <a:prstGeom prst="rect">
            <a:avLst/>
          </a:prstGeom>
          <a:noFill/>
          <a:ln/>
        </p:spPr>
        <p:txBody>
          <a:bodyPr wrap="square" lIns="0" tIns="0" rIns="0" bIns="0" rtlCol="0" anchor="t"/>
          <a:lstStyle/>
          <a:p>
            <a:endParaRPr lang="en-US" sz="1307" dirty="0"/>
          </a:p>
        </p:txBody>
      </p:sp>
      <p:pic>
        <p:nvPicPr>
          <p:cNvPr id="13314" name="Picture 2">
            <a:extLst>
              <a:ext uri="{FF2B5EF4-FFF2-40B4-BE49-F238E27FC236}">
                <a16:creationId xmlns:a16="http://schemas.microsoft.com/office/drawing/2014/main" id="{0C8C18EB-4AB1-C019-ED36-4671489BC0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0357" y="3762251"/>
            <a:ext cx="3048000" cy="304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Shape 1"/>
          <p:cNvSpPr/>
          <p:nvPr/>
        </p:nvSpPr>
        <p:spPr>
          <a:xfrm>
            <a:off x="487680" y="170688"/>
            <a:ext cx="877824" cy="609600"/>
          </a:xfrm>
          <a:prstGeom prst="rect">
            <a:avLst/>
          </a:prstGeom>
          <a:solidFill>
            <a:srgbClr val="1565C0"/>
          </a:solidFill>
          <a:ln w="12700">
            <a:solidFill>
              <a:srgbClr val="1565C0"/>
            </a:solidFill>
            <a:prstDash val="solid"/>
          </a:ln>
        </p:spPr>
        <p:txBody>
          <a:bodyPr/>
          <a:lstStyle/>
          <a:p>
            <a:endParaRPr lang="ro-RO" dirty="0"/>
          </a:p>
        </p:txBody>
      </p:sp>
      <p:sp>
        <p:nvSpPr>
          <p:cNvPr id="4" name="Text 2"/>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2</a:t>
            </a:r>
            <a:endParaRPr lang="en-US" sz="1467" dirty="0"/>
          </a:p>
        </p:txBody>
      </p:sp>
      <p:sp>
        <p:nvSpPr>
          <p:cNvPr id="5" name="Text 3"/>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Define prompt3='a leopard', prompt4='a lioness'</a:t>
            </a:r>
          </a:p>
        </p:txBody>
      </p:sp>
      <p:sp>
        <p:nvSpPr>
          <p:cNvPr id="6" name="Shape 4"/>
          <p:cNvSpPr/>
          <p:nvPr/>
        </p:nvSpPr>
        <p:spPr>
          <a:xfrm>
            <a:off x="487680" y="877824"/>
            <a:ext cx="11216640" cy="534872"/>
          </a:xfrm>
          <a:prstGeom prst="rect">
            <a:avLst/>
          </a:prstGeom>
          <a:solidFill>
            <a:srgbClr val="E3F2FD"/>
          </a:solidFill>
          <a:ln w="10160">
            <a:solidFill>
              <a:srgbClr val="1565C0"/>
            </a:solidFill>
            <a:prstDash val="solid"/>
          </a:ln>
        </p:spPr>
      </p:sp>
      <p:sp>
        <p:nvSpPr>
          <p:cNvPr id="7" name="Text 5"/>
          <p:cNvSpPr/>
          <p:nvPr/>
        </p:nvSpPr>
        <p:spPr>
          <a:xfrm>
            <a:off x="658368" y="916591"/>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Define prompt3 and prompt4 as “a leopard” and “a lioness”, respectively. Then tokenize the two prompts, and convert them to text embeddings, text_embedding3 and text_embedding4.</a:t>
            </a:r>
            <a:endParaRPr lang="en-US" sz="1333" dirty="0"/>
          </a:p>
        </p:txBody>
      </p:sp>
      <p:sp>
        <p:nvSpPr>
          <p:cNvPr id="8" name="Shape 6"/>
          <p:cNvSpPr/>
          <p:nvPr/>
        </p:nvSpPr>
        <p:spPr>
          <a:xfrm>
            <a:off x="487680" y="1560574"/>
            <a:ext cx="11522810" cy="4511684"/>
          </a:xfrm>
          <a:prstGeom prst="rect">
            <a:avLst/>
          </a:prstGeom>
          <a:solidFill>
            <a:srgbClr val="1E2A3A"/>
          </a:solidFill>
          <a:ln w="10160">
            <a:solidFill>
              <a:srgbClr val="00E5FF"/>
            </a:solidFill>
            <a:prstDash val="solid"/>
          </a:ln>
        </p:spPr>
        <p:txBody>
          <a:bodyPr/>
          <a:lstStyle/>
          <a:p>
            <a:r>
              <a:rPr lang="en-US" sz="1200" dirty="0">
                <a:solidFill>
                  <a:srgbClr val="A8D8EA"/>
                </a:solidFill>
                <a:latin typeface="Consolas" pitchFamily="34" charset="0"/>
                <a:ea typeface="Consolas" pitchFamily="34" charset="-122"/>
                <a:cs typeface="Consolas" pitchFamily="34" charset="-120"/>
              </a:rPr>
              <a:t>from transformers import </a:t>
            </a:r>
            <a:r>
              <a:rPr lang="en-US" sz="1200" dirty="0" err="1">
                <a:solidFill>
                  <a:srgbClr val="A8D8EA"/>
                </a:solidFill>
                <a:latin typeface="Consolas" pitchFamily="34" charset="0"/>
                <a:ea typeface="Consolas" pitchFamily="34" charset="-122"/>
                <a:cs typeface="Consolas" pitchFamily="34" charset="-120"/>
              </a:rPr>
              <a:t>CLIPTextModel</a:t>
            </a:r>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CLIPTokenizer</a:t>
            </a:r>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import torch</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device = "</a:t>
            </a:r>
            <a:r>
              <a:rPr lang="en-US" sz="1200" dirty="0" err="1">
                <a:solidFill>
                  <a:srgbClr val="A8D8EA"/>
                </a:solidFill>
                <a:latin typeface="Consolas" pitchFamily="34" charset="0"/>
                <a:ea typeface="Consolas" pitchFamily="34" charset="-122"/>
                <a:cs typeface="Consolas" pitchFamily="34" charset="-120"/>
              </a:rPr>
              <a:t>cuda</a:t>
            </a:r>
            <a:r>
              <a:rPr lang="en-US" sz="1200" dirty="0">
                <a:solidFill>
                  <a:srgbClr val="A8D8EA"/>
                </a:solidFill>
                <a:latin typeface="Consolas" pitchFamily="34" charset="0"/>
                <a:ea typeface="Consolas" pitchFamily="34" charset="-122"/>
                <a:cs typeface="Consolas" pitchFamily="34" charset="-120"/>
              </a:rPr>
              <a:t>" if </a:t>
            </a:r>
            <a:r>
              <a:rPr lang="en-US" sz="1200" dirty="0" err="1">
                <a:solidFill>
                  <a:srgbClr val="A8D8EA"/>
                </a:solidFill>
                <a:latin typeface="Consolas" pitchFamily="34" charset="0"/>
                <a:ea typeface="Consolas" pitchFamily="34" charset="-122"/>
                <a:cs typeface="Consolas" pitchFamily="34" charset="-120"/>
              </a:rPr>
              <a:t>torch.cuda.is_available</a:t>
            </a:r>
            <a:r>
              <a:rPr lang="en-US" sz="1200" dirty="0">
                <a:solidFill>
                  <a:srgbClr val="A8D8EA"/>
                </a:solidFill>
                <a:latin typeface="Consolas" pitchFamily="34" charset="0"/>
                <a:ea typeface="Consolas" pitchFamily="34" charset="-122"/>
                <a:cs typeface="Consolas" pitchFamily="34" charset="-120"/>
              </a:rPr>
              <a:t>() else "</a:t>
            </a:r>
            <a:r>
              <a:rPr lang="en-US" sz="1200" dirty="0" err="1">
                <a:solidFill>
                  <a:srgbClr val="A8D8EA"/>
                </a:solidFill>
                <a:latin typeface="Consolas" pitchFamily="34" charset="0"/>
                <a:ea typeface="Consolas" pitchFamily="34" charset="-122"/>
                <a:cs typeface="Consolas" pitchFamily="34" charset="-120"/>
              </a:rPr>
              <a:t>cpu</a:t>
            </a:r>
            <a:r>
              <a:rPr lang="en-US" sz="1200" dirty="0">
                <a:solidFill>
                  <a:srgbClr val="A8D8EA"/>
                </a:solidFill>
                <a:latin typeface="Consolas" pitchFamily="34" charset="0"/>
                <a:ea typeface="Consolas" pitchFamily="34" charset="-122"/>
                <a:cs typeface="Consolas" pitchFamily="34" charset="-120"/>
              </a:rPr>
              <a:t>"</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 Load CLIP components </a:t>
            </a:r>
          </a:p>
          <a:p>
            <a:r>
              <a:rPr lang="en-US" sz="1200" dirty="0">
                <a:solidFill>
                  <a:srgbClr val="A8D8EA"/>
                </a:solidFill>
                <a:latin typeface="Consolas" pitchFamily="34" charset="0"/>
                <a:ea typeface="Consolas" pitchFamily="34" charset="-122"/>
                <a:cs typeface="Consolas" pitchFamily="34" charset="-120"/>
              </a:rPr>
              <a:t>tokenizer    = </a:t>
            </a:r>
            <a:r>
              <a:rPr lang="en-US" sz="1200" dirty="0" err="1">
                <a:solidFill>
                  <a:srgbClr val="A8D8EA"/>
                </a:solidFill>
                <a:latin typeface="Consolas" pitchFamily="34" charset="0"/>
                <a:ea typeface="Consolas" pitchFamily="34" charset="-122"/>
                <a:cs typeface="Consolas" pitchFamily="34" charset="-120"/>
              </a:rPr>
              <a:t>CLIPTokenizer.from_pretrained</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openai</a:t>
            </a:r>
            <a:r>
              <a:rPr lang="en-US" sz="1200" dirty="0">
                <a:solidFill>
                  <a:srgbClr val="A8D8EA"/>
                </a:solidFill>
                <a:latin typeface="Consolas" pitchFamily="34" charset="0"/>
                <a:ea typeface="Consolas" pitchFamily="34" charset="-122"/>
                <a:cs typeface="Consolas" pitchFamily="34" charset="-120"/>
              </a:rPr>
              <a:t>/clip-vit-large-patch14")</a:t>
            </a:r>
          </a:p>
          <a:p>
            <a:r>
              <a:rPr lang="en-US" sz="1200" dirty="0" err="1">
                <a:solidFill>
                  <a:srgbClr val="A8D8EA"/>
                </a:solidFill>
                <a:latin typeface="Consolas" pitchFamily="34" charset="0"/>
                <a:ea typeface="Consolas" pitchFamily="34" charset="-122"/>
                <a:cs typeface="Consolas" pitchFamily="34" charset="-120"/>
              </a:rPr>
              <a:t>text_encoder</a:t>
            </a:r>
            <a:r>
              <a:rPr lang="en-US" sz="1200" dirty="0">
                <a:solidFill>
                  <a:srgbClr val="A8D8EA"/>
                </a:solidFill>
                <a:latin typeface="Consolas" pitchFamily="34" charset="0"/>
                <a:ea typeface="Consolas" pitchFamily="34" charset="-122"/>
                <a:cs typeface="Consolas" pitchFamily="34" charset="-120"/>
              </a:rPr>
              <a:t> = </a:t>
            </a:r>
            <a:r>
              <a:rPr lang="en-US" sz="1200" dirty="0" err="1">
                <a:solidFill>
                  <a:srgbClr val="A8D8EA"/>
                </a:solidFill>
                <a:latin typeface="Consolas" pitchFamily="34" charset="0"/>
                <a:ea typeface="Consolas" pitchFamily="34" charset="-122"/>
                <a:cs typeface="Consolas" pitchFamily="34" charset="-120"/>
              </a:rPr>
              <a:t>CLIPTextModel.from_pretrained</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openai</a:t>
            </a:r>
            <a:r>
              <a:rPr lang="en-US" sz="1200" dirty="0">
                <a:solidFill>
                  <a:srgbClr val="A8D8EA"/>
                </a:solidFill>
                <a:latin typeface="Consolas" pitchFamily="34" charset="0"/>
                <a:ea typeface="Consolas" pitchFamily="34" charset="-122"/>
                <a:cs typeface="Consolas" pitchFamily="34" charset="-120"/>
              </a:rPr>
              <a:t>/clip-vit-large-patch14").to(device)</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 Define prompts </a:t>
            </a:r>
          </a:p>
          <a:p>
            <a:r>
              <a:rPr lang="en-US" sz="1200" dirty="0">
                <a:solidFill>
                  <a:srgbClr val="A8D8EA"/>
                </a:solidFill>
                <a:latin typeface="Consolas" pitchFamily="34" charset="0"/>
                <a:ea typeface="Consolas" pitchFamily="34" charset="-122"/>
                <a:cs typeface="Consolas" pitchFamily="34" charset="-120"/>
              </a:rPr>
              <a:t>prompt3 = ["a leopard"]</a:t>
            </a:r>
          </a:p>
          <a:p>
            <a:r>
              <a:rPr lang="en-US" sz="1200" dirty="0">
                <a:solidFill>
                  <a:srgbClr val="A8D8EA"/>
                </a:solidFill>
                <a:latin typeface="Consolas" pitchFamily="34" charset="0"/>
                <a:ea typeface="Consolas" pitchFamily="34" charset="-122"/>
                <a:cs typeface="Consolas" pitchFamily="34" charset="-120"/>
              </a:rPr>
              <a:t>prompt4 = ["a lioness"]</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Tokenise</a:t>
            </a:r>
            <a:r>
              <a:rPr lang="en-US" sz="1200" dirty="0">
                <a:solidFill>
                  <a:srgbClr val="A8D8EA"/>
                </a:solidFill>
                <a:latin typeface="Consolas" pitchFamily="34" charset="0"/>
                <a:ea typeface="Consolas" pitchFamily="34" charset="-122"/>
                <a:cs typeface="Consolas" pitchFamily="34" charset="-120"/>
              </a:rPr>
              <a:t> — padding to 77 tokens, truncate if longer</a:t>
            </a:r>
          </a:p>
          <a:p>
            <a:r>
              <a:rPr lang="en-US" sz="1200" dirty="0">
                <a:solidFill>
                  <a:srgbClr val="A8D8EA"/>
                </a:solidFill>
                <a:latin typeface="Consolas" pitchFamily="34" charset="0"/>
                <a:ea typeface="Consolas" pitchFamily="34" charset="-122"/>
                <a:cs typeface="Consolas" pitchFamily="34" charset="-120"/>
              </a:rPr>
              <a:t>tokens3 = tokenizer(prompt3, padding="</a:t>
            </a:r>
            <a:r>
              <a:rPr lang="en-US" sz="1200" dirty="0" err="1">
                <a:solidFill>
                  <a:srgbClr val="A8D8EA"/>
                </a:solidFill>
                <a:latin typeface="Consolas" pitchFamily="34" charset="0"/>
                <a:ea typeface="Consolas" pitchFamily="34" charset="-122"/>
                <a:cs typeface="Consolas" pitchFamily="34" charset="-120"/>
              </a:rPr>
              <a:t>max_length</a:t>
            </a:r>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max_length</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tokenizer.model_max_length</a:t>
            </a:r>
            <a:r>
              <a:rPr lang="en-US" sz="1200" dirty="0">
                <a:solidFill>
                  <a:srgbClr val="A8D8EA"/>
                </a:solidFill>
                <a:latin typeface="Consolas" pitchFamily="34" charset="0"/>
                <a:ea typeface="Consolas" pitchFamily="34" charset="-122"/>
                <a:cs typeface="Consolas" pitchFamily="34" charset="-120"/>
              </a:rPr>
              <a:t>, truncation=True, </a:t>
            </a:r>
            <a:r>
              <a:rPr lang="en-US" sz="1200" dirty="0" err="1">
                <a:solidFill>
                  <a:srgbClr val="A8D8EA"/>
                </a:solidFill>
                <a:latin typeface="Consolas" pitchFamily="34" charset="0"/>
                <a:ea typeface="Consolas" pitchFamily="34" charset="-122"/>
                <a:cs typeface="Consolas" pitchFamily="34" charset="-120"/>
              </a:rPr>
              <a:t>return_tensors</a:t>
            </a:r>
            <a:r>
              <a:rPr lang="en-US" sz="1200" dirty="0">
                <a:solidFill>
                  <a:srgbClr val="A8D8EA"/>
                </a:solidFill>
                <a:latin typeface="Consolas" pitchFamily="34" charset="0"/>
                <a:ea typeface="Consolas" pitchFamily="34" charset="-122"/>
                <a:cs typeface="Consolas" pitchFamily="34" charset="-120"/>
              </a:rPr>
              <a:t>="pt")</a:t>
            </a:r>
          </a:p>
          <a:p>
            <a:r>
              <a:rPr lang="en-US" sz="1200" dirty="0">
                <a:solidFill>
                  <a:srgbClr val="A8D8EA"/>
                </a:solidFill>
                <a:latin typeface="Consolas" pitchFamily="34" charset="0"/>
                <a:ea typeface="Consolas" pitchFamily="34" charset="-122"/>
                <a:cs typeface="Consolas" pitchFamily="34" charset="-120"/>
              </a:rPr>
              <a:t>tokens4 = tokenizer(prompt4, padding="</a:t>
            </a:r>
            <a:r>
              <a:rPr lang="en-US" sz="1200" dirty="0" err="1">
                <a:solidFill>
                  <a:srgbClr val="A8D8EA"/>
                </a:solidFill>
                <a:latin typeface="Consolas" pitchFamily="34" charset="0"/>
                <a:ea typeface="Consolas" pitchFamily="34" charset="-122"/>
                <a:cs typeface="Consolas" pitchFamily="34" charset="-120"/>
              </a:rPr>
              <a:t>max_length</a:t>
            </a:r>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max_length</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tokenizer.model_max_length</a:t>
            </a:r>
            <a:r>
              <a:rPr lang="en-US" sz="1200" dirty="0">
                <a:solidFill>
                  <a:srgbClr val="A8D8EA"/>
                </a:solidFill>
                <a:latin typeface="Consolas" pitchFamily="34" charset="0"/>
                <a:ea typeface="Consolas" pitchFamily="34" charset="-122"/>
                <a:cs typeface="Consolas" pitchFamily="34" charset="-120"/>
              </a:rPr>
              <a:t>, truncation=True, </a:t>
            </a:r>
            <a:r>
              <a:rPr lang="en-US" sz="1200" dirty="0" err="1">
                <a:solidFill>
                  <a:srgbClr val="A8D8EA"/>
                </a:solidFill>
                <a:latin typeface="Consolas" pitchFamily="34" charset="0"/>
                <a:ea typeface="Consolas" pitchFamily="34" charset="-122"/>
                <a:cs typeface="Consolas" pitchFamily="34" charset="-120"/>
              </a:rPr>
              <a:t>return_tensors</a:t>
            </a:r>
            <a:r>
              <a:rPr lang="en-US" sz="1200" dirty="0">
                <a:solidFill>
                  <a:srgbClr val="A8D8EA"/>
                </a:solidFill>
                <a:latin typeface="Consolas" pitchFamily="34" charset="0"/>
                <a:ea typeface="Consolas" pitchFamily="34" charset="-122"/>
                <a:cs typeface="Consolas" pitchFamily="34" charset="-120"/>
              </a:rPr>
              <a:t>="pt")</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 Encode with CLIP text encoder</a:t>
            </a:r>
          </a:p>
          <a:p>
            <a:r>
              <a:rPr lang="en-US" sz="1200" dirty="0">
                <a:solidFill>
                  <a:srgbClr val="A8D8EA"/>
                </a:solidFill>
                <a:latin typeface="Consolas" pitchFamily="34" charset="0"/>
                <a:ea typeface="Consolas" pitchFamily="34" charset="-122"/>
                <a:cs typeface="Consolas" pitchFamily="34" charset="-120"/>
              </a:rPr>
              <a:t>with </a:t>
            </a:r>
            <a:r>
              <a:rPr lang="en-US" sz="1200" dirty="0" err="1">
                <a:solidFill>
                  <a:srgbClr val="A8D8EA"/>
                </a:solidFill>
                <a:latin typeface="Consolas" pitchFamily="34" charset="0"/>
                <a:ea typeface="Consolas" pitchFamily="34" charset="-122"/>
                <a:cs typeface="Consolas" pitchFamily="34" charset="-120"/>
              </a:rPr>
              <a:t>torch.no_grad</a:t>
            </a:r>
            <a:r>
              <a:rPr lang="en-US" sz="1200" dirty="0">
                <a:solidFill>
                  <a:srgbClr val="A8D8EA"/>
                </a:solidFill>
                <a:latin typeface="Consolas" pitchFamily="34" charset="0"/>
                <a:ea typeface="Consolas" pitchFamily="34" charset="-122"/>
                <a:cs typeface="Consolas" pitchFamily="34" charset="-120"/>
              </a:rPr>
              <a:t>():</a:t>
            </a:r>
          </a:p>
          <a:p>
            <a:r>
              <a:rPr lang="en-US" sz="1200" dirty="0">
                <a:solidFill>
                  <a:srgbClr val="A8D8EA"/>
                </a:solidFill>
                <a:latin typeface="Consolas" pitchFamily="34" charset="0"/>
                <a:ea typeface="Consolas" pitchFamily="34" charset="-122"/>
                <a:cs typeface="Consolas" pitchFamily="34" charset="-120"/>
              </a:rPr>
              <a:t>    text_embeddings3 = </a:t>
            </a:r>
            <a:r>
              <a:rPr lang="en-US" sz="1200" dirty="0" err="1">
                <a:solidFill>
                  <a:srgbClr val="A8D8EA"/>
                </a:solidFill>
                <a:latin typeface="Consolas" pitchFamily="34" charset="0"/>
                <a:ea typeface="Consolas" pitchFamily="34" charset="-122"/>
                <a:cs typeface="Consolas" pitchFamily="34" charset="-120"/>
              </a:rPr>
              <a:t>text_encoder</a:t>
            </a:r>
            <a:r>
              <a:rPr lang="en-US" sz="1200" dirty="0">
                <a:solidFill>
                  <a:srgbClr val="A8D8EA"/>
                </a:solidFill>
                <a:latin typeface="Consolas" pitchFamily="34" charset="0"/>
                <a:ea typeface="Consolas" pitchFamily="34" charset="-122"/>
                <a:cs typeface="Consolas" pitchFamily="34" charset="-120"/>
              </a:rPr>
              <a:t>(tokens3.input_ids.to(device))[0]</a:t>
            </a:r>
          </a:p>
          <a:p>
            <a:r>
              <a:rPr lang="en-US" sz="1200" dirty="0">
                <a:solidFill>
                  <a:srgbClr val="A8D8EA"/>
                </a:solidFill>
                <a:latin typeface="Consolas" pitchFamily="34" charset="0"/>
                <a:ea typeface="Consolas" pitchFamily="34" charset="-122"/>
                <a:cs typeface="Consolas" pitchFamily="34" charset="-120"/>
              </a:rPr>
              <a:t>    text_embeddings4 = </a:t>
            </a:r>
            <a:r>
              <a:rPr lang="en-US" sz="1200" dirty="0" err="1">
                <a:solidFill>
                  <a:srgbClr val="A8D8EA"/>
                </a:solidFill>
                <a:latin typeface="Consolas" pitchFamily="34" charset="0"/>
                <a:ea typeface="Consolas" pitchFamily="34" charset="-122"/>
                <a:cs typeface="Consolas" pitchFamily="34" charset="-120"/>
              </a:rPr>
              <a:t>text_encoder</a:t>
            </a:r>
            <a:r>
              <a:rPr lang="en-US" sz="1200" dirty="0">
                <a:solidFill>
                  <a:srgbClr val="A8D8EA"/>
                </a:solidFill>
                <a:latin typeface="Consolas" pitchFamily="34" charset="0"/>
                <a:ea typeface="Consolas" pitchFamily="34" charset="-122"/>
                <a:cs typeface="Consolas" pitchFamily="34" charset="-120"/>
              </a:rPr>
              <a:t>(tokens4.input_ids.to(device))[0]</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print("text_embeddings3 shape:", text_embeddings3.shape)</a:t>
            </a:r>
          </a:p>
          <a:p>
            <a:r>
              <a:rPr lang="en-US" sz="1200" dirty="0">
                <a:solidFill>
                  <a:srgbClr val="A8D8EA"/>
                </a:solidFill>
                <a:latin typeface="Consolas" pitchFamily="34" charset="0"/>
                <a:ea typeface="Consolas" pitchFamily="34" charset="-122"/>
                <a:cs typeface="Consolas" pitchFamily="34" charset="-120"/>
              </a:rPr>
              <a:t>print("text_embeddings4 shape:", text_embeddings4.shape)</a:t>
            </a:r>
          </a:p>
        </p:txBody>
      </p:sp>
      <p:sp>
        <p:nvSpPr>
          <p:cNvPr id="9" name="Text 7"/>
          <p:cNvSpPr/>
          <p:nvPr/>
        </p:nvSpPr>
        <p:spPr>
          <a:xfrm>
            <a:off x="658368" y="1682496"/>
            <a:ext cx="10875264" cy="2877312"/>
          </a:xfrm>
          <a:prstGeom prst="rect">
            <a:avLst/>
          </a:prstGeom>
          <a:noFill/>
          <a:ln/>
        </p:spPr>
        <p:txBody>
          <a:bodyPr wrap="square" lIns="0" tIns="0" rIns="0" bIns="0" rtlCol="0" anchor="t"/>
          <a:lstStyle/>
          <a:p>
            <a:endParaRPr lang="en-US" sz="1307" dirty="0"/>
          </a:p>
        </p:txBody>
      </p:sp>
      <p:sp>
        <p:nvSpPr>
          <p:cNvPr id="12" name="Shape 5">
            <a:extLst>
              <a:ext uri="{FF2B5EF4-FFF2-40B4-BE49-F238E27FC236}">
                <a16:creationId xmlns:a16="http://schemas.microsoft.com/office/drawing/2014/main" id="{AAF9C5C2-C72E-6364-FE19-48B58D9CAF95}"/>
              </a:ext>
            </a:extLst>
          </p:cNvPr>
          <p:cNvSpPr/>
          <p:nvPr/>
        </p:nvSpPr>
        <p:spPr>
          <a:xfrm>
            <a:off x="487679" y="6194180"/>
            <a:ext cx="11522809" cy="566928"/>
          </a:xfrm>
          <a:prstGeom prst="rect">
            <a:avLst/>
          </a:prstGeom>
          <a:solidFill>
            <a:srgbClr val="E8F5E9"/>
          </a:solidFill>
          <a:ln w="12700">
            <a:solidFill>
              <a:srgbClr val="A5D6A7"/>
            </a:solidFill>
            <a:prstDash val="solid"/>
          </a:ln>
        </p:spPr>
      </p:sp>
      <p:sp>
        <p:nvSpPr>
          <p:cNvPr id="13" name="Text 6">
            <a:extLst>
              <a:ext uri="{FF2B5EF4-FFF2-40B4-BE49-F238E27FC236}">
                <a16:creationId xmlns:a16="http://schemas.microsoft.com/office/drawing/2014/main" id="{127CB948-2BA0-2C91-7F24-DA571D198281}"/>
              </a:ext>
            </a:extLst>
          </p:cNvPr>
          <p:cNvSpPr/>
          <p:nvPr/>
        </p:nvSpPr>
        <p:spPr>
          <a:xfrm>
            <a:off x="615696" y="6185755"/>
            <a:ext cx="11175886" cy="566928"/>
          </a:xfrm>
          <a:prstGeom prst="rect">
            <a:avLst/>
          </a:prstGeom>
          <a:noFill/>
          <a:ln/>
        </p:spPr>
        <p:txBody>
          <a:bodyPr wrap="square" rtlCol="0" anchor="t"/>
          <a:lstStyle/>
          <a:p>
            <a:pPr marL="0" indent="0">
              <a:buNone/>
            </a:pPr>
            <a:r>
              <a:rPr lang="en-US" sz="1100" b="1" dirty="0">
                <a:solidFill>
                  <a:srgbClr val="2E7D5E"/>
                </a:solidFill>
                <a:latin typeface="Calibri" pitchFamily="34" charset="0"/>
                <a:ea typeface="Calibri" pitchFamily="34" charset="-122"/>
                <a:cs typeface="Calibri" pitchFamily="34" charset="-120"/>
              </a:rPr>
              <a:t>Expected output
</a:t>
            </a:r>
            <a:r>
              <a:rPr lang="en-US" sz="1100" dirty="0">
                <a:solidFill>
                  <a:srgbClr val="1B4F2A"/>
                </a:solidFill>
                <a:latin typeface="Calibri" pitchFamily="34" charset="0"/>
                <a:ea typeface="Calibri" pitchFamily="34" charset="-122"/>
                <a:cs typeface="Calibri" pitchFamily="34" charset="-120"/>
              </a:rPr>
              <a:t>text_embeddings3 shape:  torch.Size([1, 77, 768])</a:t>
            </a:r>
            <a:endParaRPr lang="en-US" sz="1100" dirty="0"/>
          </a:p>
          <a:p>
            <a:pPr marL="0" indent="0">
              <a:buNone/>
            </a:pPr>
            <a:r>
              <a:rPr lang="en-US" sz="1100" dirty="0">
                <a:solidFill>
                  <a:srgbClr val="1B4F2A"/>
                </a:solidFill>
                <a:latin typeface="Calibri" pitchFamily="34" charset="0"/>
                <a:ea typeface="Calibri" pitchFamily="34" charset="-122"/>
                <a:cs typeface="Calibri" pitchFamily="34" charset="-120"/>
              </a:rPr>
              <a:t>text_embeddings4 shape:  torch.Size([1, 77, 768])  — same shape as lion/tiger embeddings.</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Shape 1"/>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3</a:t>
            </a:r>
            <a:endParaRPr lang="en-US" sz="1467" dirty="0"/>
          </a:p>
        </p:txBody>
      </p:sp>
      <p:sp>
        <p:nvSpPr>
          <p:cNvPr id="5" name="Text 3"/>
          <p:cNvSpPr/>
          <p:nvPr/>
        </p:nvSpPr>
        <p:spPr>
          <a:xfrm>
            <a:off x="1511808" y="195072"/>
            <a:ext cx="10192512" cy="609600"/>
          </a:xfrm>
          <a:prstGeom prst="rect">
            <a:avLst/>
          </a:prstGeom>
          <a:noFill/>
          <a:ln/>
        </p:spPr>
        <p:txBody>
          <a:bodyPr wrap="square" lIns="0" tIns="0" rIns="0" bIns="0" rtlCol="0" anchor="ctr"/>
          <a:lstStyle/>
          <a:p>
            <a:r>
              <a:rPr lang="en-US" sz="2800" b="1" dirty="0" err="1">
                <a:solidFill>
                  <a:srgbClr val="1F3864"/>
                </a:solidFill>
                <a:latin typeface="Calibri" pitchFamily="34" charset="0"/>
                <a:ea typeface="Calibri" pitchFamily="34" charset="-122"/>
                <a:cs typeface="Calibri" pitchFamily="34" charset="-120"/>
              </a:rPr>
              <a:t>gen_latents</a:t>
            </a:r>
            <a:r>
              <a:rPr lang="en-US" sz="2800" b="1" dirty="0">
                <a:solidFill>
                  <a:srgbClr val="1F3864"/>
                </a:solidFill>
                <a:latin typeface="Calibri" pitchFamily="34" charset="0"/>
                <a:ea typeface="Calibri" pitchFamily="34" charset="-122"/>
                <a:cs typeface="Calibri" pitchFamily="34" charset="-120"/>
              </a:rPr>
              <a:t>() on text_embeddings3 &amp; text_embeddings4 (seed=8)</a:t>
            </a:r>
            <a:endParaRPr lang="en-US" sz="2800" dirty="0"/>
          </a:p>
        </p:txBody>
      </p:sp>
      <p:sp>
        <p:nvSpPr>
          <p:cNvPr id="6" name="Shape 4"/>
          <p:cNvSpPr/>
          <p:nvPr/>
        </p:nvSpPr>
        <p:spPr>
          <a:xfrm>
            <a:off x="487680" y="877824"/>
            <a:ext cx="11216640" cy="534872"/>
          </a:xfrm>
          <a:prstGeom prst="rect">
            <a:avLst/>
          </a:prstGeom>
          <a:solidFill>
            <a:srgbClr val="E3F2FD"/>
          </a:solidFill>
          <a:ln w="10160">
            <a:solidFill>
              <a:srgbClr val="1565C0"/>
            </a:solidFill>
            <a:prstDash val="solid"/>
          </a:ln>
        </p:spPr>
      </p:sp>
      <p:sp>
        <p:nvSpPr>
          <p:cNvPr id="7" name="Text 5"/>
          <p:cNvSpPr/>
          <p:nvPr/>
        </p:nvSpPr>
        <p:spPr>
          <a:xfrm>
            <a:off x="658368" y="916591"/>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Apply the </a:t>
            </a:r>
            <a:r>
              <a:rPr lang="en-US" sz="1333" i="1" dirty="0" err="1">
                <a:solidFill>
                  <a:srgbClr val="1A237E"/>
                </a:solidFill>
                <a:latin typeface="Calibri" pitchFamily="34" charset="0"/>
                <a:ea typeface="Calibri" pitchFamily="34" charset="-122"/>
                <a:cs typeface="Calibri" pitchFamily="34" charset="-120"/>
              </a:rPr>
              <a:t>gen_latents</a:t>
            </a:r>
            <a:r>
              <a:rPr lang="en-US" sz="1333" i="1" dirty="0">
                <a:solidFill>
                  <a:srgbClr val="1A237E"/>
                </a:solidFill>
                <a:latin typeface="Calibri" pitchFamily="34" charset="0"/>
                <a:ea typeface="Calibri" pitchFamily="34" charset="-122"/>
                <a:cs typeface="Calibri" pitchFamily="34" charset="-120"/>
              </a:rPr>
              <a:t>() function on the two text embeddings text_embedding3 and text_embedding4, which were generated earlier. Set the seed value to 8. Name the latent images latents3 and latents4.</a:t>
            </a:r>
            <a:endParaRPr lang="en-US" sz="1333" dirty="0"/>
          </a:p>
        </p:txBody>
      </p:sp>
      <p:sp>
        <p:nvSpPr>
          <p:cNvPr id="8" name="Shape 6"/>
          <p:cNvSpPr/>
          <p:nvPr/>
        </p:nvSpPr>
        <p:spPr>
          <a:xfrm>
            <a:off x="487680" y="2345046"/>
            <a:ext cx="11522810" cy="913119"/>
          </a:xfrm>
          <a:prstGeom prst="rect">
            <a:avLst/>
          </a:prstGeom>
          <a:solidFill>
            <a:srgbClr val="1E2A3A"/>
          </a:solidFill>
          <a:ln w="10160">
            <a:solidFill>
              <a:srgbClr val="00E5FF"/>
            </a:solidFill>
            <a:prstDash val="solid"/>
          </a:ln>
        </p:spPr>
        <p:txBody>
          <a:bodyPr/>
          <a:lstStyle/>
          <a:p>
            <a:r>
              <a:rPr lang="en-US" sz="1310" dirty="0">
                <a:solidFill>
                  <a:srgbClr val="A8D8EA"/>
                </a:solidFill>
                <a:latin typeface="Consolas" pitchFamily="34" charset="0"/>
                <a:ea typeface="Consolas" pitchFamily="34" charset="-122"/>
                <a:cs typeface="Consolas" pitchFamily="34" charset="-120"/>
              </a:rPr>
              <a:t>latents3 = </a:t>
            </a:r>
            <a:r>
              <a:rPr lang="en-US" sz="1310" dirty="0" err="1">
                <a:solidFill>
                  <a:srgbClr val="A8D8EA"/>
                </a:solidFill>
                <a:latin typeface="Consolas" pitchFamily="34" charset="0"/>
                <a:ea typeface="Consolas" pitchFamily="34" charset="-122"/>
                <a:cs typeface="Consolas" pitchFamily="34" charset="-120"/>
              </a:rPr>
              <a:t>gen_latents</a:t>
            </a:r>
            <a:r>
              <a:rPr lang="en-US" sz="1310" dirty="0">
                <a:solidFill>
                  <a:srgbClr val="A8D8EA"/>
                </a:solidFill>
                <a:latin typeface="Consolas" pitchFamily="34" charset="0"/>
                <a:ea typeface="Consolas" pitchFamily="34" charset="-122"/>
                <a:cs typeface="Consolas" pitchFamily="34" charset="-120"/>
              </a:rPr>
              <a:t>(text_embeddings3, seed=8)   # seed=8 as specified</a:t>
            </a:r>
          </a:p>
          <a:p>
            <a:r>
              <a:rPr lang="en-US" sz="1310" dirty="0">
                <a:solidFill>
                  <a:srgbClr val="A8D8EA"/>
                </a:solidFill>
                <a:latin typeface="Consolas" pitchFamily="34" charset="0"/>
                <a:ea typeface="Consolas" pitchFamily="34" charset="-122"/>
                <a:cs typeface="Consolas" pitchFamily="34" charset="-120"/>
              </a:rPr>
              <a:t>latents4 = </a:t>
            </a:r>
            <a:r>
              <a:rPr lang="en-US" sz="1310" dirty="0" err="1">
                <a:solidFill>
                  <a:srgbClr val="A8D8EA"/>
                </a:solidFill>
                <a:latin typeface="Consolas" pitchFamily="34" charset="0"/>
                <a:ea typeface="Consolas" pitchFamily="34" charset="-122"/>
                <a:cs typeface="Consolas" pitchFamily="34" charset="-120"/>
              </a:rPr>
              <a:t>gen_latents</a:t>
            </a:r>
            <a:r>
              <a:rPr lang="en-US" sz="1310" dirty="0">
                <a:solidFill>
                  <a:srgbClr val="A8D8EA"/>
                </a:solidFill>
                <a:latin typeface="Consolas" pitchFamily="34" charset="0"/>
                <a:ea typeface="Consolas" pitchFamily="34" charset="-122"/>
                <a:cs typeface="Consolas" pitchFamily="34" charset="-120"/>
              </a:rPr>
              <a:t>(text_embeddings4, seed=8)</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print(</a:t>
            </a:r>
            <a:r>
              <a:rPr lang="en-US" sz="1310" dirty="0" err="1">
                <a:solidFill>
                  <a:srgbClr val="A8D8EA"/>
                </a:solidFill>
                <a:latin typeface="Consolas" pitchFamily="34" charset="0"/>
                <a:ea typeface="Consolas" pitchFamily="34" charset="-122"/>
                <a:cs typeface="Consolas" pitchFamily="34" charset="-120"/>
              </a:rPr>
              <a:t>f"latent</a:t>
            </a:r>
            <a:r>
              <a:rPr lang="en-US" sz="1310" dirty="0">
                <a:solidFill>
                  <a:srgbClr val="A8D8EA"/>
                </a:solidFill>
                <a:latin typeface="Consolas" pitchFamily="34" charset="0"/>
                <a:ea typeface="Consolas" pitchFamily="34" charset="-122"/>
                <a:cs typeface="Consolas" pitchFamily="34" charset="-120"/>
              </a:rPr>
              <a:t> image size: {latents3[0].shape}") </a:t>
            </a:r>
            <a:endParaRPr lang="en-US" sz="1310" dirty="0"/>
          </a:p>
        </p:txBody>
      </p:sp>
      <p:sp>
        <p:nvSpPr>
          <p:cNvPr id="9" name="Text 7"/>
          <p:cNvSpPr/>
          <p:nvPr/>
        </p:nvSpPr>
        <p:spPr>
          <a:xfrm>
            <a:off x="658368" y="1682496"/>
            <a:ext cx="10875264" cy="2877312"/>
          </a:xfrm>
          <a:prstGeom prst="rect">
            <a:avLst/>
          </a:prstGeom>
          <a:noFill/>
          <a:ln/>
        </p:spPr>
        <p:txBody>
          <a:bodyPr wrap="square" lIns="0" tIns="0" rIns="0" bIns="0" rtlCol="0" anchor="t"/>
          <a:lstStyle/>
          <a:p>
            <a:endParaRPr lang="en-US" sz="1307" dirty="0"/>
          </a:p>
        </p:txBody>
      </p:sp>
      <p:sp>
        <p:nvSpPr>
          <p:cNvPr id="12" name="Shape 5">
            <a:extLst>
              <a:ext uri="{FF2B5EF4-FFF2-40B4-BE49-F238E27FC236}">
                <a16:creationId xmlns:a16="http://schemas.microsoft.com/office/drawing/2014/main" id="{B100D851-C610-9502-D585-EE4BBBF3FE58}"/>
              </a:ext>
            </a:extLst>
          </p:cNvPr>
          <p:cNvSpPr/>
          <p:nvPr/>
        </p:nvSpPr>
        <p:spPr>
          <a:xfrm>
            <a:off x="487680" y="3438465"/>
            <a:ext cx="11522810" cy="512064"/>
          </a:xfrm>
          <a:prstGeom prst="rect">
            <a:avLst/>
          </a:prstGeom>
          <a:solidFill>
            <a:srgbClr val="E8F5E9"/>
          </a:solidFill>
          <a:ln w="12700">
            <a:solidFill>
              <a:srgbClr val="A5D6A7"/>
            </a:solidFill>
            <a:prstDash val="solid"/>
          </a:ln>
        </p:spPr>
      </p:sp>
      <p:sp>
        <p:nvSpPr>
          <p:cNvPr id="13" name="Text 6">
            <a:extLst>
              <a:ext uri="{FF2B5EF4-FFF2-40B4-BE49-F238E27FC236}">
                <a16:creationId xmlns:a16="http://schemas.microsoft.com/office/drawing/2014/main" id="{AE4975DE-CC55-78B3-1DBD-250FB284E4BC}"/>
              </a:ext>
            </a:extLst>
          </p:cNvPr>
          <p:cNvSpPr/>
          <p:nvPr/>
        </p:nvSpPr>
        <p:spPr>
          <a:xfrm>
            <a:off x="487680" y="3438465"/>
            <a:ext cx="8247888" cy="717563"/>
          </a:xfrm>
          <a:prstGeom prst="rect">
            <a:avLst/>
          </a:prstGeom>
          <a:noFill/>
          <a:ln/>
        </p:spPr>
        <p:txBody>
          <a:bodyPr wrap="square" rtlCol="0" anchor="t"/>
          <a:lstStyle/>
          <a:p>
            <a:pPr marL="0" indent="0">
              <a:buNone/>
            </a:pPr>
            <a:r>
              <a:rPr lang="en-US" sz="1400" b="1" dirty="0">
                <a:solidFill>
                  <a:srgbClr val="2E7D5E"/>
                </a:solidFill>
                <a:latin typeface="Calibri" pitchFamily="34" charset="0"/>
                <a:ea typeface="Calibri" pitchFamily="34" charset="-122"/>
                <a:cs typeface="Calibri" pitchFamily="34" charset="-120"/>
              </a:rPr>
              <a:t>Expected output
</a:t>
            </a:r>
            <a:r>
              <a:rPr lang="en-US" sz="1400" dirty="0">
                <a:solidFill>
                  <a:srgbClr val="1B4F2A"/>
                </a:solidFill>
                <a:latin typeface="Calibri" pitchFamily="34" charset="0"/>
                <a:ea typeface="Calibri" pitchFamily="34" charset="-122"/>
                <a:cs typeface="Calibri" pitchFamily="34" charset="-120"/>
              </a:rPr>
              <a:t>latent image size:  torch.Size([4, 64, 64])</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Shape 1"/>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4</a:t>
            </a:r>
            <a:endParaRPr lang="en-US" sz="1467" dirty="0"/>
          </a:p>
        </p:txBody>
      </p:sp>
      <p:sp>
        <p:nvSpPr>
          <p:cNvPr id="5" name="Text 3"/>
          <p:cNvSpPr/>
          <p:nvPr/>
        </p:nvSpPr>
        <p:spPr>
          <a:xfrm>
            <a:off x="1511808" y="195072"/>
            <a:ext cx="10192512" cy="609600"/>
          </a:xfrm>
          <a:prstGeom prst="rect">
            <a:avLst/>
          </a:prstGeom>
          <a:noFill/>
          <a:ln/>
        </p:spPr>
        <p:txBody>
          <a:bodyPr wrap="square" lIns="0" tIns="0" rIns="0" bIns="0" rtlCol="0" anchor="ctr"/>
          <a:lstStyle/>
          <a:p>
            <a:r>
              <a:rPr lang="fr-FR" sz="2933" b="1" dirty="0" err="1">
                <a:solidFill>
                  <a:srgbClr val="0D1B2A"/>
                </a:solidFill>
                <a:latin typeface="Calibri" pitchFamily="34" charset="0"/>
                <a:ea typeface="Calibri" pitchFamily="34" charset="-122"/>
                <a:cs typeface="Calibri" pitchFamily="34" charset="-120"/>
              </a:rPr>
              <a:t>Decode</a:t>
            </a:r>
            <a:r>
              <a:rPr lang="fr-FR" sz="2933" b="1" dirty="0">
                <a:solidFill>
                  <a:srgbClr val="0D1B2A"/>
                </a:solidFill>
                <a:latin typeface="Calibri" pitchFamily="34" charset="0"/>
                <a:ea typeface="Calibri" pitchFamily="34" charset="-122"/>
                <a:cs typeface="Calibri" pitchFamily="34" charset="-120"/>
              </a:rPr>
              <a:t> latents3 &amp; latents4 → images3, images4</a:t>
            </a:r>
          </a:p>
        </p:txBody>
      </p:sp>
      <p:sp>
        <p:nvSpPr>
          <p:cNvPr id="6" name="Shape 4"/>
          <p:cNvSpPr/>
          <p:nvPr/>
        </p:nvSpPr>
        <p:spPr>
          <a:xfrm>
            <a:off x="487680" y="877824"/>
            <a:ext cx="11216640" cy="534872"/>
          </a:xfrm>
          <a:prstGeom prst="rect">
            <a:avLst/>
          </a:prstGeom>
          <a:solidFill>
            <a:srgbClr val="E3F2FD"/>
          </a:solidFill>
          <a:ln w="10160">
            <a:solidFill>
              <a:srgbClr val="1565C0"/>
            </a:solidFill>
            <a:prstDash val="solid"/>
          </a:ln>
        </p:spPr>
      </p:sp>
      <p:sp>
        <p:nvSpPr>
          <p:cNvPr id="7" name="Text 5"/>
          <p:cNvSpPr/>
          <p:nvPr/>
        </p:nvSpPr>
        <p:spPr>
          <a:xfrm>
            <a:off x="658368" y="916591"/>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Convert the two latent images, latents3 and latents4, into high-resolution images. Name them images3 and images4, respectively.</a:t>
            </a:r>
            <a:endParaRPr lang="en-US" sz="1333" dirty="0"/>
          </a:p>
        </p:txBody>
      </p:sp>
      <p:sp>
        <p:nvSpPr>
          <p:cNvPr id="8" name="Shape 6"/>
          <p:cNvSpPr/>
          <p:nvPr/>
        </p:nvSpPr>
        <p:spPr>
          <a:xfrm>
            <a:off x="487680" y="2192984"/>
            <a:ext cx="11522810" cy="2106651"/>
          </a:xfrm>
          <a:prstGeom prst="rect">
            <a:avLst/>
          </a:prstGeom>
          <a:solidFill>
            <a:srgbClr val="1E2A3A"/>
          </a:solidFill>
          <a:ln w="10160">
            <a:solidFill>
              <a:srgbClr val="00E5FF"/>
            </a:solidFill>
            <a:prstDash val="solid"/>
          </a:ln>
        </p:spPr>
        <p:txBody>
          <a:bodyPr/>
          <a:lstStyle/>
          <a:p>
            <a:r>
              <a:rPr lang="en-US" sz="1310" dirty="0">
                <a:solidFill>
                  <a:srgbClr val="A8D8EA"/>
                </a:solidFill>
                <a:latin typeface="Consolas" pitchFamily="34" charset="0"/>
                <a:ea typeface="Consolas" pitchFamily="34" charset="-122"/>
                <a:cs typeface="Consolas" pitchFamily="34" charset="-120"/>
              </a:rPr>
              <a:t>from diffusers import </a:t>
            </a:r>
            <a:r>
              <a:rPr lang="en-US" sz="1310" dirty="0" err="1">
                <a:solidFill>
                  <a:srgbClr val="A8D8EA"/>
                </a:solidFill>
                <a:latin typeface="Consolas" pitchFamily="34" charset="0"/>
                <a:ea typeface="Consolas" pitchFamily="34" charset="-122"/>
                <a:cs typeface="Consolas" pitchFamily="34" charset="-120"/>
              </a:rPr>
              <a:t>AutoencoderKL</a:t>
            </a:r>
            <a:endParaRPr lang="en-US" sz="1310" dirty="0">
              <a:solidFill>
                <a:srgbClr val="A8D8EA"/>
              </a:solidFill>
              <a:latin typeface="Consolas" pitchFamily="34" charset="0"/>
              <a:ea typeface="Consolas" pitchFamily="34" charset="-122"/>
              <a:cs typeface="Consolas" pitchFamily="34" charset="-120"/>
            </a:endParaRP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 Load pretrained VAE (reuse if already loaded in section 4)</a:t>
            </a:r>
          </a:p>
          <a:p>
            <a:r>
              <a:rPr lang="en-US" sz="1310" dirty="0" err="1">
                <a:solidFill>
                  <a:srgbClr val="A8D8EA"/>
                </a:solidFill>
                <a:latin typeface="Consolas" pitchFamily="34" charset="0"/>
                <a:ea typeface="Consolas" pitchFamily="34" charset="-122"/>
                <a:cs typeface="Consolas" pitchFamily="34" charset="-120"/>
              </a:rPr>
              <a:t>vae</a:t>
            </a:r>
            <a:r>
              <a:rPr lang="en-US" sz="1310" dirty="0">
                <a:solidFill>
                  <a:srgbClr val="A8D8EA"/>
                </a:solidFill>
                <a:latin typeface="Consolas" pitchFamily="34" charset="0"/>
                <a:ea typeface="Consolas" pitchFamily="34" charset="-122"/>
                <a:cs typeface="Consolas" pitchFamily="34" charset="-120"/>
              </a:rPr>
              <a:t> = </a:t>
            </a:r>
            <a:r>
              <a:rPr lang="en-US" sz="1310" dirty="0" err="1">
                <a:solidFill>
                  <a:srgbClr val="A8D8EA"/>
                </a:solidFill>
                <a:latin typeface="Consolas" pitchFamily="34" charset="0"/>
                <a:ea typeface="Consolas" pitchFamily="34" charset="-122"/>
                <a:cs typeface="Consolas" pitchFamily="34" charset="-120"/>
              </a:rPr>
              <a:t>AutoencoderKL.from_pretrained</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CompVis</a:t>
            </a:r>
            <a:r>
              <a:rPr lang="en-US" sz="1310" dirty="0">
                <a:solidFill>
                  <a:srgbClr val="A8D8EA"/>
                </a:solidFill>
                <a:latin typeface="Consolas" pitchFamily="34" charset="0"/>
                <a:ea typeface="Consolas" pitchFamily="34" charset="-122"/>
                <a:cs typeface="Consolas" pitchFamily="34" charset="-120"/>
              </a:rPr>
              <a:t>/stable-diffusion-v1-4", subfolder="</a:t>
            </a:r>
            <a:r>
              <a:rPr lang="en-US" sz="1310" dirty="0" err="1">
                <a:solidFill>
                  <a:srgbClr val="A8D8EA"/>
                </a:solidFill>
                <a:latin typeface="Consolas" pitchFamily="34" charset="0"/>
                <a:ea typeface="Consolas" pitchFamily="34" charset="-122"/>
                <a:cs typeface="Consolas" pitchFamily="34" charset="-120"/>
              </a:rPr>
              <a:t>vae</a:t>
            </a:r>
            <a:r>
              <a:rPr lang="en-US" sz="1310" dirty="0">
                <a:solidFill>
                  <a:srgbClr val="A8D8EA"/>
                </a:solidFill>
                <a:latin typeface="Consolas" pitchFamily="34" charset="0"/>
                <a:ea typeface="Consolas" pitchFamily="34" charset="-122"/>
                <a:cs typeface="Consolas" pitchFamily="34" charset="-120"/>
              </a:rPr>
              <a:t>").to(device)</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with </a:t>
            </a:r>
            <a:r>
              <a:rPr lang="en-US" sz="1310" dirty="0" err="1">
                <a:solidFill>
                  <a:srgbClr val="A8D8EA"/>
                </a:solidFill>
                <a:latin typeface="Consolas" pitchFamily="34" charset="0"/>
                <a:ea typeface="Consolas" pitchFamily="34" charset="-122"/>
                <a:cs typeface="Consolas" pitchFamily="34" charset="-120"/>
              </a:rPr>
              <a:t>torch.no_grad</a:t>
            </a:r>
            <a:r>
              <a:rPr lang="en-US" sz="1310" dirty="0">
                <a:solidFill>
                  <a:srgbClr val="A8D8EA"/>
                </a:solidFill>
                <a:latin typeface="Consolas" pitchFamily="34" charset="0"/>
                <a:ea typeface="Consolas" pitchFamily="34" charset="-122"/>
                <a:cs typeface="Consolas" pitchFamily="34" charset="-120"/>
              </a:rPr>
              <a:t>():</a:t>
            </a:r>
          </a:p>
          <a:p>
            <a:r>
              <a:rPr lang="en-US" sz="1310" dirty="0">
                <a:solidFill>
                  <a:srgbClr val="A8D8EA"/>
                </a:solidFill>
                <a:latin typeface="Consolas" pitchFamily="34" charset="0"/>
                <a:ea typeface="Consolas" pitchFamily="34" charset="-122"/>
                <a:cs typeface="Consolas" pitchFamily="34" charset="-120"/>
              </a:rPr>
              <a:t>    images3 = </a:t>
            </a:r>
            <a:r>
              <a:rPr lang="en-US" sz="1310" dirty="0" err="1">
                <a:solidFill>
                  <a:srgbClr val="A8D8EA"/>
                </a:solidFill>
                <a:latin typeface="Consolas" pitchFamily="34" charset="0"/>
                <a:ea typeface="Consolas" pitchFamily="34" charset="-122"/>
                <a:cs typeface="Consolas" pitchFamily="34" charset="-120"/>
              </a:rPr>
              <a:t>vae.decode</a:t>
            </a:r>
            <a:r>
              <a:rPr lang="en-US" sz="1310" dirty="0">
                <a:solidFill>
                  <a:srgbClr val="A8D8EA"/>
                </a:solidFill>
                <a:latin typeface="Consolas" pitchFamily="34" charset="0"/>
                <a:ea typeface="Consolas" pitchFamily="34" charset="-122"/>
                <a:cs typeface="Consolas" pitchFamily="34" charset="-120"/>
              </a:rPr>
              <a:t>(latents3).sample   </a:t>
            </a:r>
          </a:p>
          <a:p>
            <a:r>
              <a:rPr lang="en-US" sz="1310" dirty="0">
                <a:solidFill>
                  <a:srgbClr val="A8D8EA"/>
                </a:solidFill>
                <a:latin typeface="Consolas" pitchFamily="34" charset="0"/>
                <a:ea typeface="Consolas" pitchFamily="34" charset="-122"/>
                <a:cs typeface="Consolas" pitchFamily="34" charset="-120"/>
              </a:rPr>
              <a:t>    images4 = </a:t>
            </a:r>
            <a:r>
              <a:rPr lang="en-US" sz="1310" dirty="0" err="1">
                <a:solidFill>
                  <a:srgbClr val="A8D8EA"/>
                </a:solidFill>
                <a:latin typeface="Consolas" pitchFamily="34" charset="0"/>
                <a:ea typeface="Consolas" pitchFamily="34" charset="-122"/>
                <a:cs typeface="Consolas" pitchFamily="34" charset="-120"/>
              </a:rPr>
              <a:t>vae.decode</a:t>
            </a:r>
            <a:r>
              <a:rPr lang="en-US" sz="1310" dirty="0">
                <a:solidFill>
                  <a:srgbClr val="A8D8EA"/>
                </a:solidFill>
                <a:latin typeface="Consolas" pitchFamily="34" charset="0"/>
                <a:ea typeface="Consolas" pitchFamily="34" charset="-122"/>
                <a:cs typeface="Consolas" pitchFamily="34" charset="-120"/>
              </a:rPr>
              <a:t>(latents4).sample</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print(</a:t>
            </a:r>
            <a:r>
              <a:rPr lang="en-US" sz="1310" dirty="0" err="1">
                <a:solidFill>
                  <a:srgbClr val="A8D8EA"/>
                </a:solidFill>
                <a:latin typeface="Consolas" pitchFamily="34" charset="0"/>
                <a:ea typeface="Consolas" pitchFamily="34" charset="-122"/>
                <a:cs typeface="Consolas" pitchFamily="34" charset="-120"/>
              </a:rPr>
              <a:t>f"final</a:t>
            </a:r>
            <a:r>
              <a:rPr lang="en-US" sz="1310" dirty="0">
                <a:solidFill>
                  <a:srgbClr val="A8D8EA"/>
                </a:solidFill>
                <a:latin typeface="Consolas" pitchFamily="34" charset="0"/>
                <a:ea typeface="Consolas" pitchFamily="34" charset="-122"/>
                <a:cs typeface="Consolas" pitchFamily="34" charset="-120"/>
              </a:rPr>
              <a:t> image size: {images3[0].shape}") </a:t>
            </a:r>
            <a:endParaRPr lang="en-US" sz="1310" dirty="0"/>
          </a:p>
        </p:txBody>
      </p:sp>
      <p:sp>
        <p:nvSpPr>
          <p:cNvPr id="9" name="Text 7"/>
          <p:cNvSpPr/>
          <p:nvPr/>
        </p:nvSpPr>
        <p:spPr>
          <a:xfrm>
            <a:off x="658368" y="2314906"/>
            <a:ext cx="10875264" cy="2877312"/>
          </a:xfrm>
          <a:prstGeom prst="rect">
            <a:avLst/>
          </a:prstGeom>
          <a:noFill/>
          <a:ln/>
        </p:spPr>
        <p:txBody>
          <a:bodyPr wrap="square" lIns="0" tIns="0" rIns="0" bIns="0" rtlCol="0" anchor="t"/>
          <a:lstStyle/>
          <a:p>
            <a:endParaRPr lang="en-US" sz="1307" dirty="0"/>
          </a:p>
        </p:txBody>
      </p:sp>
      <p:sp>
        <p:nvSpPr>
          <p:cNvPr id="12" name="Shape 5">
            <a:extLst>
              <a:ext uri="{FF2B5EF4-FFF2-40B4-BE49-F238E27FC236}">
                <a16:creationId xmlns:a16="http://schemas.microsoft.com/office/drawing/2014/main" id="{C1472591-109C-5FEA-9E3B-B6713FE3F2BE}"/>
              </a:ext>
            </a:extLst>
          </p:cNvPr>
          <p:cNvSpPr/>
          <p:nvPr/>
        </p:nvSpPr>
        <p:spPr>
          <a:xfrm>
            <a:off x="487680" y="4474655"/>
            <a:ext cx="11522810" cy="512064"/>
          </a:xfrm>
          <a:prstGeom prst="rect">
            <a:avLst/>
          </a:prstGeom>
          <a:solidFill>
            <a:srgbClr val="E8F5E9"/>
          </a:solidFill>
          <a:ln w="12700">
            <a:solidFill>
              <a:srgbClr val="A5D6A7"/>
            </a:solidFill>
            <a:prstDash val="solid"/>
          </a:ln>
        </p:spPr>
      </p:sp>
      <p:sp>
        <p:nvSpPr>
          <p:cNvPr id="13" name="Text 6">
            <a:extLst>
              <a:ext uri="{FF2B5EF4-FFF2-40B4-BE49-F238E27FC236}">
                <a16:creationId xmlns:a16="http://schemas.microsoft.com/office/drawing/2014/main" id="{8B5BFDFB-4032-8103-1B5A-B1C5BA49A4F0}"/>
              </a:ext>
            </a:extLst>
          </p:cNvPr>
          <p:cNvSpPr/>
          <p:nvPr/>
        </p:nvSpPr>
        <p:spPr>
          <a:xfrm>
            <a:off x="487680" y="4474655"/>
            <a:ext cx="8247888" cy="717563"/>
          </a:xfrm>
          <a:prstGeom prst="rect">
            <a:avLst/>
          </a:prstGeom>
          <a:noFill/>
          <a:ln/>
        </p:spPr>
        <p:txBody>
          <a:bodyPr wrap="square" rtlCol="0" anchor="t"/>
          <a:lstStyle/>
          <a:p>
            <a:pPr marL="0" indent="0">
              <a:buNone/>
            </a:pPr>
            <a:r>
              <a:rPr lang="en-US" sz="1400" b="1" dirty="0">
                <a:solidFill>
                  <a:srgbClr val="2E7D5E"/>
                </a:solidFill>
                <a:latin typeface="Calibri" pitchFamily="34" charset="0"/>
                <a:ea typeface="Calibri" pitchFamily="34" charset="-122"/>
                <a:cs typeface="Calibri" pitchFamily="34" charset="-120"/>
              </a:rPr>
              <a:t>Expected output
</a:t>
            </a:r>
            <a:r>
              <a:rPr lang="en-US" sz="1400" dirty="0">
                <a:solidFill>
                  <a:srgbClr val="1B4F2A"/>
                </a:solidFill>
                <a:latin typeface="Calibri" pitchFamily="34" charset="0"/>
                <a:ea typeface="Calibri" pitchFamily="34" charset="-122"/>
                <a:cs typeface="Calibri" pitchFamily="34" charset="-120"/>
              </a:rPr>
              <a:t>final image size:  </a:t>
            </a:r>
            <a:r>
              <a:rPr lang="en-US" sz="1400" dirty="0" err="1">
                <a:solidFill>
                  <a:srgbClr val="1B4F2A"/>
                </a:solidFill>
                <a:latin typeface="Calibri" pitchFamily="34" charset="0"/>
                <a:ea typeface="Calibri" pitchFamily="34" charset="-122"/>
                <a:cs typeface="Calibri" pitchFamily="34" charset="-120"/>
              </a:rPr>
              <a:t>torch.Size</a:t>
            </a:r>
            <a:r>
              <a:rPr lang="en-US" sz="1400" dirty="0">
                <a:solidFill>
                  <a:srgbClr val="1B4F2A"/>
                </a:solidFill>
                <a:latin typeface="Calibri" pitchFamily="34" charset="0"/>
                <a:ea typeface="Calibri" pitchFamily="34" charset="-122"/>
                <a:cs typeface="Calibri" pitchFamily="34" charset="-120"/>
              </a:rPr>
              <a:t>([3, 512, 512])</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Shape 1"/>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5</a:t>
            </a:r>
            <a:endParaRPr lang="en-US" sz="1467" dirty="0"/>
          </a:p>
        </p:txBody>
      </p:sp>
      <p:sp>
        <p:nvSpPr>
          <p:cNvPr id="5" name="Text 3"/>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Plot latents3, images3, latents4, images4 in 1×4 grid</a:t>
            </a:r>
          </a:p>
        </p:txBody>
      </p:sp>
      <p:sp>
        <p:nvSpPr>
          <p:cNvPr id="6" name="Shape 4"/>
          <p:cNvSpPr/>
          <p:nvPr/>
        </p:nvSpPr>
        <p:spPr>
          <a:xfrm>
            <a:off x="487680" y="877824"/>
            <a:ext cx="11216640" cy="534872"/>
          </a:xfrm>
          <a:prstGeom prst="rect">
            <a:avLst/>
          </a:prstGeom>
          <a:solidFill>
            <a:srgbClr val="E3F2FD"/>
          </a:solidFill>
          <a:ln w="10160">
            <a:solidFill>
              <a:srgbClr val="1565C0"/>
            </a:solidFill>
            <a:prstDash val="solid"/>
          </a:ln>
        </p:spPr>
      </p:sp>
      <p:sp>
        <p:nvSpPr>
          <p:cNvPr id="7" name="Text 5"/>
          <p:cNvSpPr/>
          <p:nvPr/>
        </p:nvSpPr>
        <p:spPr>
          <a:xfrm>
            <a:off x="658368" y="916591"/>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Plot the two latent images, latents3 and latents4, and the two outputs, images3 and images4, in a  1×4  grid. Label the four images accordingly.</a:t>
            </a:r>
            <a:endParaRPr lang="en-US" sz="1333" dirty="0"/>
          </a:p>
        </p:txBody>
      </p:sp>
      <p:sp>
        <p:nvSpPr>
          <p:cNvPr id="8" name="Shape 6"/>
          <p:cNvSpPr/>
          <p:nvPr/>
        </p:nvSpPr>
        <p:spPr>
          <a:xfrm>
            <a:off x="487680" y="1510232"/>
            <a:ext cx="11522810" cy="5250232"/>
          </a:xfrm>
          <a:prstGeom prst="rect">
            <a:avLst/>
          </a:prstGeom>
          <a:solidFill>
            <a:srgbClr val="1E2A3A"/>
          </a:solidFill>
          <a:ln w="10160">
            <a:solidFill>
              <a:srgbClr val="00E5FF"/>
            </a:solidFill>
            <a:prstDash val="solid"/>
          </a:ln>
        </p:spPr>
        <p:txBody>
          <a:bodyPr/>
          <a:lstStyle/>
          <a:p>
            <a:r>
              <a:rPr lang="en-US" sz="1100" dirty="0">
                <a:solidFill>
                  <a:srgbClr val="A8D8EA"/>
                </a:solidFill>
                <a:latin typeface="Consolas" pitchFamily="34" charset="0"/>
                <a:ea typeface="Consolas" pitchFamily="34" charset="-122"/>
                <a:cs typeface="Consolas" pitchFamily="34" charset="-120"/>
              </a:rPr>
              <a:t>import </a:t>
            </a:r>
            <a:r>
              <a:rPr lang="en-US" sz="1100" dirty="0" err="1">
                <a:solidFill>
                  <a:srgbClr val="A8D8EA"/>
                </a:solidFill>
                <a:latin typeface="Consolas" pitchFamily="34" charset="0"/>
                <a:ea typeface="Consolas" pitchFamily="34" charset="-122"/>
                <a:cs typeface="Consolas" pitchFamily="34" charset="-120"/>
              </a:rPr>
              <a:t>matplotlib.pyplot</a:t>
            </a:r>
            <a:r>
              <a:rPr lang="en-US" sz="1100" dirty="0">
                <a:solidFill>
                  <a:srgbClr val="A8D8EA"/>
                </a:solidFill>
                <a:latin typeface="Consolas" pitchFamily="34" charset="0"/>
                <a:ea typeface="Consolas" pitchFamily="34" charset="-122"/>
                <a:cs typeface="Consolas" pitchFamily="34" charset="-120"/>
              </a:rPr>
              <a:t> as </a:t>
            </a:r>
            <a:r>
              <a:rPr lang="en-US" sz="1100" dirty="0" err="1">
                <a:solidFill>
                  <a:srgbClr val="A8D8EA"/>
                </a:solidFill>
                <a:latin typeface="Consolas" pitchFamily="34" charset="0"/>
                <a:ea typeface="Consolas" pitchFamily="34" charset="-122"/>
                <a:cs typeface="Consolas" pitchFamily="34" charset="-120"/>
              </a:rPr>
              <a:t>plt</a:t>
            </a:r>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import </a:t>
            </a:r>
            <a:r>
              <a:rPr lang="en-US" sz="1100" dirty="0" err="1">
                <a:solidFill>
                  <a:srgbClr val="A8D8EA"/>
                </a:solidFill>
                <a:latin typeface="Consolas" pitchFamily="34" charset="0"/>
                <a:ea typeface="Consolas" pitchFamily="34" charset="-122"/>
                <a:cs typeface="Consolas" pitchFamily="34" charset="-120"/>
              </a:rPr>
              <a:t>numpy</a:t>
            </a:r>
            <a:r>
              <a:rPr lang="en-US" sz="1100" dirty="0">
                <a:solidFill>
                  <a:srgbClr val="A8D8EA"/>
                </a:solidFill>
                <a:latin typeface="Consolas" pitchFamily="34" charset="0"/>
                <a:ea typeface="Consolas" pitchFamily="34" charset="-122"/>
                <a:cs typeface="Consolas" pitchFamily="34" charset="-120"/>
              </a:rPr>
              <a:t> as np</a:t>
            </a: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 Helper functions from section 4 of the lab</a:t>
            </a:r>
          </a:p>
          <a:p>
            <a:r>
              <a:rPr lang="en-US" sz="1100" dirty="0">
                <a:solidFill>
                  <a:srgbClr val="A8D8EA"/>
                </a:solidFill>
                <a:latin typeface="Consolas" pitchFamily="34" charset="0"/>
                <a:ea typeface="Consolas" pitchFamily="34" charset="-122"/>
                <a:cs typeface="Consolas" pitchFamily="34" charset="-120"/>
              </a:rPr>
              <a:t>def </a:t>
            </a:r>
            <a:r>
              <a:rPr lang="en-US" sz="1100" dirty="0" err="1">
                <a:solidFill>
                  <a:srgbClr val="A8D8EA"/>
                </a:solidFill>
                <a:latin typeface="Consolas" pitchFamily="34" charset="0"/>
                <a:ea typeface="Consolas" pitchFamily="34" charset="-122"/>
                <a:cs typeface="Consolas" pitchFamily="34" charset="-120"/>
              </a:rPr>
              <a:t>latent_to_display_image</a:t>
            </a:r>
            <a:r>
              <a:rPr lang="en-US" sz="1100" dirty="0">
                <a:solidFill>
                  <a:srgbClr val="A8D8EA"/>
                </a:solidFill>
                <a:latin typeface="Consolas" pitchFamily="34" charset="0"/>
                <a:ea typeface="Consolas" pitchFamily="34" charset="-122"/>
                <a:cs typeface="Consolas" pitchFamily="34" charset="-120"/>
              </a:rPr>
              <a:t>(latent, </a:t>
            </a:r>
            <a:r>
              <a:rPr lang="en-US" sz="1100" dirty="0" err="1">
                <a:solidFill>
                  <a:srgbClr val="A8D8EA"/>
                </a:solidFill>
                <a:latin typeface="Consolas" pitchFamily="34" charset="0"/>
                <a:ea typeface="Consolas" pitchFamily="34" charset="-122"/>
                <a:cs typeface="Consolas" pitchFamily="34" charset="-120"/>
              </a:rPr>
              <a:t>upsample_factor</a:t>
            </a:r>
            <a:r>
              <a:rPr lang="en-US" sz="1100" dirty="0">
                <a:solidFill>
                  <a:srgbClr val="A8D8EA"/>
                </a:solidFill>
                <a:latin typeface="Consolas" pitchFamily="34" charset="0"/>
                <a:ea typeface="Consolas" pitchFamily="34" charset="-122"/>
                <a:cs typeface="Consolas" pitchFamily="34" charset="-120"/>
              </a:rPr>
              <a:t>=8):</a:t>
            </a:r>
          </a:p>
          <a:p>
            <a:r>
              <a:rPr lang="en-US" sz="1100" dirty="0">
                <a:solidFill>
                  <a:srgbClr val="A8D8EA"/>
                </a:solidFill>
                <a:latin typeface="Consolas" pitchFamily="34" charset="0"/>
                <a:ea typeface="Consolas" pitchFamily="34" charset="-122"/>
                <a:cs typeface="Consolas" pitchFamily="34" charset="-120"/>
              </a:rPr>
              <a:t>    image = latent[0].permute(1, 2, 0).detach().</a:t>
            </a:r>
            <a:r>
              <a:rPr lang="en-US" sz="1100" dirty="0" err="1">
                <a:solidFill>
                  <a:srgbClr val="A8D8EA"/>
                </a:solidFill>
                <a:latin typeface="Consolas" pitchFamily="34" charset="0"/>
                <a:ea typeface="Consolas" pitchFamily="34" charset="-122"/>
                <a:cs typeface="Consolas" pitchFamily="34" charset="-120"/>
              </a:rPr>
              <a:t>cpu</a:t>
            </a:r>
            <a:r>
              <a:rPr lang="en-US" sz="1100" dirty="0">
                <a:solidFill>
                  <a:srgbClr val="A8D8EA"/>
                </a:solidFill>
                <a:latin typeface="Consolas" pitchFamily="34" charset="0"/>
                <a:ea typeface="Consolas" pitchFamily="34" charset="-122"/>
                <a:cs typeface="Consolas" pitchFamily="34" charset="-120"/>
              </a:rPr>
              <a:t>()</a:t>
            </a:r>
          </a:p>
          <a:p>
            <a:r>
              <a:rPr lang="en-US" sz="1100" dirty="0">
                <a:solidFill>
                  <a:srgbClr val="A8D8EA"/>
                </a:solidFill>
                <a:latin typeface="Consolas" pitchFamily="34" charset="0"/>
                <a:ea typeface="Consolas" pitchFamily="34" charset="-122"/>
                <a:cs typeface="Consolas" pitchFamily="34" charset="-120"/>
              </a:rPr>
              <a:t>    image = </a:t>
            </a:r>
            <a:r>
              <a:rPr lang="en-US" sz="1100" dirty="0" err="1">
                <a:solidFill>
                  <a:srgbClr val="A8D8EA"/>
                </a:solidFill>
                <a:latin typeface="Consolas" pitchFamily="34" charset="0"/>
                <a:ea typeface="Consolas" pitchFamily="34" charset="-122"/>
                <a:cs typeface="Consolas" pitchFamily="34" charset="-120"/>
              </a:rPr>
              <a:t>torch.clamp</a:t>
            </a:r>
            <a:r>
              <a:rPr lang="en-US" sz="1100" dirty="0">
                <a:solidFill>
                  <a:srgbClr val="A8D8EA"/>
                </a:solidFill>
                <a:latin typeface="Consolas" pitchFamily="34" charset="0"/>
                <a:ea typeface="Consolas" pitchFamily="34" charset="-122"/>
                <a:cs typeface="Consolas" pitchFamily="34" charset="-120"/>
              </a:rPr>
              <a:t>(image, -1, 1)</a:t>
            </a:r>
          </a:p>
          <a:p>
            <a:r>
              <a:rPr lang="en-US" sz="1100" dirty="0">
                <a:solidFill>
                  <a:srgbClr val="A8D8EA"/>
                </a:solidFill>
                <a:latin typeface="Consolas" pitchFamily="34" charset="0"/>
                <a:ea typeface="Consolas" pitchFamily="34" charset="-122"/>
                <a:cs typeface="Consolas" pitchFamily="34" charset="-120"/>
              </a:rPr>
              <a:t>    image = </a:t>
            </a:r>
            <a:r>
              <a:rPr lang="en-US" sz="1100" dirty="0" err="1">
                <a:solidFill>
                  <a:srgbClr val="A8D8EA"/>
                </a:solidFill>
                <a:latin typeface="Consolas" pitchFamily="34" charset="0"/>
                <a:ea typeface="Consolas" pitchFamily="34" charset="-122"/>
                <a:cs typeface="Consolas" pitchFamily="34" charset="-120"/>
              </a:rPr>
              <a:t>image.repeat_interleave</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upsample_factor</a:t>
            </a:r>
            <a:r>
              <a:rPr lang="en-US" sz="1100" dirty="0">
                <a:solidFill>
                  <a:srgbClr val="A8D8EA"/>
                </a:solidFill>
                <a:latin typeface="Consolas" pitchFamily="34" charset="0"/>
                <a:ea typeface="Consolas" pitchFamily="34" charset="-122"/>
                <a:cs typeface="Consolas" pitchFamily="34" charset="-120"/>
              </a:rPr>
              <a:t>, dim=0).</a:t>
            </a:r>
            <a:r>
              <a:rPr lang="en-US" sz="1100" dirty="0" err="1">
                <a:solidFill>
                  <a:srgbClr val="A8D8EA"/>
                </a:solidFill>
                <a:latin typeface="Consolas" pitchFamily="34" charset="0"/>
                <a:ea typeface="Consolas" pitchFamily="34" charset="-122"/>
                <a:cs typeface="Consolas" pitchFamily="34" charset="-120"/>
              </a:rPr>
              <a:t>repeat_interleave</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upsample_factor</a:t>
            </a:r>
            <a:r>
              <a:rPr lang="en-US" sz="1100" dirty="0">
                <a:solidFill>
                  <a:srgbClr val="A8D8EA"/>
                </a:solidFill>
                <a:latin typeface="Consolas" pitchFamily="34" charset="0"/>
                <a:ea typeface="Consolas" pitchFamily="34" charset="-122"/>
                <a:cs typeface="Consolas" pitchFamily="34" charset="-120"/>
              </a:rPr>
              <a:t>, dim=1)</a:t>
            </a:r>
          </a:p>
          <a:p>
            <a:r>
              <a:rPr lang="en-US" sz="1100" dirty="0">
                <a:solidFill>
                  <a:srgbClr val="A8D8EA"/>
                </a:solidFill>
                <a:latin typeface="Consolas" pitchFamily="34" charset="0"/>
                <a:ea typeface="Consolas" pitchFamily="34" charset="-122"/>
                <a:cs typeface="Consolas" pitchFamily="34" charset="-120"/>
              </a:rPr>
              <a:t>    return ((image + 1) / 2).</a:t>
            </a:r>
            <a:r>
              <a:rPr lang="en-US" sz="1100" dirty="0" err="1">
                <a:solidFill>
                  <a:srgbClr val="A8D8EA"/>
                </a:solidFill>
                <a:latin typeface="Consolas" pitchFamily="34" charset="0"/>
                <a:ea typeface="Consolas" pitchFamily="34" charset="-122"/>
                <a:cs typeface="Consolas" pitchFamily="34" charset="-120"/>
              </a:rPr>
              <a:t>numpy</a:t>
            </a:r>
            <a:r>
              <a:rPr lang="en-US" sz="1100" dirty="0">
                <a:solidFill>
                  <a:srgbClr val="A8D8EA"/>
                </a:solidFill>
                <a:latin typeface="Consolas" pitchFamily="34" charset="0"/>
                <a:ea typeface="Consolas" pitchFamily="34" charset="-122"/>
                <a:cs typeface="Consolas" pitchFamily="34" charset="-120"/>
              </a:rPr>
              <a:t>()</a:t>
            </a: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def </a:t>
            </a:r>
            <a:r>
              <a:rPr lang="en-US" sz="1100" dirty="0" err="1">
                <a:solidFill>
                  <a:srgbClr val="A8D8EA"/>
                </a:solidFill>
                <a:latin typeface="Consolas" pitchFamily="34" charset="0"/>
                <a:ea typeface="Consolas" pitchFamily="34" charset="-122"/>
                <a:cs typeface="Consolas" pitchFamily="34" charset="-120"/>
              </a:rPr>
              <a:t>output_to_display_image</a:t>
            </a:r>
            <a:r>
              <a:rPr lang="en-US" sz="1100" dirty="0">
                <a:solidFill>
                  <a:srgbClr val="A8D8EA"/>
                </a:solidFill>
                <a:latin typeface="Consolas" pitchFamily="34" charset="0"/>
                <a:ea typeface="Consolas" pitchFamily="34" charset="-122"/>
                <a:cs typeface="Consolas" pitchFamily="34" charset="-120"/>
              </a:rPr>
              <a:t>(output):</a:t>
            </a:r>
          </a:p>
          <a:p>
            <a:r>
              <a:rPr lang="en-US" sz="1100" dirty="0">
                <a:solidFill>
                  <a:srgbClr val="A8D8EA"/>
                </a:solidFill>
                <a:latin typeface="Consolas" pitchFamily="34" charset="0"/>
                <a:ea typeface="Consolas" pitchFamily="34" charset="-122"/>
                <a:cs typeface="Consolas" pitchFamily="34" charset="-120"/>
              </a:rPr>
              <a:t>    image = output[0].permute(1, 2, 0).detach().</a:t>
            </a:r>
            <a:r>
              <a:rPr lang="en-US" sz="1100" dirty="0" err="1">
                <a:solidFill>
                  <a:srgbClr val="A8D8EA"/>
                </a:solidFill>
                <a:latin typeface="Consolas" pitchFamily="34" charset="0"/>
                <a:ea typeface="Consolas" pitchFamily="34" charset="-122"/>
                <a:cs typeface="Consolas" pitchFamily="34" charset="-120"/>
              </a:rPr>
              <a:t>cpu</a:t>
            </a:r>
            <a:r>
              <a:rPr lang="en-US" sz="1100" dirty="0">
                <a:solidFill>
                  <a:srgbClr val="A8D8EA"/>
                </a:solidFill>
                <a:latin typeface="Consolas" pitchFamily="34" charset="0"/>
                <a:ea typeface="Consolas" pitchFamily="34" charset="-122"/>
                <a:cs typeface="Consolas" pitchFamily="34" charset="-120"/>
              </a:rPr>
              <a:t>()</a:t>
            </a:r>
          </a:p>
          <a:p>
            <a:r>
              <a:rPr lang="en-US" sz="1100" dirty="0">
                <a:solidFill>
                  <a:srgbClr val="A8D8EA"/>
                </a:solidFill>
                <a:latin typeface="Consolas" pitchFamily="34" charset="0"/>
                <a:ea typeface="Consolas" pitchFamily="34" charset="-122"/>
                <a:cs typeface="Consolas" pitchFamily="34" charset="-120"/>
              </a:rPr>
              <a:t>    return </a:t>
            </a:r>
            <a:r>
              <a:rPr lang="en-US" sz="1100" dirty="0" err="1">
                <a:solidFill>
                  <a:srgbClr val="A8D8EA"/>
                </a:solidFill>
                <a:latin typeface="Consolas" pitchFamily="34" charset="0"/>
                <a:ea typeface="Consolas" pitchFamily="34" charset="-122"/>
                <a:cs typeface="Consolas" pitchFamily="34" charset="-120"/>
              </a:rPr>
              <a:t>torch.clamp</a:t>
            </a:r>
            <a:r>
              <a:rPr lang="en-US" sz="1100" dirty="0">
                <a:solidFill>
                  <a:srgbClr val="A8D8EA"/>
                </a:solidFill>
                <a:latin typeface="Consolas" pitchFamily="34" charset="0"/>
                <a:ea typeface="Consolas" pitchFamily="34" charset="-122"/>
                <a:cs typeface="Consolas" pitchFamily="34" charset="-120"/>
              </a:rPr>
              <a:t>((image + 1) / 2, 0, 1).</a:t>
            </a:r>
            <a:r>
              <a:rPr lang="en-US" sz="1100" dirty="0" err="1">
                <a:solidFill>
                  <a:srgbClr val="A8D8EA"/>
                </a:solidFill>
                <a:latin typeface="Consolas" pitchFamily="34" charset="0"/>
                <a:ea typeface="Consolas" pitchFamily="34" charset="-122"/>
                <a:cs typeface="Consolas" pitchFamily="34" charset="-120"/>
              </a:rPr>
              <a:t>numpy</a:t>
            </a:r>
            <a:r>
              <a:rPr lang="en-US" sz="1100" dirty="0">
                <a:solidFill>
                  <a:srgbClr val="A8D8EA"/>
                </a:solidFill>
                <a:latin typeface="Consolas" pitchFamily="34" charset="0"/>
                <a:ea typeface="Consolas" pitchFamily="34" charset="-122"/>
                <a:cs typeface="Consolas" pitchFamily="34" charset="-120"/>
              </a:rPr>
              <a:t>()</a:t>
            </a: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 1×4 grid </a:t>
            </a:r>
          </a:p>
          <a:p>
            <a:r>
              <a:rPr lang="en-US" sz="1100" dirty="0" err="1">
                <a:solidFill>
                  <a:srgbClr val="A8D8EA"/>
                </a:solidFill>
                <a:latin typeface="Consolas" pitchFamily="34" charset="0"/>
                <a:ea typeface="Consolas" pitchFamily="34" charset="-122"/>
                <a:cs typeface="Consolas" pitchFamily="34" charset="-120"/>
              </a:rPr>
              <a:t>imgs</a:t>
            </a:r>
            <a:r>
              <a:rPr lang="en-US" sz="1100" dirty="0">
                <a:solidFill>
                  <a:srgbClr val="A8D8EA"/>
                </a:solidFill>
                <a:latin typeface="Consolas" pitchFamily="34" charset="0"/>
                <a:ea typeface="Consolas" pitchFamily="34" charset="-122"/>
                <a:cs typeface="Consolas" pitchFamily="34" charset="-120"/>
              </a:rPr>
              <a:t> = [</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latent_to_display_image</a:t>
            </a:r>
            <a:r>
              <a:rPr lang="en-US" sz="1100" dirty="0">
                <a:solidFill>
                  <a:srgbClr val="A8D8EA"/>
                </a:solidFill>
                <a:latin typeface="Consolas" pitchFamily="34" charset="0"/>
                <a:ea typeface="Consolas" pitchFamily="34" charset="-122"/>
                <a:cs typeface="Consolas" pitchFamily="34" charset="-120"/>
              </a:rPr>
              <a:t>(latents3),   # leopard latent (</a:t>
            </a:r>
            <a:r>
              <a:rPr lang="en-US" sz="1100" dirty="0" err="1">
                <a:solidFill>
                  <a:srgbClr val="A8D8EA"/>
                </a:solidFill>
                <a:latin typeface="Consolas" pitchFamily="34" charset="0"/>
                <a:ea typeface="Consolas" pitchFamily="34" charset="-122"/>
                <a:cs typeface="Consolas" pitchFamily="34" charset="-120"/>
              </a:rPr>
              <a:t>upsampled</a:t>
            </a:r>
            <a:r>
              <a:rPr lang="en-US" sz="1100" dirty="0">
                <a:solidFill>
                  <a:srgbClr val="A8D8EA"/>
                </a:solidFill>
                <a:latin typeface="Consolas" pitchFamily="34" charset="0"/>
                <a:ea typeface="Consolas" pitchFamily="34" charset="-122"/>
                <a:cs typeface="Consolas" pitchFamily="34" charset="-120"/>
              </a:rPr>
              <a:t> ×8)</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output_to_display_image</a:t>
            </a:r>
            <a:r>
              <a:rPr lang="en-US" sz="1100" dirty="0">
                <a:solidFill>
                  <a:srgbClr val="A8D8EA"/>
                </a:solidFill>
                <a:latin typeface="Consolas" pitchFamily="34" charset="0"/>
                <a:ea typeface="Consolas" pitchFamily="34" charset="-122"/>
                <a:cs typeface="Consolas" pitchFamily="34" charset="-120"/>
              </a:rPr>
              <a:t>(images3),    # leopard decoded image</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latent_to_display_image</a:t>
            </a:r>
            <a:r>
              <a:rPr lang="en-US" sz="1100" dirty="0">
                <a:solidFill>
                  <a:srgbClr val="A8D8EA"/>
                </a:solidFill>
                <a:latin typeface="Consolas" pitchFamily="34" charset="0"/>
                <a:ea typeface="Consolas" pitchFamily="34" charset="-122"/>
                <a:cs typeface="Consolas" pitchFamily="34" charset="-120"/>
              </a:rPr>
              <a:t>(latents4),   # lioness latent (</a:t>
            </a:r>
            <a:r>
              <a:rPr lang="en-US" sz="1100" dirty="0" err="1">
                <a:solidFill>
                  <a:srgbClr val="A8D8EA"/>
                </a:solidFill>
                <a:latin typeface="Consolas" pitchFamily="34" charset="0"/>
                <a:ea typeface="Consolas" pitchFamily="34" charset="-122"/>
                <a:cs typeface="Consolas" pitchFamily="34" charset="-120"/>
              </a:rPr>
              <a:t>upsampled</a:t>
            </a:r>
            <a:r>
              <a:rPr lang="en-US" sz="1100" dirty="0">
                <a:solidFill>
                  <a:srgbClr val="A8D8EA"/>
                </a:solidFill>
                <a:latin typeface="Consolas" pitchFamily="34" charset="0"/>
                <a:ea typeface="Consolas" pitchFamily="34" charset="-122"/>
                <a:cs typeface="Consolas" pitchFamily="34" charset="-120"/>
              </a:rPr>
              <a:t> ×8)</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output_to_display_image</a:t>
            </a:r>
            <a:r>
              <a:rPr lang="en-US" sz="1100" dirty="0">
                <a:solidFill>
                  <a:srgbClr val="A8D8EA"/>
                </a:solidFill>
                <a:latin typeface="Consolas" pitchFamily="34" charset="0"/>
                <a:ea typeface="Consolas" pitchFamily="34" charset="-122"/>
                <a:cs typeface="Consolas" pitchFamily="34" charset="-120"/>
              </a:rPr>
              <a:t>(images4),    # lioness decoded image</a:t>
            </a:r>
          </a:p>
          <a:p>
            <a:r>
              <a:rPr lang="en-US" sz="1100" dirty="0">
                <a:solidFill>
                  <a:srgbClr val="A8D8EA"/>
                </a:solidFill>
                <a:latin typeface="Consolas" pitchFamily="34" charset="0"/>
                <a:ea typeface="Consolas" pitchFamily="34" charset="-122"/>
                <a:cs typeface="Consolas" pitchFamily="34" charset="-120"/>
              </a:rPr>
              <a:t>]</a:t>
            </a:r>
          </a:p>
          <a:p>
            <a:r>
              <a:rPr lang="en-US" sz="1100" dirty="0">
                <a:solidFill>
                  <a:srgbClr val="A8D8EA"/>
                </a:solidFill>
                <a:latin typeface="Consolas" pitchFamily="34" charset="0"/>
                <a:ea typeface="Consolas" pitchFamily="34" charset="-122"/>
                <a:cs typeface="Consolas" pitchFamily="34" charset="-120"/>
              </a:rPr>
              <a:t>labels = ["leopard latent", "leopard image", "lioness latent", "lioness image"]</a:t>
            </a:r>
          </a:p>
          <a:p>
            <a:endParaRPr lang="en-US" sz="1100" dirty="0">
              <a:solidFill>
                <a:srgbClr val="A8D8EA"/>
              </a:solidFill>
              <a:latin typeface="Consolas" pitchFamily="34" charset="0"/>
              <a:ea typeface="Consolas" pitchFamily="34" charset="-122"/>
              <a:cs typeface="Consolas" pitchFamily="34" charset="-120"/>
            </a:endParaRPr>
          </a:p>
          <a:p>
            <a:r>
              <a:rPr lang="en-US" sz="1100" dirty="0" err="1">
                <a:solidFill>
                  <a:srgbClr val="A8D8EA"/>
                </a:solidFill>
                <a:latin typeface="Consolas" pitchFamily="34" charset="0"/>
                <a:ea typeface="Consolas" pitchFamily="34" charset="-122"/>
                <a:cs typeface="Consolas" pitchFamily="34" charset="-120"/>
              </a:rPr>
              <a:t>plt.figure</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figsize</a:t>
            </a:r>
            <a:r>
              <a:rPr lang="en-US" sz="1100" dirty="0">
                <a:solidFill>
                  <a:srgbClr val="A8D8EA"/>
                </a:solidFill>
                <a:latin typeface="Consolas" pitchFamily="34" charset="0"/>
                <a:ea typeface="Consolas" pitchFamily="34" charset="-122"/>
                <a:cs typeface="Consolas" pitchFamily="34" charset="-120"/>
              </a:rPr>
              <a:t>=(12, 3), dpi=100)</a:t>
            </a:r>
          </a:p>
          <a:p>
            <a:r>
              <a:rPr lang="en-US" sz="1100" dirty="0">
                <a:solidFill>
                  <a:srgbClr val="A8D8EA"/>
                </a:solidFill>
                <a:latin typeface="Consolas" pitchFamily="34" charset="0"/>
                <a:ea typeface="Consolas" pitchFamily="34" charset="-122"/>
                <a:cs typeface="Consolas" pitchFamily="34" charset="-120"/>
              </a:rPr>
              <a:t>for </a:t>
            </a:r>
            <a:r>
              <a:rPr lang="en-US" sz="1100" dirty="0" err="1">
                <a:solidFill>
                  <a:srgbClr val="A8D8EA"/>
                </a:solidFill>
                <a:latin typeface="Consolas" pitchFamily="34" charset="0"/>
                <a:ea typeface="Consolas" pitchFamily="34" charset="-122"/>
                <a:cs typeface="Consolas" pitchFamily="34" charset="-120"/>
              </a:rPr>
              <a:t>i</a:t>
            </a:r>
            <a:r>
              <a:rPr lang="en-US" sz="1100" dirty="0">
                <a:solidFill>
                  <a:srgbClr val="A8D8EA"/>
                </a:solidFill>
                <a:latin typeface="Consolas" pitchFamily="34" charset="0"/>
                <a:ea typeface="Consolas" pitchFamily="34" charset="-122"/>
                <a:cs typeface="Consolas" pitchFamily="34" charset="-120"/>
              </a:rPr>
              <a:t> in range(4):</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plt.subplot</a:t>
            </a:r>
            <a:r>
              <a:rPr lang="en-US" sz="1100" dirty="0">
                <a:solidFill>
                  <a:srgbClr val="A8D8EA"/>
                </a:solidFill>
                <a:latin typeface="Consolas" pitchFamily="34" charset="0"/>
                <a:ea typeface="Consolas" pitchFamily="34" charset="-122"/>
                <a:cs typeface="Consolas" pitchFamily="34" charset="-120"/>
              </a:rPr>
              <a:t>(1, 4, </a:t>
            </a:r>
            <a:r>
              <a:rPr lang="en-US" sz="1100" dirty="0" err="1">
                <a:solidFill>
                  <a:srgbClr val="A8D8EA"/>
                </a:solidFill>
                <a:latin typeface="Consolas" pitchFamily="34" charset="0"/>
                <a:ea typeface="Consolas" pitchFamily="34" charset="-122"/>
                <a:cs typeface="Consolas" pitchFamily="34" charset="-120"/>
              </a:rPr>
              <a:t>i</a:t>
            </a:r>
            <a:r>
              <a:rPr lang="en-US" sz="1100" dirty="0">
                <a:solidFill>
                  <a:srgbClr val="A8D8EA"/>
                </a:solidFill>
                <a:latin typeface="Consolas" pitchFamily="34" charset="0"/>
                <a:ea typeface="Consolas" pitchFamily="34" charset="-122"/>
                <a:cs typeface="Consolas" pitchFamily="34" charset="-120"/>
              </a:rPr>
              <a:t> + 1)</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plt.imshow</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imgs</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i</a:t>
            </a:r>
            <a:r>
              <a:rPr lang="en-US" sz="1100" dirty="0">
                <a:solidFill>
                  <a:srgbClr val="A8D8EA"/>
                </a:solidFill>
                <a:latin typeface="Consolas" pitchFamily="34" charset="0"/>
                <a:ea typeface="Consolas" pitchFamily="34" charset="-122"/>
                <a:cs typeface="Consolas" pitchFamily="34" charset="-120"/>
              </a:rPr>
              <a:t>])</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plt.title</a:t>
            </a:r>
            <a:r>
              <a:rPr lang="en-US" sz="1100" dirty="0">
                <a:solidFill>
                  <a:srgbClr val="A8D8EA"/>
                </a:solidFill>
                <a:latin typeface="Consolas" pitchFamily="34" charset="0"/>
                <a:ea typeface="Consolas" pitchFamily="34" charset="-122"/>
                <a:cs typeface="Consolas" pitchFamily="34" charset="-120"/>
              </a:rPr>
              <a:t>(labels[</a:t>
            </a:r>
            <a:r>
              <a:rPr lang="en-US" sz="1100" dirty="0" err="1">
                <a:solidFill>
                  <a:srgbClr val="A8D8EA"/>
                </a:solidFill>
                <a:latin typeface="Consolas" pitchFamily="34" charset="0"/>
                <a:ea typeface="Consolas" pitchFamily="34" charset="-122"/>
                <a:cs typeface="Consolas" pitchFamily="34" charset="-120"/>
              </a:rPr>
              <a:t>i</a:t>
            </a:r>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fontsize</a:t>
            </a:r>
            <a:r>
              <a:rPr lang="en-US" sz="1100" dirty="0">
                <a:solidFill>
                  <a:srgbClr val="A8D8EA"/>
                </a:solidFill>
                <a:latin typeface="Consolas" pitchFamily="34" charset="0"/>
                <a:ea typeface="Consolas" pitchFamily="34" charset="-122"/>
                <a:cs typeface="Consolas" pitchFamily="34" charset="-120"/>
              </a:rPr>
              <a:t>=11)</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plt.axis</a:t>
            </a:r>
            <a:r>
              <a:rPr lang="en-US" sz="1100" dirty="0">
                <a:solidFill>
                  <a:srgbClr val="A8D8EA"/>
                </a:solidFill>
                <a:latin typeface="Consolas" pitchFamily="34" charset="0"/>
                <a:ea typeface="Consolas" pitchFamily="34" charset="-122"/>
                <a:cs typeface="Consolas" pitchFamily="34" charset="-120"/>
              </a:rPr>
              <a:t>("off")</a:t>
            </a:r>
          </a:p>
          <a:p>
            <a:r>
              <a:rPr lang="en-US" sz="1100" dirty="0" err="1">
                <a:solidFill>
                  <a:srgbClr val="A8D8EA"/>
                </a:solidFill>
                <a:latin typeface="Consolas" pitchFamily="34" charset="0"/>
                <a:ea typeface="Consolas" pitchFamily="34" charset="-122"/>
                <a:cs typeface="Consolas" pitchFamily="34" charset="-120"/>
              </a:rPr>
              <a:t>plt.tight_layout</a:t>
            </a:r>
            <a:r>
              <a:rPr lang="en-US" sz="1100" dirty="0">
                <a:solidFill>
                  <a:srgbClr val="A8D8EA"/>
                </a:solidFill>
                <a:latin typeface="Consolas" pitchFamily="34" charset="0"/>
                <a:ea typeface="Consolas" pitchFamily="34" charset="-122"/>
                <a:cs typeface="Consolas" pitchFamily="34" charset="-120"/>
              </a:rPr>
              <a:t>()</a:t>
            </a:r>
          </a:p>
          <a:p>
            <a:r>
              <a:rPr lang="en-US" sz="1100" dirty="0" err="1">
                <a:solidFill>
                  <a:srgbClr val="A8D8EA"/>
                </a:solidFill>
                <a:latin typeface="Consolas" pitchFamily="34" charset="0"/>
                <a:ea typeface="Consolas" pitchFamily="34" charset="-122"/>
                <a:cs typeface="Consolas" pitchFamily="34" charset="-120"/>
              </a:rPr>
              <a:t>plt.show</a:t>
            </a:r>
            <a:r>
              <a:rPr lang="en-US" sz="1100" dirty="0">
                <a:solidFill>
                  <a:srgbClr val="A8D8EA"/>
                </a:solidFill>
                <a:latin typeface="Consolas" pitchFamily="34" charset="0"/>
                <a:ea typeface="Consolas" pitchFamily="34" charset="-122"/>
                <a:cs typeface="Consolas" pitchFamily="34" charset="-120"/>
              </a:rPr>
              <a:t>()</a:t>
            </a:r>
          </a:p>
        </p:txBody>
      </p:sp>
      <p:sp>
        <p:nvSpPr>
          <p:cNvPr id="9" name="Text 7"/>
          <p:cNvSpPr/>
          <p:nvPr/>
        </p:nvSpPr>
        <p:spPr>
          <a:xfrm>
            <a:off x="658368" y="1682496"/>
            <a:ext cx="10875264" cy="2877312"/>
          </a:xfrm>
          <a:prstGeom prst="rect">
            <a:avLst/>
          </a:prstGeom>
          <a:noFill/>
          <a:ln/>
        </p:spPr>
        <p:txBody>
          <a:bodyPr wrap="square" lIns="0" tIns="0" rIns="0" bIns="0" rtlCol="0" anchor="t"/>
          <a:lstStyle/>
          <a:p>
            <a:endParaRPr lang="en-US" sz="1307"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2ED24-94EB-4EFD-3E4B-EDB0D23FFE9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D05C62E-FD34-F1F3-32C3-41940210D064}"/>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Shape 1">
            <a:extLst>
              <a:ext uri="{FF2B5EF4-FFF2-40B4-BE49-F238E27FC236}">
                <a16:creationId xmlns:a16="http://schemas.microsoft.com/office/drawing/2014/main" id="{7F3142E4-BBC5-14C7-F191-0B43DA94D86C}"/>
              </a:ext>
            </a:extLst>
          </p:cNvPr>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a:extLst>
              <a:ext uri="{FF2B5EF4-FFF2-40B4-BE49-F238E27FC236}">
                <a16:creationId xmlns:a16="http://schemas.microsoft.com/office/drawing/2014/main" id="{46FA6744-74E0-0A43-5ADE-F1CA62DCC5C3}"/>
              </a:ext>
            </a:extLst>
          </p:cNvPr>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5</a:t>
            </a:r>
            <a:endParaRPr lang="en-US" sz="1467" dirty="0"/>
          </a:p>
        </p:txBody>
      </p:sp>
      <p:sp>
        <p:nvSpPr>
          <p:cNvPr id="5" name="Text 3">
            <a:extLst>
              <a:ext uri="{FF2B5EF4-FFF2-40B4-BE49-F238E27FC236}">
                <a16:creationId xmlns:a16="http://schemas.microsoft.com/office/drawing/2014/main" id="{8A78FB31-E96A-E930-5F95-3CF764647565}"/>
              </a:ext>
            </a:extLst>
          </p:cNvPr>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Plot latents3, images3, latents4, images4 in 1×4 grid</a:t>
            </a:r>
          </a:p>
        </p:txBody>
      </p:sp>
      <p:sp>
        <p:nvSpPr>
          <p:cNvPr id="6" name="Shape 4">
            <a:extLst>
              <a:ext uri="{FF2B5EF4-FFF2-40B4-BE49-F238E27FC236}">
                <a16:creationId xmlns:a16="http://schemas.microsoft.com/office/drawing/2014/main" id="{951F4270-A473-845C-180D-0D453E34847F}"/>
              </a:ext>
            </a:extLst>
          </p:cNvPr>
          <p:cNvSpPr/>
          <p:nvPr/>
        </p:nvSpPr>
        <p:spPr>
          <a:xfrm>
            <a:off x="487680" y="877824"/>
            <a:ext cx="11216640" cy="534872"/>
          </a:xfrm>
          <a:prstGeom prst="rect">
            <a:avLst/>
          </a:prstGeom>
          <a:solidFill>
            <a:srgbClr val="E3F2FD"/>
          </a:solidFill>
          <a:ln w="10160">
            <a:solidFill>
              <a:srgbClr val="1565C0"/>
            </a:solidFill>
            <a:prstDash val="solid"/>
          </a:ln>
        </p:spPr>
      </p:sp>
      <p:sp>
        <p:nvSpPr>
          <p:cNvPr id="7" name="Text 5">
            <a:extLst>
              <a:ext uri="{FF2B5EF4-FFF2-40B4-BE49-F238E27FC236}">
                <a16:creationId xmlns:a16="http://schemas.microsoft.com/office/drawing/2014/main" id="{368F3E05-9479-1CB0-879F-F2DF37FA8558}"/>
              </a:ext>
            </a:extLst>
          </p:cNvPr>
          <p:cNvSpPr/>
          <p:nvPr/>
        </p:nvSpPr>
        <p:spPr>
          <a:xfrm>
            <a:off x="658368" y="916591"/>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Plot the two latent images, latents3 and latents4, and the two outputs, images3 and images4, in a  1×4  grid. Label the four images accordingly.</a:t>
            </a:r>
            <a:endParaRPr lang="en-US" sz="1333" dirty="0"/>
          </a:p>
        </p:txBody>
      </p:sp>
      <p:pic>
        <p:nvPicPr>
          <p:cNvPr id="14338" name="Picture 2">
            <a:extLst>
              <a:ext uri="{FF2B5EF4-FFF2-40B4-BE49-F238E27FC236}">
                <a16:creationId xmlns:a16="http://schemas.microsoft.com/office/drawing/2014/main" id="{2C2E0ECE-20BF-0733-34F6-E98151728F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 y="2423962"/>
            <a:ext cx="11163300"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92533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Shape 1"/>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6</a:t>
            </a:r>
            <a:endParaRPr lang="en-US" sz="1467" dirty="0"/>
          </a:p>
        </p:txBody>
      </p:sp>
      <p:sp>
        <p:nvSpPr>
          <p:cNvPr id="5" name="Text 3"/>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Interpolate text_embeddings3 &amp; text_embeddings4 at 5 weights</a:t>
            </a:r>
          </a:p>
        </p:txBody>
      </p:sp>
      <p:sp>
        <p:nvSpPr>
          <p:cNvPr id="6" name="Shape 4"/>
          <p:cNvSpPr/>
          <p:nvPr/>
        </p:nvSpPr>
        <p:spPr>
          <a:xfrm>
            <a:off x="487680" y="877823"/>
            <a:ext cx="11216640" cy="697134"/>
          </a:xfrm>
          <a:prstGeom prst="rect">
            <a:avLst/>
          </a:prstGeom>
          <a:solidFill>
            <a:srgbClr val="E3F2FD"/>
          </a:solidFill>
          <a:ln w="10160">
            <a:solidFill>
              <a:srgbClr val="1565C0"/>
            </a:solidFill>
            <a:prstDash val="solid"/>
          </a:ln>
        </p:spPr>
      </p:sp>
      <p:sp>
        <p:nvSpPr>
          <p:cNvPr id="7" name="Text 5"/>
          <p:cNvSpPr/>
          <p:nvPr/>
        </p:nvSpPr>
        <p:spPr>
          <a:xfrm>
            <a:off x="658368" y="916591"/>
            <a:ext cx="10850880" cy="643984"/>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Let the variable weight take five values, 0.9, 0.7, 0.5, 0.3, and 0.1. Create five interpolated text embeddings of text_embeddings3 and text_embeddings4 based on these weights. Feed the interpolated text embeddings to the </a:t>
            </a:r>
            <a:r>
              <a:rPr lang="en-US" sz="1333" i="1" dirty="0" err="1">
                <a:solidFill>
                  <a:srgbClr val="1A237E"/>
                </a:solidFill>
                <a:latin typeface="Calibri" pitchFamily="34" charset="0"/>
                <a:ea typeface="Calibri" pitchFamily="34" charset="-122"/>
                <a:cs typeface="Calibri" pitchFamily="34" charset="-120"/>
              </a:rPr>
              <a:t>gen_latents</a:t>
            </a:r>
            <a:r>
              <a:rPr lang="en-US" sz="1333" i="1" dirty="0">
                <a:solidFill>
                  <a:srgbClr val="1A237E"/>
                </a:solidFill>
                <a:latin typeface="Calibri" pitchFamily="34" charset="0"/>
                <a:ea typeface="Calibri" pitchFamily="34" charset="-122"/>
                <a:cs typeface="Calibri" pitchFamily="34" charset="-120"/>
              </a:rPr>
              <a:t>() function to generate five latent images. Convert the five latent images to high-resolution ones using the VAE decoder. Plot the five high-resolution images in a  1×5  grid, and label them accordingly.</a:t>
            </a:r>
            <a:endParaRPr lang="en-US" sz="1333" dirty="0"/>
          </a:p>
        </p:txBody>
      </p:sp>
      <p:sp>
        <p:nvSpPr>
          <p:cNvPr id="8" name="Shape 6"/>
          <p:cNvSpPr/>
          <p:nvPr/>
        </p:nvSpPr>
        <p:spPr>
          <a:xfrm>
            <a:off x="487680" y="1696877"/>
            <a:ext cx="11522810" cy="4990435"/>
          </a:xfrm>
          <a:prstGeom prst="rect">
            <a:avLst/>
          </a:prstGeom>
          <a:solidFill>
            <a:srgbClr val="1E2A3A"/>
          </a:solidFill>
          <a:ln w="10160">
            <a:solidFill>
              <a:srgbClr val="00E5FF"/>
            </a:solidFill>
            <a:prstDash val="solid"/>
          </a:ln>
        </p:spPr>
        <p:txBody>
          <a:bodyPr/>
          <a:lstStyle/>
          <a:p>
            <a:r>
              <a:rPr lang="en-US" sz="1150" dirty="0">
                <a:solidFill>
                  <a:srgbClr val="A8D8EA"/>
                </a:solidFill>
                <a:latin typeface="Consolas" pitchFamily="34" charset="0"/>
                <a:ea typeface="Consolas" pitchFamily="34" charset="-122"/>
                <a:cs typeface="Consolas" pitchFamily="34" charset="-120"/>
              </a:rPr>
              <a:t>import torch</a:t>
            </a:r>
          </a:p>
          <a:p>
            <a:r>
              <a:rPr lang="en-US" sz="1150" dirty="0">
                <a:solidFill>
                  <a:srgbClr val="A8D8EA"/>
                </a:solidFill>
                <a:latin typeface="Consolas" pitchFamily="34" charset="0"/>
                <a:ea typeface="Consolas" pitchFamily="34" charset="-122"/>
                <a:cs typeface="Consolas" pitchFamily="34" charset="-120"/>
              </a:rPr>
              <a:t>import </a:t>
            </a:r>
            <a:r>
              <a:rPr lang="en-US" sz="1150" dirty="0" err="1">
                <a:solidFill>
                  <a:srgbClr val="A8D8EA"/>
                </a:solidFill>
                <a:latin typeface="Consolas" pitchFamily="34" charset="0"/>
                <a:ea typeface="Consolas" pitchFamily="34" charset="-122"/>
                <a:cs typeface="Consolas" pitchFamily="34" charset="-120"/>
              </a:rPr>
              <a:t>matplotlib.pyplot</a:t>
            </a:r>
            <a:r>
              <a:rPr lang="en-US" sz="1150" dirty="0">
                <a:solidFill>
                  <a:srgbClr val="A8D8EA"/>
                </a:solidFill>
                <a:latin typeface="Consolas" pitchFamily="34" charset="0"/>
                <a:ea typeface="Consolas" pitchFamily="34" charset="-122"/>
                <a:cs typeface="Consolas" pitchFamily="34" charset="-120"/>
              </a:rPr>
              <a:t> as </a:t>
            </a:r>
            <a:r>
              <a:rPr lang="en-US" sz="1150" dirty="0" err="1">
                <a:solidFill>
                  <a:srgbClr val="A8D8EA"/>
                </a:solidFill>
                <a:latin typeface="Consolas" pitchFamily="34" charset="0"/>
                <a:ea typeface="Consolas" pitchFamily="34" charset="-122"/>
                <a:cs typeface="Consolas" pitchFamily="34" charset="-120"/>
              </a:rPr>
              <a:t>plt</a:t>
            </a:r>
            <a:endParaRPr lang="en-US" sz="1150" dirty="0">
              <a:solidFill>
                <a:srgbClr val="A8D8EA"/>
              </a:solidFill>
              <a:latin typeface="Consolas" pitchFamily="34" charset="0"/>
              <a:ea typeface="Consolas" pitchFamily="34" charset="-122"/>
              <a:cs typeface="Consolas" pitchFamily="34" charset="-120"/>
            </a:endParaRPr>
          </a:p>
          <a:p>
            <a:endParaRPr lang="en-US" sz="1150" dirty="0">
              <a:solidFill>
                <a:srgbClr val="A8D8EA"/>
              </a:solidFill>
              <a:latin typeface="Consolas" pitchFamily="34" charset="0"/>
              <a:ea typeface="Consolas" pitchFamily="34" charset="-122"/>
              <a:cs typeface="Consolas" pitchFamily="34" charset="-120"/>
            </a:endParaRPr>
          </a:p>
          <a:p>
            <a:r>
              <a:rPr lang="en-US" sz="1150" dirty="0" err="1">
                <a:solidFill>
                  <a:srgbClr val="A8D8EA"/>
                </a:solidFill>
                <a:latin typeface="Consolas" pitchFamily="34" charset="0"/>
                <a:ea typeface="Consolas" pitchFamily="34" charset="-122"/>
                <a:cs typeface="Consolas" pitchFamily="34" charset="-120"/>
              </a:rPr>
              <a:t>images_interp</a:t>
            </a:r>
            <a:r>
              <a:rPr lang="en-US" sz="1150" dirty="0">
                <a:solidFill>
                  <a:srgbClr val="A8D8EA"/>
                </a:solidFill>
                <a:latin typeface="Consolas" pitchFamily="34" charset="0"/>
                <a:ea typeface="Consolas" pitchFamily="34" charset="-122"/>
                <a:cs typeface="Consolas" pitchFamily="34" charset="-120"/>
              </a:rPr>
              <a:t> = []</a:t>
            </a:r>
          </a:p>
          <a:p>
            <a:endParaRPr lang="en-US" sz="1150" dirty="0">
              <a:solidFill>
                <a:srgbClr val="A8D8EA"/>
              </a:solidFill>
              <a:latin typeface="Consolas" pitchFamily="34" charset="0"/>
              <a:ea typeface="Consolas" pitchFamily="34" charset="-122"/>
              <a:cs typeface="Consolas" pitchFamily="34" charset="-120"/>
            </a:endParaRPr>
          </a:p>
          <a:p>
            <a:r>
              <a:rPr lang="en-US" sz="1150" dirty="0">
                <a:solidFill>
                  <a:srgbClr val="A8D8EA"/>
                </a:solidFill>
                <a:latin typeface="Consolas" pitchFamily="34" charset="0"/>
                <a:ea typeface="Consolas" pitchFamily="34" charset="-122"/>
                <a:cs typeface="Consolas" pitchFamily="34" charset="-120"/>
              </a:rPr>
              <a:t>for weight in [0.9, 0.7, 0.5, 0.3, 0.1]:</a:t>
            </a:r>
          </a:p>
          <a:p>
            <a:r>
              <a:rPr lang="en-US" sz="1150" dirty="0">
                <a:solidFill>
                  <a:srgbClr val="A8D8EA"/>
                </a:solidFill>
                <a:latin typeface="Consolas" pitchFamily="34" charset="0"/>
                <a:ea typeface="Consolas" pitchFamily="34" charset="-122"/>
                <a:cs typeface="Consolas" pitchFamily="34" charset="-120"/>
              </a:rPr>
              <a:t>    # Blend the two embeddings: weight on leopard, (1-weight) on lioness</a:t>
            </a: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text_embeddings</a:t>
            </a:r>
            <a:r>
              <a:rPr lang="en-US" sz="1150" dirty="0">
                <a:solidFill>
                  <a:srgbClr val="A8D8EA"/>
                </a:solidFill>
                <a:latin typeface="Consolas" pitchFamily="34" charset="0"/>
                <a:ea typeface="Consolas" pitchFamily="34" charset="-122"/>
                <a:cs typeface="Consolas" pitchFamily="34" charset="-120"/>
              </a:rPr>
              <a:t> = weight * text_embeddings3 + (1 - weight) * text_embeddings4</a:t>
            </a:r>
          </a:p>
          <a:p>
            <a:endParaRPr lang="en-US" sz="1150" dirty="0">
              <a:solidFill>
                <a:srgbClr val="A8D8EA"/>
              </a:solidFill>
              <a:latin typeface="Consolas" pitchFamily="34" charset="0"/>
              <a:ea typeface="Consolas" pitchFamily="34" charset="-122"/>
              <a:cs typeface="Consolas" pitchFamily="34" charset="-120"/>
            </a:endParaRPr>
          </a:p>
          <a:p>
            <a:r>
              <a:rPr lang="en-US" sz="1150" dirty="0">
                <a:solidFill>
                  <a:srgbClr val="A8D8EA"/>
                </a:solidFill>
                <a:latin typeface="Consolas" pitchFamily="34" charset="0"/>
                <a:ea typeface="Consolas" pitchFamily="34" charset="-122"/>
                <a:cs typeface="Consolas" pitchFamily="34" charset="-120"/>
              </a:rPr>
              <a:t>    # Generate latent with same seed=5 (keeps composition consistent)</a:t>
            </a: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latents</a:t>
            </a:r>
            <a:r>
              <a:rPr lang="en-US" sz="1150" dirty="0">
                <a:solidFill>
                  <a:srgbClr val="A8D8EA"/>
                </a:solidFill>
                <a:latin typeface="Consolas" pitchFamily="34" charset="0"/>
                <a:ea typeface="Consolas" pitchFamily="34" charset="-122"/>
                <a:cs typeface="Consolas" pitchFamily="34" charset="-120"/>
              </a:rPr>
              <a:t> = </a:t>
            </a:r>
            <a:r>
              <a:rPr lang="en-US" sz="1150" dirty="0" err="1">
                <a:solidFill>
                  <a:srgbClr val="A8D8EA"/>
                </a:solidFill>
                <a:latin typeface="Consolas" pitchFamily="34" charset="0"/>
                <a:ea typeface="Consolas" pitchFamily="34" charset="-122"/>
                <a:cs typeface="Consolas" pitchFamily="34" charset="-120"/>
              </a:rPr>
              <a:t>gen_latents</a:t>
            </a:r>
            <a:r>
              <a:rPr lang="en-US" sz="1150" dirty="0">
                <a:solidFill>
                  <a:srgbClr val="A8D8EA"/>
                </a:solidFill>
                <a:latin typeface="Consolas" pitchFamily="34" charset="0"/>
                <a:ea typeface="Consolas" pitchFamily="34" charset="-122"/>
                <a:cs typeface="Consolas" pitchFamily="34" charset="-120"/>
              </a:rPr>
              <a:t>(</a:t>
            </a:r>
            <a:r>
              <a:rPr lang="en-US" sz="1150" dirty="0" err="1">
                <a:solidFill>
                  <a:srgbClr val="A8D8EA"/>
                </a:solidFill>
                <a:latin typeface="Consolas" pitchFamily="34" charset="0"/>
                <a:ea typeface="Consolas" pitchFamily="34" charset="-122"/>
                <a:cs typeface="Consolas" pitchFamily="34" charset="-120"/>
              </a:rPr>
              <a:t>text_embeddings</a:t>
            </a:r>
            <a:r>
              <a:rPr lang="en-US" sz="1150" dirty="0">
                <a:solidFill>
                  <a:srgbClr val="A8D8EA"/>
                </a:solidFill>
                <a:latin typeface="Consolas" pitchFamily="34" charset="0"/>
                <a:ea typeface="Consolas" pitchFamily="34" charset="-122"/>
                <a:cs typeface="Consolas" pitchFamily="34" charset="-120"/>
              </a:rPr>
              <a:t>, seed=5)</a:t>
            </a:r>
          </a:p>
          <a:p>
            <a:endParaRPr lang="en-US" sz="1150" dirty="0">
              <a:solidFill>
                <a:srgbClr val="A8D8EA"/>
              </a:solidFill>
              <a:latin typeface="Consolas" pitchFamily="34" charset="0"/>
              <a:ea typeface="Consolas" pitchFamily="34" charset="-122"/>
              <a:cs typeface="Consolas" pitchFamily="34" charset="-120"/>
            </a:endParaRPr>
          </a:p>
          <a:p>
            <a:r>
              <a:rPr lang="en-US" sz="1150" dirty="0">
                <a:solidFill>
                  <a:srgbClr val="A8D8EA"/>
                </a:solidFill>
                <a:latin typeface="Consolas" pitchFamily="34" charset="0"/>
                <a:ea typeface="Consolas" pitchFamily="34" charset="-122"/>
                <a:cs typeface="Consolas" pitchFamily="34" charset="-120"/>
              </a:rPr>
              <a:t>    # Decode latent to 512×512 image</a:t>
            </a:r>
          </a:p>
          <a:p>
            <a:r>
              <a:rPr lang="en-US" sz="1150" dirty="0">
                <a:solidFill>
                  <a:srgbClr val="A8D8EA"/>
                </a:solidFill>
                <a:latin typeface="Consolas" pitchFamily="34" charset="0"/>
                <a:ea typeface="Consolas" pitchFamily="34" charset="-122"/>
                <a:cs typeface="Consolas" pitchFamily="34" charset="-120"/>
              </a:rPr>
              <a:t>    with </a:t>
            </a:r>
            <a:r>
              <a:rPr lang="en-US" sz="1150" dirty="0" err="1">
                <a:solidFill>
                  <a:srgbClr val="A8D8EA"/>
                </a:solidFill>
                <a:latin typeface="Consolas" pitchFamily="34" charset="0"/>
                <a:ea typeface="Consolas" pitchFamily="34" charset="-122"/>
                <a:cs typeface="Consolas" pitchFamily="34" charset="-120"/>
              </a:rPr>
              <a:t>torch.no_grad</a:t>
            </a:r>
            <a:r>
              <a:rPr lang="en-US" sz="1150" dirty="0">
                <a:solidFill>
                  <a:srgbClr val="A8D8EA"/>
                </a:solidFill>
                <a:latin typeface="Consolas" pitchFamily="34" charset="0"/>
                <a:ea typeface="Consolas" pitchFamily="34" charset="-122"/>
                <a:cs typeface="Consolas" pitchFamily="34" charset="-120"/>
              </a:rPr>
              <a:t>():</a:t>
            </a: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images_interp.append</a:t>
            </a:r>
            <a:r>
              <a:rPr lang="en-US" sz="1150" dirty="0">
                <a:solidFill>
                  <a:srgbClr val="A8D8EA"/>
                </a:solidFill>
                <a:latin typeface="Consolas" pitchFamily="34" charset="0"/>
                <a:ea typeface="Consolas" pitchFamily="34" charset="-122"/>
                <a:cs typeface="Consolas" pitchFamily="34" charset="-120"/>
              </a:rPr>
              <a:t>(</a:t>
            </a:r>
            <a:r>
              <a:rPr lang="en-US" sz="1150" dirty="0" err="1">
                <a:solidFill>
                  <a:srgbClr val="A8D8EA"/>
                </a:solidFill>
                <a:latin typeface="Consolas" pitchFamily="34" charset="0"/>
                <a:ea typeface="Consolas" pitchFamily="34" charset="-122"/>
                <a:cs typeface="Consolas" pitchFamily="34" charset="-120"/>
              </a:rPr>
              <a:t>vae.decode</a:t>
            </a:r>
            <a:r>
              <a:rPr lang="en-US" sz="1150" dirty="0">
                <a:solidFill>
                  <a:srgbClr val="A8D8EA"/>
                </a:solidFill>
                <a:latin typeface="Consolas" pitchFamily="34" charset="0"/>
                <a:ea typeface="Consolas" pitchFamily="34" charset="-122"/>
                <a:cs typeface="Consolas" pitchFamily="34" charset="-120"/>
              </a:rPr>
              <a:t>(</a:t>
            </a:r>
            <a:r>
              <a:rPr lang="en-US" sz="1150" dirty="0" err="1">
                <a:solidFill>
                  <a:srgbClr val="A8D8EA"/>
                </a:solidFill>
                <a:latin typeface="Consolas" pitchFamily="34" charset="0"/>
                <a:ea typeface="Consolas" pitchFamily="34" charset="-122"/>
                <a:cs typeface="Consolas" pitchFamily="34" charset="-120"/>
              </a:rPr>
              <a:t>latents</a:t>
            </a:r>
            <a:r>
              <a:rPr lang="en-US" sz="1150" dirty="0">
                <a:solidFill>
                  <a:srgbClr val="A8D8EA"/>
                </a:solidFill>
                <a:latin typeface="Consolas" pitchFamily="34" charset="0"/>
                <a:ea typeface="Consolas" pitchFamily="34" charset="-122"/>
                <a:cs typeface="Consolas" pitchFamily="34" charset="-120"/>
              </a:rPr>
              <a:t>).sample)</a:t>
            </a:r>
          </a:p>
          <a:p>
            <a:endParaRPr lang="en-US" sz="1150" dirty="0">
              <a:solidFill>
                <a:srgbClr val="A8D8EA"/>
              </a:solidFill>
              <a:latin typeface="Consolas" pitchFamily="34" charset="0"/>
              <a:ea typeface="Consolas" pitchFamily="34" charset="-122"/>
              <a:cs typeface="Consolas" pitchFamily="34" charset="-120"/>
            </a:endParaRPr>
          </a:p>
          <a:p>
            <a:r>
              <a:rPr lang="en-US" sz="1150" dirty="0">
                <a:solidFill>
                  <a:srgbClr val="A8D8EA"/>
                </a:solidFill>
                <a:latin typeface="Consolas" pitchFamily="34" charset="0"/>
                <a:ea typeface="Consolas" pitchFamily="34" charset="-122"/>
                <a:cs typeface="Consolas" pitchFamily="34" charset="-120"/>
              </a:rPr>
              <a:t># Plot the 5 interpolated images </a:t>
            </a:r>
          </a:p>
          <a:p>
            <a:r>
              <a:rPr lang="en-US" sz="1150" dirty="0" err="1">
                <a:solidFill>
                  <a:srgbClr val="A8D8EA"/>
                </a:solidFill>
                <a:latin typeface="Consolas" pitchFamily="34" charset="0"/>
                <a:ea typeface="Consolas" pitchFamily="34" charset="-122"/>
                <a:cs typeface="Consolas" pitchFamily="34" charset="-120"/>
              </a:rPr>
              <a:t>plt.figure</a:t>
            </a:r>
            <a:r>
              <a:rPr lang="en-US" sz="1150" dirty="0">
                <a:solidFill>
                  <a:srgbClr val="A8D8EA"/>
                </a:solidFill>
                <a:latin typeface="Consolas" pitchFamily="34" charset="0"/>
                <a:ea typeface="Consolas" pitchFamily="34" charset="-122"/>
                <a:cs typeface="Consolas" pitchFamily="34" charset="-120"/>
              </a:rPr>
              <a:t>(</a:t>
            </a:r>
            <a:r>
              <a:rPr lang="en-US" sz="1150" dirty="0" err="1">
                <a:solidFill>
                  <a:srgbClr val="A8D8EA"/>
                </a:solidFill>
                <a:latin typeface="Consolas" pitchFamily="34" charset="0"/>
                <a:ea typeface="Consolas" pitchFamily="34" charset="-122"/>
                <a:cs typeface="Consolas" pitchFamily="34" charset="-120"/>
              </a:rPr>
              <a:t>figsize</a:t>
            </a:r>
            <a:r>
              <a:rPr lang="en-US" sz="1150" dirty="0">
                <a:solidFill>
                  <a:srgbClr val="A8D8EA"/>
                </a:solidFill>
                <a:latin typeface="Consolas" pitchFamily="34" charset="0"/>
                <a:ea typeface="Consolas" pitchFamily="34" charset="-122"/>
                <a:cs typeface="Consolas" pitchFamily="34" charset="-120"/>
              </a:rPr>
              <a:t>=(12, 3), dpi=100)</a:t>
            </a:r>
          </a:p>
          <a:p>
            <a:r>
              <a:rPr lang="en-US" sz="1150" dirty="0">
                <a:solidFill>
                  <a:srgbClr val="A8D8EA"/>
                </a:solidFill>
                <a:latin typeface="Consolas" pitchFamily="34" charset="0"/>
                <a:ea typeface="Consolas" pitchFamily="34" charset="-122"/>
                <a:cs typeface="Consolas" pitchFamily="34" charset="-120"/>
              </a:rPr>
              <a:t>for </a:t>
            </a:r>
            <a:r>
              <a:rPr lang="en-US" sz="1150" dirty="0" err="1">
                <a:solidFill>
                  <a:srgbClr val="A8D8EA"/>
                </a:solidFill>
                <a:latin typeface="Consolas" pitchFamily="34" charset="0"/>
                <a:ea typeface="Consolas" pitchFamily="34" charset="-122"/>
                <a:cs typeface="Consolas" pitchFamily="34" charset="-120"/>
              </a:rPr>
              <a:t>i</a:t>
            </a:r>
            <a:r>
              <a:rPr lang="en-US" sz="1150" dirty="0">
                <a:solidFill>
                  <a:srgbClr val="A8D8EA"/>
                </a:solidFill>
                <a:latin typeface="Consolas" pitchFamily="34" charset="0"/>
                <a:ea typeface="Consolas" pitchFamily="34" charset="-122"/>
                <a:cs typeface="Consolas" pitchFamily="34" charset="-120"/>
              </a:rPr>
              <a:t> in range(5):</a:t>
            </a: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plt.subplot</a:t>
            </a:r>
            <a:r>
              <a:rPr lang="en-US" sz="1150" dirty="0">
                <a:solidFill>
                  <a:srgbClr val="A8D8EA"/>
                </a:solidFill>
                <a:latin typeface="Consolas" pitchFamily="34" charset="0"/>
                <a:ea typeface="Consolas" pitchFamily="34" charset="-122"/>
                <a:cs typeface="Consolas" pitchFamily="34" charset="-120"/>
              </a:rPr>
              <a:t>(1, 5, </a:t>
            </a:r>
            <a:r>
              <a:rPr lang="en-US" sz="1150" dirty="0" err="1">
                <a:solidFill>
                  <a:srgbClr val="A8D8EA"/>
                </a:solidFill>
                <a:latin typeface="Consolas" pitchFamily="34" charset="0"/>
                <a:ea typeface="Consolas" pitchFamily="34" charset="-122"/>
                <a:cs typeface="Consolas" pitchFamily="34" charset="-120"/>
              </a:rPr>
              <a:t>i</a:t>
            </a:r>
            <a:r>
              <a:rPr lang="en-US" sz="1150" dirty="0">
                <a:solidFill>
                  <a:srgbClr val="A8D8EA"/>
                </a:solidFill>
                <a:latin typeface="Consolas" pitchFamily="34" charset="0"/>
                <a:ea typeface="Consolas" pitchFamily="34" charset="-122"/>
                <a:cs typeface="Consolas" pitchFamily="34" charset="-120"/>
              </a:rPr>
              <a:t> + 1)</a:t>
            </a: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img</a:t>
            </a:r>
            <a:r>
              <a:rPr lang="en-US" sz="1150" dirty="0">
                <a:solidFill>
                  <a:srgbClr val="A8D8EA"/>
                </a:solidFill>
                <a:latin typeface="Consolas" pitchFamily="34" charset="0"/>
                <a:ea typeface="Consolas" pitchFamily="34" charset="-122"/>
                <a:cs typeface="Consolas" pitchFamily="34" charset="-120"/>
              </a:rPr>
              <a:t> = </a:t>
            </a:r>
            <a:r>
              <a:rPr lang="en-US" sz="1150" dirty="0" err="1">
                <a:solidFill>
                  <a:srgbClr val="A8D8EA"/>
                </a:solidFill>
                <a:latin typeface="Consolas" pitchFamily="34" charset="0"/>
                <a:ea typeface="Consolas" pitchFamily="34" charset="-122"/>
                <a:cs typeface="Consolas" pitchFamily="34" charset="-120"/>
              </a:rPr>
              <a:t>torch.clip</a:t>
            </a:r>
            <a:r>
              <a:rPr lang="en-US" sz="1150" dirty="0">
                <a:solidFill>
                  <a:srgbClr val="A8D8EA"/>
                </a:solidFill>
                <a:latin typeface="Consolas" pitchFamily="34" charset="0"/>
                <a:ea typeface="Consolas" pitchFamily="34" charset="-122"/>
                <a:cs typeface="Consolas" pitchFamily="34" charset="-120"/>
              </a:rPr>
              <a:t>(</a:t>
            </a:r>
            <a:r>
              <a:rPr lang="en-US" sz="1150" dirty="0" err="1">
                <a:solidFill>
                  <a:srgbClr val="A8D8EA"/>
                </a:solidFill>
                <a:latin typeface="Consolas" pitchFamily="34" charset="0"/>
                <a:ea typeface="Consolas" pitchFamily="34" charset="-122"/>
                <a:cs typeface="Consolas" pitchFamily="34" charset="-120"/>
              </a:rPr>
              <a:t>images_interp</a:t>
            </a:r>
            <a:r>
              <a:rPr lang="en-US" sz="1150" dirty="0">
                <a:solidFill>
                  <a:srgbClr val="A8D8EA"/>
                </a:solidFill>
                <a:latin typeface="Consolas" pitchFamily="34" charset="0"/>
                <a:ea typeface="Consolas" pitchFamily="34" charset="-122"/>
                <a:cs typeface="Consolas" pitchFamily="34" charset="-120"/>
              </a:rPr>
              <a:t>[</a:t>
            </a:r>
            <a:r>
              <a:rPr lang="en-US" sz="1150" dirty="0" err="1">
                <a:solidFill>
                  <a:srgbClr val="A8D8EA"/>
                </a:solidFill>
                <a:latin typeface="Consolas" pitchFamily="34" charset="0"/>
                <a:ea typeface="Consolas" pitchFamily="34" charset="-122"/>
                <a:cs typeface="Consolas" pitchFamily="34" charset="-120"/>
              </a:rPr>
              <a:t>i</a:t>
            </a:r>
            <a:r>
              <a:rPr lang="en-US" sz="1150" dirty="0">
                <a:solidFill>
                  <a:srgbClr val="A8D8EA"/>
                </a:solidFill>
                <a:latin typeface="Consolas" pitchFamily="34" charset="0"/>
                <a:ea typeface="Consolas" pitchFamily="34" charset="-122"/>
                <a:cs typeface="Consolas" pitchFamily="34" charset="-120"/>
              </a:rPr>
              <a:t>][0].detach().</a:t>
            </a:r>
            <a:r>
              <a:rPr lang="en-US" sz="1150" dirty="0" err="1">
                <a:solidFill>
                  <a:srgbClr val="A8D8EA"/>
                </a:solidFill>
                <a:latin typeface="Consolas" pitchFamily="34" charset="0"/>
                <a:ea typeface="Consolas" pitchFamily="34" charset="-122"/>
                <a:cs typeface="Consolas" pitchFamily="34" charset="-120"/>
              </a:rPr>
              <a:t>cpu</a:t>
            </a:r>
            <a:r>
              <a:rPr lang="en-US" sz="1150" dirty="0">
                <a:solidFill>
                  <a:srgbClr val="A8D8EA"/>
                </a:solidFill>
                <a:latin typeface="Consolas" pitchFamily="34" charset="0"/>
                <a:ea typeface="Consolas" pitchFamily="34" charset="-122"/>
                <a:cs typeface="Consolas" pitchFamily="34" charset="-120"/>
              </a:rPr>
              <a:t>().permute(1, 2, 0) / 2 + 0.5, 0, 1)</a:t>
            </a: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plt.imshow</a:t>
            </a:r>
            <a:r>
              <a:rPr lang="en-US" sz="1150" dirty="0">
                <a:solidFill>
                  <a:srgbClr val="A8D8EA"/>
                </a:solidFill>
                <a:latin typeface="Consolas" pitchFamily="34" charset="0"/>
                <a:ea typeface="Consolas" pitchFamily="34" charset="-122"/>
                <a:cs typeface="Consolas" pitchFamily="34" charset="-120"/>
              </a:rPr>
              <a:t>(</a:t>
            </a:r>
            <a:r>
              <a:rPr lang="en-US" sz="1150" dirty="0" err="1">
                <a:solidFill>
                  <a:srgbClr val="A8D8EA"/>
                </a:solidFill>
                <a:latin typeface="Consolas" pitchFamily="34" charset="0"/>
                <a:ea typeface="Consolas" pitchFamily="34" charset="-122"/>
                <a:cs typeface="Consolas" pitchFamily="34" charset="-120"/>
              </a:rPr>
              <a:t>img</a:t>
            </a:r>
            <a:r>
              <a:rPr lang="en-US" sz="1150" dirty="0">
                <a:solidFill>
                  <a:srgbClr val="A8D8EA"/>
                </a:solidFill>
                <a:latin typeface="Consolas" pitchFamily="34" charset="0"/>
                <a:ea typeface="Consolas" pitchFamily="34" charset="-122"/>
                <a:cs typeface="Consolas" pitchFamily="34" charset="-120"/>
              </a:rPr>
              <a:t>)</a:t>
            </a: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pct_l</a:t>
            </a:r>
            <a:r>
              <a:rPr lang="en-US" sz="1150" dirty="0">
                <a:solidFill>
                  <a:srgbClr val="A8D8EA"/>
                </a:solidFill>
                <a:latin typeface="Consolas" pitchFamily="34" charset="0"/>
                <a:ea typeface="Consolas" pitchFamily="34" charset="-122"/>
                <a:cs typeface="Consolas" pitchFamily="34" charset="-120"/>
              </a:rPr>
              <a:t> = int((0.9 - </a:t>
            </a:r>
            <a:r>
              <a:rPr lang="en-US" sz="1150" dirty="0" err="1">
                <a:solidFill>
                  <a:srgbClr val="A8D8EA"/>
                </a:solidFill>
                <a:latin typeface="Consolas" pitchFamily="34" charset="0"/>
                <a:ea typeface="Consolas" pitchFamily="34" charset="-122"/>
                <a:cs typeface="Consolas" pitchFamily="34" charset="-120"/>
              </a:rPr>
              <a:t>i</a:t>
            </a:r>
            <a:r>
              <a:rPr lang="en-US" sz="1150" dirty="0">
                <a:solidFill>
                  <a:srgbClr val="A8D8EA"/>
                </a:solidFill>
                <a:latin typeface="Consolas" pitchFamily="34" charset="0"/>
                <a:ea typeface="Consolas" pitchFamily="34" charset="-122"/>
                <a:cs typeface="Consolas" pitchFamily="34" charset="-120"/>
              </a:rPr>
              <a:t> * 0.2) * 100)</a:t>
            </a: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pct_t</a:t>
            </a:r>
            <a:r>
              <a:rPr lang="en-US" sz="1150" dirty="0">
                <a:solidFill>
                  <a:srgbClr val="A8D8EA"/>
                </a:solidFill>
                <a:latin typeface="Consolas" pitchFamily="34" charset="0"/>
                <a:ea typeface="Consolas" pitchFamily="34" charset="-122"/>
                <a:cs typeface="Consolas" pitchFamily="34" charset="-120"/>
              </a:rPr>
              <a:t> = 100 - </a:t>
            </a:r>
            <a:r>
              <a:rPr lang="en-US" sz="1150" dirty="0" err="1">
                <a:solidFill>
                  <a:srgbClr val="A8D8EA"/>
                </a:solidFill>
                <a:latin typeface="Consolas" pitchFamily="34" charset="0"/>
                <a:ea typeface="Consolas" pitchFamily="34" charset="-122"/>
                <a:cs typeface="Consolas" pitchFamily="34" charset="-120"/>
              </a:rPr>
              <a:t>pct_l</a:t>
            </a:r>
            <a:endParaRPr lang="en-US" sz="1150" dirty="0">
              <a:solidFill>
                <a:srgbClr val="A8D8EA"/>
              </a:solidFill>
              <a:latin typeface="Consolas" pitchFamily="34" charset="0"/>
              <a:ea typeface="Consolas" pitchFamily="34" charset="-122"/>
              <a:cs typeface="Consolas" pitchFamily="34" charset="-120"/>
            </a:endParaRP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plt.title</a:t>
            </a:r>
            <a:r>
              <a:rPr lang="en-US" sz="1150" dirty="0">
                <a:solidFill>
                  <a:srgbClr val="A8D8EA"/>
                </a:solidFill>
                <a:latin typeface="Consolas" pitchFamily="34" charset="0"/>
                <a:ea typeface="Consolas" pitchFamily="34" charset="-122"/>
                <a:cs typeface="Consolas" pitchFamily="34" charset="-120"/>
              </a:rPr>
              <a:t>(f"{</a:t>
            </a:r>
            <a:r>
              <a:rPr lang="en-US" sz="1150" dirty="0" err="1">
                <a:solidFill>
                  <a:srgbClr val="A8D8EA"/>
                </a:solidFill>
                <a:latin typeface="Consolas" pitchFamily="34" charset="0"/>
                <a:ea typeface="Consolas" pitchFamily="34" charset="-122"/>
                <a:cs typeface="Consolas" pitchFamily="34" charset="-120"/>
              </a:rPr>
              <a:t>pct_l</a:t>
            </a:r>
            <a:r>
              <a:rPr lang="en-US" sz="1150" dirty="0">
                <a:solidFill>
                  <a:srgbClr val="A8D8EA"/>
                </a:solidFill>
                <a:latin typeface="Consolas" pitchFamily="34" charset="0"/>
                <a:ea typeface="Consolas" pitchFamily="34" charset="-122"/>
                <a:cs typeface="Consolas" pitchFamily="34" charset="-120"/>
              </a:rPr>
              <a:t>}% leopard\n{</a:t>
            </a:r>
            <a:r>
              <a:rPr lang="en-US" sz="1150" dirty="0" err="1">
                <a:solidFill>
                  <a:srgbClr val="A8D8EA"/>
                </a:solidFill>
                <a:latin typeface="Consolas" pitchFamily="34" charset="0"/>
                <a:ea typeface="Consolas" pitchFamily="34" charset="-122"/>
                <a:cs typeface="Consolas" pitchFamily="34" charset="-120"/>
              </a:rPr>
              <a:t>pct_t</a:t>
            </a:r>
            <a:r>
              <a:rPr lang="en-US" sz="1150" dirty="0">
                <a:solidFill>
                  <a:srgbClr val="A8D8EA"/>
                </a:solidFill>
                <a:latin typeface="Consolas" pitchFamily="34" charset="0"/>
                <a:ea typeface="Consolas" pitchFamily="34" charset="-122"/>
                <a:cs typeface="Consolas" pitchFamily="34" charset="-120"/>
              </a:rPr>
              <a:t>}% lioness", </a:t>
            </a:r>
            <a:r>
              <a:rPr lang="en-US" sz="1150" dirty="0" err="1">
                <a:solidFill>
                  <a:srgbClr val="A8D8EA"/>
                </a:solidFill>
                <a:latin typeface="Consolas" pitchFamily="34" charset="0"/>
                <a:ea typeface="Consolas" pitchFamily="34" charset="-122"/>
                <a:cs typeface="Consolas" pitchFamily="34" charset="-120"/>
              </a:rPr>
              <a:t>fontsize</a:t>
            </a:r>
            <a:r>
              <a:rPr lang="en-US" sz="1150" dirty="0">
                <a:solidFill>
                  <a:srgbClr val="A8D8EA"/>
                </a:solidFill>
                <a:latin typeface="Consolas" pitchFamily="34" charset="0"/>
                <a:ea typeface="Consolas" pitchFamily="34" charset="-122"/>
                <a:cs typeface="Consolas" pitchFamily="34" charset="-120"/>
              </a:rPr>
              <a:t>=11)</a:t>
            </a: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plt.axis</a:t>
            </a:r>
            <a:r>
              <a:rPr lang="en-US" sz="1150" dirty="0">
                <a:solidFill>
                  <a:srgbClr val="A8D8EA"/>
                </a:solidFill>
                <a:latin typeface="Consolas" pitchFamily="34" charset="0"/>
                <a:ea typeface="Consolas" pitchFamily="34" charset="-122"/>
                <a:cs typeface="Consolas" pitchFamily="34" charset="-120"/>
              </a:rPr>
              <a:t>("off")</a:t>
            </a:r>
          </a:p>
          <a:p>
            <a:r>
              <a:rPr lang="en-US" sz="1150" dirty="0" err="1">
                <a:solidFill>
                  <a:srgbClr val="A8D8EA"/>
                </a:solidFill>
                <a:latin typeface="Consolas" pitchFamily="34" charset="0"/>
                <a:ea typeface="Consolas" pitchFamily="34" charset="-122"/>
                <a:cs typeface="Consolas" pitchFamily="34" charset="-120"/>
              </a:rPr>
              <a:t>plt.tight_layout</a:t>
            </a:r>
            <a:r>
              <a:rPr lang="en-US" sz="1150" dirty="0">
                <a:solidFill>
                  <a:srgbClr val="A8D8EA"/>
                </a:solidFill>
                <a:latin typeface="Consolas" pitchFamily="34" charset="0"/>
                <a:ea typeface="Consolas" pitchFamily="34" charset="-122"/>
                <a:cs typeface="Consolas" pitchFamily="34" charset="-120"/>
              </a:rPr>
              <a:t>()</a:t>
            </a:r>
          </a:p>
          <a:p>
            <a:r>
              <a:rPr lang="en-US" sz="1150" dirty="0" err="1">
                <a:solidFill>
                  <a:srgbClr val="A8D8EA"/>
                </a:solidFill>
                <a:latin typeface="Consolas" pitchFamily="34" charset="0"/>
                <a:ea typeface="Consolas" pitchFamily="34" charset="-122"/>
                <a:cs typeface="Consolas" pitchFamily="34" charset="-120"/>
              </a:rPr>
              <a:t>plt.show</a:t>
            </a:r>
            <a:r>
              <a:rPr lang="en-US" sz="1150" dirty="0">
                <a:solidFill>
                  <a:srgbClr val="A8D8EA"/>
                </a:solidFill>
                <a:latin typeface="Consolas" pitchFamily="34" charset="0"/>
                <a:ea typeface="Consolas" pitchFamily="34" charset="-122"/>
                <a:cs typeface="Consolas" pitchFamily="34" charset="-120"/>
              </a:rPr>
              <a:t>()</a:t>
            </a:r>
          </a:p>
        </p:txBody>
      </p:sp>
      <p:sp>
        <p:nvSpPr>
          <p:cNvPr id="9" name="Text 7"/>
          <p:cNvSpPr/>
          <p:nvPr/>
        </p:nvSpPr>
        <p:spPr>
          <a:xfrm>
            <a:off x="658368" y="1818799"/>
            <a:ext cx="10875264" cy="2877312"/>
          </a:xfrm>
          <a:prstGeom prst="rect">
            <a:avLst/>
          </a:prstGeom>
          <a:noFill/>
          <a:ln/>
        </p:spPr>
        <p:txBody>
          <a:bodyPr wrap="square" lIns="0" tIns="0" rIns="0" bIns="0" rtlCol="0" anchor="t"/>
          <a:lstStyle/>
          <a:p>
            <a:endParaRPr lang="en-US" sz="1307"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20615-270A-387D-BB05-A5FE148DCC1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DFD594-2408-2F9C-CAC1-01D6EAEE7676}"/>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Shape 1">
            <a:extLst>
              <a:ext uri="{FF2B5EF4-FFF2-40B4-BE49-F238E27FC236}">
                <a16:creationId xmlns:a16="http://schemas.microsoft.com/office/drawing/2014/main" id="{494FEA6D-AC96-DCDE-F17B-997C76279EFA}"/>
              </a:ext>
            </a:extLst>
          </p:cNvPr>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a:extLst>
              <a:ext uri="{FF2B5EF4-FFF2-40B4-BE49-F238E27FC236}">
                <a16:creationId xmlns:a16="http://schemas.microsoft.com/office/drawing/2014/main" id="{A62F02C6-E90A-6203-AC67-C3DEFEB650E8}"/>
              </a:ext>
            </a:extLst>
          </p:cNvPr>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6</a:t>
            </a:r>
            <a:endParaRPr lang="en-US" sz="1467" dirty="0"/>
          </a:p>
        </p:txBody>
      </p:sp>
      <p:sp>
        <p:nvSpPr>
          <p:cNvPr id="5" name="Text 3">
            <a:extLst>
              <a:ext uri="{FF2B5EF4-FFF2-40B4-BE49-F238E27FC236}">
                <a16:creationId xmlns:a16="http://schemas.microsoft.com/office/drawing/2014/main" id="{5725D3CA-6A7E-E99F-C6D5-B71F93DD7288}"/>
              </a:ext>
            </a:extLst>
          </p:cNvPr>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Interpolate text_embeddings3 &amp; text_embeddings4 at 5 weights</a:t>
            </a:r>
          </a:p>
        </p:txBody>
      </p:sp>
      <p:sp>
        <p:nvSpPr>
          <p:cNvPr id="6" name="Shape 4">
            <a:extLst>
              <a:ext uri="{FF2B5EF4-FFF2-40B4-BE49-F238E27FC236}">
                <a16:creationId xmlns:a16="http://schemas.microsoft.com/office/drawing/2014/main" id="{F412DB75-6DAB-1A1F-11EC-95D3A6C46958}"/>
              </a:ext>
            </a:extLst>
          </p:cNvPr>
          <p:cNvSpPr/>
          <p:nvPr/>
        </p:nvSpPr>
        <p:spPr>
          <a:xfrm>
            <a:off x="487680" y="877823"/>
            <a:ext cx="11216640" cy="697134"/>
          </a:xfrm>
          <a:prstGeom prst="rect">
            <a:avLst/>
          </a:prstGeom>
          <a:solidFill>
            <a:srgbClr val="E3F2FD"/>
          </a:solidFill>
          <a:ln w="10160">
            <a:solidFill>
              <a:srgbClr val="1565C0"/>
            </a:solidFill>
            <a:prstDash val="solid"/>
          </a:ln>
        </p:spPr>
      </p:sp>
      <p:sp>
        <p:nvSpPr>
          <p:cNvPr id="7" name="Text 5">
            <a:extLst>
              <a:ext uri="{FF2B5EF4-FFF2-40B4-BE49-F238E27FC236}">
                <a16:creationId xmlns:a16="http://schemas.microsoft.com/office/drawing/2014/main" id="{E694B44D-AFB9-A4E4-BA67-69B731AA6056}"/>
              </a:ext>
            </a:extLst>
          </p:cNvPr>
          <p:cNvSpPr/>
          <p:nvPr/>
        </p:nvSpPr>
        <p:spPr>
          <a:xfrm>
            <a:off x="658368" y="916591"/>
            <a:ext cx="10850880" cy="643984"/>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Let the variable weight take five values, 0.9, 0.7, 0.5, 0.3, and 0.1. Create five interpolated text embeddings of text_embeddings3 and text_embeddings4 based on these weights. Feed the interpolated text embeddings to the </a:t>
            </a:r>
            <a:r>
              <a:rPr lang="en-US" sz="1333" i="1" dirty="0" err="1">
                <a:solidFill>
                  <a:srgbClr val="1A237E"/>
                </a:solidFill>
                <a:latin typeface="Calibri" pitchFamily="34" charset="0"/>
                <a:ea typeface="Calibri" pitchFamily="34" charset="-122"/>
                <a:cs typeface="Calibri" pitchFamily="34" charset="-120"/>
              </a:rPr>
              <a:t>gen_latents</a:t>
            </a:r>
            <a:r>
              <a:rPr lang="en-US" sz="1333" i="1" dirty="0">
                <a:solidFill>
                  <a:srgbClr val="1A237E"/>
                </a:solidFill>
                <a:latin typeface="Calibri" pitchFamily="34" charset="0"/>
                <a:ea typeface="Calibri" pitchFamily="34" charset="-122"/>
                <a:cs typeface="Calibri" pitchFamily="34" charset="-120"/>
              </a:rPr>
              <a:t>() function to generate five latent images. Convert the five latent images to high-resolution ones using the VAE decoder. Plot the five high-resolution images in a  1×5  grid, and label them accordingly.</a:t>
            </a:r>
            <a:endParaRPr lang="en-US" sz="1333" dirty="0"/>
          </a:p>
        </p:txBody>
      </p:sp>
      <p:pic>
        <p:nvPicPr>
          <p:cNvPr id="15362" name="Picture 2">
            <a:extLst>
              <a:ext uri="{FF2B5EF4-FFF2-40B4-BE49-F238E27FC236}">
                <a16:creationId xmlns:a16="http://schemas.microsoft.com/office/drawing/2014/main" id="{B6EEB491-DF66-90A5-BE46-8A4DC17172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7" y="2562600"/>
            <a:ext cx="11325225" cy="2657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40779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41339-F51E-6D1F-BDF0-3E91B2AEDF65}"/>
              </a:ext>
            </a:extLst>
          </p:cNvPr>
          <p:cNvSpPr>
            <a:spLocks noGrp="1"/>
          </p:cNvSpPr>
          <p:nvPr>
            <p:ph type="title"/>
          </p:nvPr>
        </p:nvSpPr>
        <p:spPr>
          <a:xfrm>
            <a:off x="3279140" y="2435225"/>
            <a:ext cx="5996940" cy="1325563"/>
          </a:xfrm>
        </p:spPr>
        <p:txBody>
          <a:bodyPr>
            <a:normAutofit/>
          </a:bodyPr>
          <a:lstStyle/>
          <a:p>
            <a:r>
              <a:rPr lang="en-US" sz="8800" dirty="0"/>
              <a:t>Thank you !</a:t>
            </a:r>
          </a:p>
        </p:txBody>
      </p:sp>
    </p:spTree>
    <p:extLst>
      <p:ext uri="{BB962C8B-B14F-4D97-AF65-F5344CB8AC3E}">
        <p14:creationId xmlns:p14="http://schemas.microsoft.com/office/powerpoint/2010/main" val="449321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d258917-277f-42cd-a3cd-14c4e9ee58bc}" enabled="1" method="Standard" siteId="{38ae3bcd-9579-4fd4-adda-b42e1495d55a}" removed="0"/>
</clbl:labelList>
</file>

<file path=docProps/app.xml><?xml version="1.0" encoding="utf-8"?>
<Properties xmlns="http://schemas.openxmlformats.org/officeDocument/2006/extended-properties" xmlns:vt="http://schemas.openxmlformats.org/officeDocument/2006/docPropsVTypes">
  <TotalTime>3381</TotalTime>
  <Words>2828</Words>
  <Application>Microsoft Office PowerPoint</Application>
  <PresentationFormat>Widescreen</PresentationFormat>
  <Paragraphs>356</Paragraphs>
  <Slides>46</Slides>
  <Notes>34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Aptos</vt:lpstr>
      <vt:lpstr>Aptos Display</vt:lpstr>
      <vt:lpstr>Arial</vt:lpstr>
      <vt:lpstr>Calibri</vt:lpstr>
      <vt:lpstr>Consolas</vt:lpstr>
      <vt:lpstr>Courier New</vt:lpstr>
      <vt:lpstr>Google Sans Text</vt:lpstr>
      <vt:lpstr>Office Theme</vt:lpstr>
      <vt:lpstr>Grafică asistată de calculator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evosoft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Grigore Atimut, Ionut Orlando (ADV D EU RO IFA AI DN)</dc:creator>
  <cp:lastModifiedBy>ionut grigore</cp:lastModifiedBy>
  <cp:revision>110</cp:revision>
  <dcterms:created xsi:type="dcterms:W3CDTF">2024-09-13T06:53:36Z</dcterms:created>
  <dcterms:modified xsi:type="dcterms:W3CDTF">2026-05-09T15:08:39Z</dcterms:modified>
</cp:coreProperties>
</file>