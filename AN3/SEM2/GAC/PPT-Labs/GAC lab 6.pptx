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notesSlides/notesSlide8.xml" ContentType="application/vnd.openxmlformats-officedocument.presentationml.notesSlide+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9.xml" ContentType="application/vnd.openxmlformats-officedocument.presentationml.notesSlide+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96" r:id="rId3"/>
    <p:sldId id="257" r:id="rId4"/>
    <p:sldId id="324" r:id="rId5"/>
    <p:sldId id="323" r:id="rId6"/>
    <p:sldId id="320" r:id="rId7"/>
    <p:sldId id="414" r:id="rId8"/>
    <p:sldId id="415" r:id="rId9"/>
    <p:sldId id="416" r:id="rId10"/>
    <p:sldId id="417" r:id="rId11"/>
    <p:sldId id="418" r:id="rId12"/>
    <p:sldId id="419" r:id="rId13"/>
    <p:sldId id="261" r:id="rId14"/>
    <p:sldId id="258" r:id="rId15"/>
    <p:sldId id="264" r:id="rId16"/>
    <p:sldId id="319" r:id="rId17"/>
    <p:sldId id="266" r:id="rId18"/>
    <p:sldId id="330" r:id="rId19"/>
    <p:sldId id="267" r:id="rId20"/>
    <p:sldId id="412" r:id="rId21"/>
    <p:sldId id="400" r:id="rId22"/>
    <p:sldId id="413" r:id="rId23"/>
    <p:sldId id="321" r:id="rId24"/>
    <p:sldId id="270" r:id="rId25"/>
    <p:sldId id="402" r:id="rId26"/>
    <p:sldId id="322" r:id="rId27"/>
    <p:sldId id="273" r:id="rId28"/>
    <p:sldId id="331" r:id="rId29"/>
    <p:sldId id="410" r:id="rId30"/>
    <p:sldId id="274" r:id="rId31"/>
    <p:sldId id="318" r:id="rId32"/>
    <p:sldId id="275" r:id="rId33"/>
    <p:sldId id="396" r:id="rId34"/>
    <p:sldId id="403" r:id="rId35"/>
    <p:sldId id="404" r:id="rId36"/>
    <p:sldId id="397" r:id="rId37"/>
    <p:sldId id="409" r:id="rId38"/>
    <p:sldId id="408" r:id="rId39"/>
    <p:sldId id="398" r:id="rId40"/>
    <p:sldId id="405" r:id="rId41"/>
    <p:sldId id="406" r:id="rId42"/>
    <p:sldId id="399" r:id="rId43"/>
    <p:sldId id="407" r:id="rId44"/>
    <p:sldId id="411" r:id="rId45"/>
    <p:sldId id="29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F3D4CF-906D-4A2B-A884-17E1ADF724F4}" v="30" dt="2024-09-14T18:53:25.7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p:scale>
          <a:sx n="50" d="100"/>
          <a:sy n="50" d="100"/>
        </p:scale>
        <p:origin x="1320"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55.355"/>
    </inkml:context>
    <inkml:brush xml:id="br0">
      <inkml:brushProperty name="width" value="0.05" units="cm"/>
      <inkml:brushProperty name="height" value="0.05" units="cm"/>
      <inkml:brushProperty name="color" value="#FFFFFF"/>
    </inkml:brush>
  </inkml:definitions>
  <inkml:trace contextRef="#ctx0" brushRef="#br0">38 172 24575,'-1'-2'0,"0"1"0,0-1 0,0 0 0,0 1 0,0-1 0,0 1 0,0-1 0,0 1 0,-1 0 0,1-1 0,-2 0 0,2 1 0,1 1 0,0-1 0,-1 1 0,1-1 0,0 1 0,-1-1 0,1 1 0,-1-1 0,1 1 0,-1 0 0,1-1 0,-1 1 0,1 0 0,-1 0 0,1-1 0,-1 1 0,0 0 0,1 0 0,-1 0 0,1-1 0,-1 1 0,0 0 0,1 0 0,-1 0 0,1 0 0,-1 0 0,0 0 0,1 1 0,-1-1 0,1 0 0,-1 0 0,-1 1 0,2 0 0,-1 0 0,1 0 0,-1 1 0,1-1 0,-1 0 0,1 1 0,0-1 0,-1 1 0,1-1 0,0 0 0,0 1 0,0-1 0,0 1 0,0-1 0,0 0 0,1 3 0,-1-4 0,1 0 0,-1 1 0,0-1 0,0 0 0,0 0 0,0 0 0,0 0 0,0 0 0,1 1 0,-1-1 0,0 0 0,0 0 0,0 0 0,0 0 0,1 0 0,-1 0 0,0 0 0,0 0 0,0 0 0,0 0 0,1 0 0,-1 0 0,0 0 0,0 0 0,0 0 0,1 0 0,-1 0 0,0 0 0,0 0 0,0 0 0,0 0 0,1 0 0,-1 0 0,0 0 0,0 0 0,0 0 0,1 0 0,9-12 0,2-8 0,-9 13 0,1 0 0,1 0 0,7-9 0,-10 18 0,-1 6 0,-2 9 0,-1-2 0,-1-3 0,2 0 0,0 0 0,1 23 0,14-55 0,8-18 0,-13 26 0,-2-1 0,1 0 0,-2-1 0,0 1 0,0-1 0,3-15 0,-35 117 0,18-46 0,-4 62 0,11-216 0,-1 58 0,7-63 0,-5 115 0,1 4 0,-1 13 0,-2 23 0,-33 158 0,39-208 0,0 0 0,1 0 0,9-15 0,3-11 0,-10 21 0,-5 11 0,0 0 0,0 1 0,1-1 0,-1 1 0,6-8 0,-8 13 0,0 0 0,0 0 0,0 0 0,0 0 0,0 0 0,1 0 0,-1 0 0,0 0 0,0 0 0,0 0 0,0 0 0,0-1 0,0 1 0,0 0 0,0 0 0,0 0 0,0 0 0,0 0 0,0 0 0,0 0 0,1 0 0,-1 0 0,0 0 0,0 0 0,0 0 0,0 0 0,0 0 0,0 0 0,0 0 0,0 0 0,0 0 0,0 0 0,1 0 0,-1 0 0,0 0 0,0 0 0,0 0 0,0 0 0,0 1 0,0-1 0,0 0 0,0 0 0,0 0 0,0 0 0,0 0 0,0 0 0,0 0 0,0 0 0,1 0 0,-1 0 0,0 0 0,0 0 0,0 0 0,0 1 0,0-1 0,0 0 0,2 8 0,0 9 0,-4 178 0,14-348 0,-14 196 0,1-20 0,0 0 0,5 32 0,-4-62 0,0 1 0,1-1 0,0 0 0,0 1 0,3-9 0,1-4 0,-2 3 0,1 0 0,0 0 0,11-23 0,-15 38 0,0 1 0,0 0 0,0-1 0,0 1 0,0 0 0,0 0 0,0-1 0,0 1 0,0 0 0,1-1 0,-1 1 0,0 0 0,0 0 0,0-1 0,0 1 0,1 0 0,-1 0 0,0 0 0,0-1 0,0 1 0,1 0 0,-1 0 0,0 0 0,0 0 0,1-1 0,-1 1 0,0 0 0,0 0 0,1 0 0,-1 0 0,0 0 0,1 0 0,-1 0 0,0 0 0,1 0 0,-1 0 0,0 0 0,1 0 0,4 12 0,-2 19 0,-5 25 0,2-41 0,0 5 0,6-38 0,-4 12 0,-2 2 0,1 1 0,0-1 0,-1 1 0,1-1 0,1 1 0,-1 0 0,0 0 0,1-1 0,3-4 0,-3 11 0,2 7 0,-3-10 0,-1 0 0,0 0 0,0 0 0,1 0 0,-1 0 0,0 0 0,1 0 0,-1 0 0,0 0 0,0 0 0,1 0 0,-1 0 0,0 0 0,1 0 0,-1 0 0,0 0 0,0 0 0,1 0 0,-1 0 0,0-1 0,1 1 0,-1 0 0,0 0 0,0 0 0,0-1 0,1 1 0,-1 0 0,0 0 0,0 0 0,0-1 0,1 1 0,-1 0 0,0 0 0,0-1 0,0 1 0,0 0 0,0-1 0,0 1 0,0 0 0,0 0 0,0-1 0,0 1 0,0-1 0,4-7 0,2-1 0,-5 23 0,-1-2 342,-1-10-684,1-7-1023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1:00.668"/>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1:03.196"/>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04.147"/>
    </inkml:context>
    <inkml:brush xml:id="br0">
      <inkml:brushProperty name="width" value="0.025" units="cm"/>
      <inkml:brushProperty name="height" value="0.025" units="cm"/>
      <inkml:brushProperty name="color" value="#FFFFFF"/>
    </inkml:brush>
  </inkml:definitions>
  <inkml:trace contextRef="#ctx0" brushRef="#br0">2 17 24575,'9'-12'0,"-6"7"0,-5 17 0,-9 29 0,29-69 0,-8 14 0,-8 12 0,-3 4 0,-9 9-1365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04.369"/>
    </inkml:context>
    <inkml:brush xml:id="br0">
      <inkml:brushProperty name="width" value="0.025" units="cm"/>
      <inkml:brushProperty name="height" value="0.025" units="cm"/>
      <inkml:brushProperty name="color" value="#FFFFFF"/>
    </inkml:brush>
  </inkml:definitions>
  <inkml:trace contextRef="#ctx0" brushRef="#br0">1 0 24575,'0'2'0,"0"0"0,0 2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04.527"/>
    </inkml:context>
    <inkml:brush xml:id="br0">
      <inkml:brushProperty name="width" value="0.025" units="cm"/>
      <inkml:brushProperty name="height" value="0.025" units="cm"/>
      <inkml:brushProperty name="color" value="#FFFFFF"/>
    </inkml:brush>
  </inkml:definitions>
  <inkml:trace contextRef="#ctx0" brushRef="#br0">1 1 24575,'1'0'0,"0"1"0,2 0 0,1 0 0,0-1 0,0 1 0,1-1 0,-1 0 0,1-2 0,-1-1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04.767"/>
    </inkml:context>
    <inkml:brush xml:id="br0">
      <inkml:brushProperty name="width" value="0.025" units="cm"/>
      <inkml:brushProperty name="height" value="0.025" units="cm"/>
      <inkml:brushProperty name="color" value="#FFFFFF"/>
    </inkml:brush>
  </inkml:definitions>
  <inkml:trace contextRef="#ctx0" brushRef="#br0">9 0 24575,'0'1'0,"0"1"0,0 0 0,0 2 0,-1-1 0,0 0 0,-1 1 0,0-1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05.486"/>
    </inkml:context>
    <inkml:brush xml:id="br0">
      <inkml:brushProperty name="width" value="0.025" units="cm"/>
      <inkml:brushProperty name="height" value="0.025" units="cm"/>
      <inkml:brushProperty name="color" value="#FFFFFF"/>
    </inkml:brush>
  </inkml:definitions>
  <inkml:trace contextRef="#ctx0" brushRef="#br0">14 101 24575,'-7'1'0,"3"0"0,2-12 0,2-9 0,2 34 0,1 59 0,-2-93-227,1 0-1,1 1 1,1-1-1,1 1 1,14-35-1,-16 48-6598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11.661"/>
    </inkml:context>
    <inkml:brush xml:id="br0">
      <inkml:brushProperty name="width" value="0.035" units="cm"/>
      <inkml:brushProperty name="height" value="0.035" units="cm"/>
      <inkml:brushProperty name="color" value="#FFFFFF"/>
    </inkml:brush>
  </inkml:definitions>
  <inkml:trace contextRef="#ctx0" brushRef="#br0">18 147 24575,'8'-7'0,"0"-1"0,0 0 0,-1 0 0,0-1 0,-1 0 0,0 0 0,-1-1 0,0 0 0,6-14 0,-2 8 0,-6 16 0,-4 10 0,-2 4 0,-1 1 0,0-1 0,-9 20 0,13-33 0,0-1 0,0 0 0,0 1 0,0-1 0,0 0 0,0 0 0,0 1 0,0-1 0,-1 0 0,1 0 0,0 1 0,0-1 0,0 0 0,0 0 0,-1 1 0,1-1 0,0 0 0,0 0 0,0 1 0,-1-1 0,1 0 0,0 0 0,0 0 0,-1 0 0,1 0 0,0 1 0,0-1 0,-1 0 0,1 0 0,0 0 0,-1 0 0,1 0 0,0 0 0,0 0 0,-1 0 0,1 0 0,-5-11 0,3-16 0,3-1 0,0 22 0,0-1 0,-1 1 0,0-1 0,0 1 0,-1-1 0,-1-11 0,-8 40 0,-42 134 0,52-156 0,0 0 0,0 0 0,0 0 0,1 0 0,-1 0 0,0 0 0,0 0 0,0 0 0,0 0 0,0 0 0,0 0 0,0 0 0,1 0 0,-1 0 0,0 0 0,0 0 0,0 0 0,0 0 0,0 0 0,0 0 0,0 0 0,1 0 0,-1 1 0,0-1 0,0 0 0,0 0 0,0 0 0,0 0 0,0 0 0,0 0 0,0 0 0,0 0 0,0 0 0,0 0 0,0 1 0,1-1 0,-1 0 0,0 0 0,0 0 0,0 0 0,0 0 0,0 0 0,0 0 0,0 1 0,0-1 0,0 0 0,0 0 0,0 0 0,0 0 0,0 0 0,0 0 0,0 0 0,0 1 0,-1-1 0,1 0 0,0 0 0,0 0 0,0 0 0,0 0 0,0 0 0,0 0 0,0 0 0,0 1 0,0-1 0,0 0 0,0 0 0,0 0 0,-1 0 0,12-9 0,9-16 0,7-30 0,-9 14 0,-15 50 0,-2 8 0,-1 8 0,-1 0 0,-2 0 0,0 0 0,-2-1 0,-9 30 0,12-48 0,0-6 0,1-13 0,3-22 0,11-23 0,-11 48 0,-3 12 0,-7 24 0,-1 0 0,-19 38 0,19-54 0,8-17 0,6-21 0,-1 15 0,1-1 0,0 1 0,1 0 0,1 0 0,0 1 0,13-17 0,-20 29 0,0 0 0,0 0 0,1-1 0,-1 1 0,0 0 0,1 0 0,-1 0 0,0-1 0,0 1 0,1 0 0,-1 0 0,1 0 0,-1 0 0,0 0 0,1 0 0,-1 0 0,0 0 0,1 0 0,-1 0 0,0 0 0,1 0 0,-1 0 0,1 0 0,-1 0 0,0 0 0,1 0 0,-1 0 0,0 0 0,1 0 0,-1 1 0,0-1 0,1 0 0,-1 0 0,0 0 0,1 1 0,-1-1 0,0 0 0,0 0 0,1 1 0,-1-1 0,0 0 0,0 1 0,0-1 0,1 0 0,-1 1 0,0-1 0,0 0 0,0 1 0,0-1 0,0 0 0,0 1 0,0-1 0,0 1 0,0-1 0,0 1 0,8 25 0,-8-24 0,11 87 0,-10-100 0,-1 0 0,1 0 0,0 0 0,1 0 0,1 0 0,6-19 0,-14 69 0,4-32 0,0-4 0,0 1 0,1-1 0,-1 0 0,0 1 0,-1-1 0,1 0 0,0 0 0,-1 0 0,-4 6 0,6-9 0,0-1 0,-1 1 0,1 0 0,0 0 0,-1 0 0,1 0 0,0 0 0,-1-1 0,1 1 0,0 0 0,0 0 0,-1-1 0,1 1 0,0 0 0,0 0 0,0-1 0,-1 1 0,1 0 0,0 0 0,0-1 0,0 1 0,0 0 0,0-1 0,0 1 0,0 0 0,-1-1 0,1 1 0,0 0 0,0-1 0,0 1 0,0 0 0,0-1 0,1 1 0,-1 0 0,0-1 0,0 0 0,-1-15 0,0 9 0,1 0 0,0 0 0,1 0 0,-1 0 0,2 0 0,2-12 0,-4 18 0,0 1 0,0 0 0,0 0 0,0 0 0,0 0 0,0-1 0,0 1 0,1 0 0,-1 0 0,0 0 0,0 0 0,0-1 0,0 1 0,0 0 0,0 0 0,0 0 0,0 0 0,1 0 0,-1-1 0,0 1 0,0 0 0,0 0 0,0 0 0,0 0 0,1 0 0,-1 0 0,0 0 0,0 0 0,0 0 0,0 0 0,1-1 0,-1 1 0,0 0 0,0 0 0,0 0 0,1 0 0,-1 0 0,0 0 0,0 0 0,0 1 0,0-1 0,1 0 0,-1 0 0,0 0 0,0 0 0,1 0 0,5 10 0,3 14 0,-3 0 0,-10-40 0,-21-49 0,28 66 0,7 7 0,8 13 0,-11-4 0,-3-6 0,-4-24 0,-1 0 0,0 6 0,0 1 0,1-1 0,-1 0 0,1 0 0,2-10 0,0 19 0,0 0 0,0 0 0,-1 1 0,1-1 0,-1 0 0,1 0 0,-1 1 0,2 3 0,8 15 0,-9-19 0,-6-15 0,-11-28 0,23 54 0,10 23 0,-17-35 0,-1 0 0,0 0 0,0 0 0,0 0 0,0 0 0,0 0 0,0 0 0,0 0 0,0 0 0,0 0 0,-1 0 0,1 0 0,0 0 0,-1 0 0,1 0 0,-1 0 0,1 0 0,-1 0 0,1 0 0,-1 0 0,-1 1 0,-21 17 0,2-1 0,11-5-1365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21.827"/>
    </inkml:context>
    <inkml:brush xml:id="br0">
      <inkml:brushProperty name="width" value="0.035" units="cm"/>
      <inkml:brushProperty name="height" value="0.035" units="cm"/>
      <inkml:brushProperty name="color" value="#FFFFFF"/>
    </inkml:brush>
  </inkml:definitions>
  <inkml:trace contextRef="#ctx0" brushRef="#br0">33 12 24575,'8'-7'0,"-3"3"0,-7 11 0,-3 1 0,0 0 0,0 0 0,0-1 0,-1 1 0,-11 10 0,24-37 0,9-11 0,-12 21-1365,0 3-5461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24.966"/>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29.483"/>
    </inkml:context>
    <inkml:brush xml:id="br0">
      <inkml:brushProperty name="width" value="0.05" units="cm"/>
      <inkml:brushProperty name="height" value="0.05" units="cm"/>
      <inkml:brushProperty name="color" value="#FFFFFF"/>
    </inkml:brush>
  </inkml:definitions>
  <inkml:trace contextRef="#ctx0" brushRef="#br0">114 24 24575,'-3'0'0,"0"2"0,-1-1 0,1 0 0,0 1 0,0-1 0,0 1 0,0 0 0,0 0 0,0 0 0,1 1 0,-1-1 0,0 1 0,1-1 0,-2 4 0,-14 12 0,9-12 0,-24 18 0,25-18 0,15-13 0,40-40 0,-47 47 0,0 0 0,0 0 0,0 0 0,0 0 0,0 0 0,0 0 0,0 0 0,0-1 0,0 1 0,0 0 0,0 0 0,0 0 0,1 0 0,-1 0 0,0 0 0,0 0 0,0 0 0,0 0 0,0 0 0,0 0 0,0 0 0,0 0 0,1 0 0,-1 0 0,0 0 0,0 0 0,0 0 0,0 0 0,0 0 0,0 0 0,0 0 0,1 0 0,-1 0 0,0 0 0,0 0 0,0 0 0,0 0 0,0 0 0,0 0 0,0 0 0,0 0 0,1 0 0,-1 0 0,0 0 0,0 0 0,0 0 0,0 0 0,0 0 0,0 1 0,0-1 0,0 0 0,0 0 0,0 0 0,0 0 0,0 0 0,0 0 0,1 0 0,-1 0 0,0 1 0,0-1 0,2 12 0,-1 17 0,-2-29 0,1 4 0,-5 94 0,26-181 0,-9 39 0,1-27 0,-14 118 0,2 82 0,14-183 0,-1-43 0,-16 176 0,-1 28 0,3-169 0,-2 47 0,2 0 0,-1 0 0,2 1 0,0-1 0,1 0 0,1 1 0,5-18 0,-8 32 0,0 0 0,0 0 0,0 0 0,0 0 0,0-1 0,0 1 0,0 0 0,0 0 0,0 0 0,0 0 0,0 0 0,0 0 0,0 0 0,0 0 0,0 0 0,0 0 0,1 0 0,-1 0 0,0 0 0,0 0 0,0 0 0,0 0 0,0 0 0,0 0 0,0 0 0,0 0 0,0 0 0,0 0 0,1 0 0,-1 0 0,0 0 0,0 0 0,0 0 0,0 0 0,0 0 0,0 0 0,0 0 0,0 0 0,0 0 0,0 0 0,0 0 0,0 0 0,1 0 0,-1 0 0,0 0 0,0 0 0,0 0 0,0 1 0,0-1 0,0 0 0,0 0 0,0 0 0,0 0 0,0 0 0,0 0 0,0 0 0,0 0 0,0 0 0,0 0 0,0 0 0,0 1 0,0-1 0,0 0 0,0 0 0,5 11 0,2 12 0,-4-3 0,0 0 0,-1 0 0,-1 0 0,-2 21 0,-5-107 0,7 15 0,6 93 0,-5-24 0,1 0 0,8 23 0,-14-63 0,1 0 0,0-24 0,3 37 0,3 8 0,8 17 0,10 27 0,-17-34 0,-9-23 0,-7-16 0,11 15 0,1 4 0,6 24 0,1 2 0,-8-15 0,0 0 0,0 0 0,0 0 0,1 1 0,-1-1 0,0 0 0,0 0 0,0 0 0,0 0 0,0 0 0,0 0 0,0 0 0,1 0 0,-1 0 0,0 0 0,0 0 0,0 0 0,0 0 0,0 0 0,0 0 0,1 0 0,-1 0 0,0 0 0,0 0 0,0 0 0,0 0 0,0 0 0,0 0 0,0 0 0,1 0 0,-1 0 0,0-1 0,0 1 0,0 0 0,0 0 0,0 0 0,0 0 0,0 0 0,0 0 0,0 0 0,1 0 0,-1 0 0,0-1 0,0 1 0,0 0 0,0 0 0,0 0 0,0 0 0,0 0 0,0 0 0,0 0 0,0-1 0,4-30 0,-1 6 0,-3 25 0,0 0 0,0 0 0,0 0 0,0 0 0,0 0 0,0 0 0,0 0 0,0-1 0,0 1 0,1 0 0,-1 0 0,0 0 0,0 0 0,0 0 0,0 0 0,0 0 0,0 0 0,0 0 0,0 0 0,1 0 0,-1 0 0,0 0 0,0 0 0,0 0 0,0 0 0,0 0 0,0 0 0,0 0 0,0 0 0,1 0 0,-1 0 0,0 0 0,0 0 0,0 0 0,0 0 0,0 0 0,0 0 0,0 0 0,0 0 0,1 0 0,-1 0 0,0 0 0,0 0 0,0 0 0,0 0 0,0 1 0,0-1 0,0 0 0,0 0 0,0 0 0,0 0 0,0 0 0,0 0 0,1 0 0,4 10 0,3 11 0,-5-6-1365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10:40.117"/>
    </inkml:context>
    <inkml:brush xml:id="br0">
      <inkml:brushProperty name="width" value="0.05" units="cm"/>
      <inkml:brushProperty name="height" value="0.05" units="cm"/>
      <inkml:brushProperty name="color" value="#FFFFFF"/>
    </inkml:brush>
  </inkml:definitions>
  <inkml:trace contextRef="#ctx0" brushRef="#br0">11 112 24575,'-6'43'0,"3"-27"0,2-13 0,2-7 0,1-10 0,5-19 0,-7 31 0,0 0 0,1 1 0,0-1 0,-1 0 0,1 1 0,0-1 0,0 0 0,0 1 0,0-1 0,0 1 0,0-1 0,1 1 0,1-2 0,-3 3 0,0 0 0,0 0 0,0 0 0,1 0 0,-1 0 0,0 0 0,0-1 0,0 1 0,0 0 0,0 0 0,1 0 0,-1 0 0,0 0 0,0 0 0,0 1 0,0-1 0,0 0 0,1 0 0,-1 0 0,0 0 0,0 0 0,0 0 0,0 0 0,0 0 0,1 0 0,-1 0 0,0 0 0,0 0 0,0 1 0,0-1 0,0 0 0,0 0 0,0 0 0,0 0 0,0 0 0,1 0 0,-1 1 0,0-1 0,0 0 0,0 0 0,0 0 0,0 0 0,0 0 0,0 1 0,3 11 0,-2 11 0,-1-23 0,2 22 0,-2-22 0,0 0 0,0 0 0,0 0 0,1 0 0,-1 0 0,0-1 0,0 1 0,0 0 0,0 0 0,1 0 0,-1 0 0,0 0 0,0 0 0,0 0 0,0 0 0,1 0 0,-1 0 0,0-1 0,0 1 0,0 0 0,0 0 0,0 0 0,1 0 0,-1 0 0,0-1 0,0 1 0,0 0 0,0 0 0,0 0 0,0 0 0,0-1 0,0 1 0,0 0 0,0 0 0,0 0 0,0-1 0,0 1 0,0 0 0,0 0 0,0 0 0,0 0 0,0-1 0,0 1 0,0 0 0,10-44 0,-8 34 0,13-66 0,-19 151 0,-20 39 0,42-207 0,17-21 0,-32 109 0,-1 7 0,0 15 0,-2 23 0,-5 3 0,-18 75 0,11-69 0,11-46 0,0-4 0,1-10 0,1-20 0,35-153 0,-35 243 0,-6 109 0,8-182 0,1 1 0,0 0 0,0 0 0,7-13 0,5-13 0,-4 0 0,-7 21 0,11-27 0,-15 83 0,-14 93 0,14-154 0,-2-38 0,0 12 0,1 41 0,1 9 0,0 19 0,1 5 0,-1-52 0,-1 19 0,2-18 0,1 27 0,1 8 0,3 10 0,0 22 0,-5-40 0,1-8 0,2-8 0,-4 3 0,-1 7 0,0 1 0,1 0 0,0 0 0,-1 0 0,2 0 0,0-4 0,3 42 0,1 15 0,-5-44 0,-3-31 0,2 26 0,0 0 0,0 0 0,0 0 0,0 0 0,0 0 0,0 0 0,0 0 0,0 0 0,0 0 0,0 0 0,0 0 0,0 0 0,0 0 0,-1 0 0,1 0 0,0 0 0,0 0 0,0 1 0,0-1 0,0 0 0,0 0 0,0 0 0,0 0 0,0 0 0,0 0 0,0 0 0,0 0 0,0 0 0,0 0 0,0 0 0,0 0 0,-1 0 0,1 0 0,0 0 0,0 0 0,0 0 0,0 0 0,0 0 0,0 0 0,0 0 0,0 0 0,0-1 0,0 1 0,0 0 0,0 0 0,0 0 0,0 0 0,0 0 0,-5 13 0,-7 28 0,8-29 0,5 5 342,-1-17-396,0 1 1,0-1 0,0 1-1,1-1 1,-1 0 0,0 1-1,0-1 1,0 1 0,1-1-1,-1 1 1,0-1 0,0 0-1,1 1 1,-1-1 0,0 0-1,1 1 1,-1-1 0,1 0-1,-1 1 1,0-1 0,1 0-1,-1 0 1,1 1 0,-1-1-1,0 0 1,1 0 0,-1 0-1,1 0 1,-1 0 0,1 0-1,0 1 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01.651"/>
    </inkml:context>
    <inkml:brush xml:id="br0">
      <inkml:brushProperty name="width" value="0.2" units="cm"/>
      <inkml:brushProperty name="height" value="0.2" units="cm"/>
      <inkml:brushProperty name="color" value="#FFFFFF"/>
    </inkml:brush>
  </inkml:definitions>
  <inkml:trace contextRef="#ctx0" brushRef="#br0">0 1 24575,'2'0'0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08.785"/>
    </inkml:context>
    <inkml:brush xml:id="br0">
      <inkml:brushProperty name="width" value="0.2" units="cm"/>
      <inkml:brushProperty name="height" value="0.2" units="cm"/>
      <inkml:brushProperty name="color" value="#FFFFFF"/>
    </inkml:brush>
  </inkml:definitions>
  <inkml:trace contextRef="#ctx0" brushRef="#br0">243 1013 24575,'-2'24'0,"0"0"0,-9 39 0,-2 12 0,12 23 0,2-75 0,0-51 0,1 0 0,1 0 0,2 0 0,1 0 0,10-28 0,-8 34 0,0 1 0,1-1 0,1 2 0,2-1 0,-1 2 0,26-32 0,-35 49 0,-1 0 0,1 0 0,0 0 0,0 0 0,0 0 0,0 0 0,1 0 0,-1 1 0,0-1 0,1 1 0,-1 0 0,1 0 0,3-1 0,-5 2 0,-1-1 0,1 1 0,0 0 0,0 1 0,-1-1 0,1 0 0,0 0 0,0 0 0,-1 0 0,1 0 0,0 1 0,-1-1 0,1 0 0,0 1 0,-1-1 0,1 1 0,0-1 0,-1 0 0,2 2 0,-1-1 0,0 1 0,0 0 0,0-1 0,1 1 0,-2 0 0,1 0 0,0 0 0,0 0 0,0 4 0,2 5 0,-2 0 0,0 1 0,0-1 0,-1 1 0,0-1 0,-1 1 0,0-1 0,-1 0 0,0 1 0,-8 20 0,1-7 0,-1-1 0,-1 1 0,-24 37 0,23-44 0,-1 0 0,-1 0 0,-24 25 0,30-36 0,0 0 0,0-1 0,0 1 0,-1-2 0,1 1 0,-1-1 0,-1 0 0,1-1 0,-20 6 0,26-9 0,0-1 0,0 0 0,0 1 0,0-1 0,0 0 0,0-1 0,0 1 0,0 0 0,0-1 0,0 0 0,1 1 0,-1-1 0,0 0 0,0-1 0,1 1 0,-1 0 0,0-1 0,1 1 0,-1-1 0,1 0 0,0 0 0,0 0 0,-1 0 0,2 0 0,-1-1 0,0 1 0,-2-4 0,-4-8 0,0 0 0,1 0 0,1 0 0,-5-17 0,3 9 0,3 10 0,1 0 0,1 0 0,0 0 0,1-1 0,-1-21 0,17 94 0,6 98 0,8 42 0,-27-196 0,0 0 0,0 0 0,0 0 0,0-1 0,0 1 0,1 0 0,0-1 0,0 1 0,3 4 0,-4-7 0,0 0 0,0-1 0,0 1 0,0 0 0,1 0 0,-1 0 0,0-1 0,0 1 0,1-1 0,-1 1 0,1-1 0,-1 1 0,0-1 0,1 0 0,-1 0 0,1 0 0,-1 0 0,1 0 0,-1 0 0,0 0 0,1 0 0,-1 0 0,1-1 0,-1 1 0,0 0 0,1-1 0,1-1 0,8-2 0,0-2 0,-1 1 0,0-2 0,0 1 0,0-1 0,13-13 0,49-55 0,-70 73 0,57-67 0,-26 30 0,1 1 0,44-38 0,-76 74 0,1-1 0,1 1 0,-1 0 0,0 0 0,0 0 0,5-2 0,-7 4 0,0 0 0,-1 0 0,1-1 0,0 1 0,-1 0 0,1 0 0,0 0 0,-1 0 0,1 1 0,0-1 0,-1 0 0,1 0 0,-1 0 0,1 0 0,0 1 0,-1-1 0,1 0 0,-1 1 0,1-1 0,0 0 0,-1 1 0,1-1 0,-1 1 0,1-1 0,-1 1 0,0-1 0,1 1 0,-1-1 0,1 1 0,-1-1 0,0 1 0,0-1 0,1 1 0,-1 0 0,0-1 0,0 1 0,0 0 0,1-1 0,-1 1 0,0 0 0,0 0 0,1 16 0,1-1 0,-2 0 0,0 0 0,-1 0 0,-1 0 0,-1 1 0,-4 16 0,-1 8 0,-5 50 0,-14 74 0,46-263 0,26-42 0,-35 114 0,2 0 0,0 1 0,19-28 0,-30 52 0,-1-1 0,1 1 0,0 0 0,-1 0 0,1 0 0,0-1 0,0 1 0,0 0 0,0 0 0,0 0 0,0 0 0,0 1 0,1-1 0,-1 0 0,0 0 0,0 1 0,1-1 0,-1 1 0,0-1 0,1 1 0,-1-1 0,1 1 0,1 0 0,-2 0 0,1 1 0,-1 0 0,1 0 0,-1 0 0,0 0 0,0 0 0,0 0 0,1 0 0,-1 1 0,0-1 0,0 0 0,-1 0 0,1 1 0,0-1 0,0 1 0,-1-1 0,1 1 0,-1-1 0,1 1 0,-1-1 0,1 3 0,4 17 0,0 0 0,-2 0 0,2 31 0,-3 68 0,-2-97 0,0 9 0,1 11 0,-3 0 0,-8 62 0,6-139 0,2-184 0,-8-169 0,-88-421 0,95 784 0,6 26 0,5 14 0,26 70 0,-4 0 0,-4 2 0,-3 2 0,-5 0 0,9 114 0,-25-182 0,-1-16 0,-2-9 0,-6-48 0,-118-611 0,119 641 0,6 21 0,0 0 0,0 1 0,0-1 0,0 0 0,0 0 0,0 0 0,0 0 0,0 0 0,0 0 0,0 0 0,0 0 0,0 0 0,0 0 0,0 0 0,0 0 0,0 0 0,0 0 0,-1 0 0,1 0 0,0 0 0,0 0 0,0 0 0,0 0 0,0 0 0,0 0 0,0 0 0,0 0 0,0 0 0,0 0 0,0 0 0,0 0 0,0 0 0,0 0 0,0 0 0,0 0 0,-1 0 0,1 0 0,0-1 0,0 1 0,0 0 0,0 0 0,0 0 0,0 32 0,1-25 0,0 38 0,0 195 0,-3-210 0,-1 1 0,-2 0 0,-1-1 0,-2 0 0,-19 50 0,24-70 0,-1-1 0,-1 0 0,0 0 0,0 0 0,-1 0 0,0-1 0,-1 0 0,1 0 0,-1-1 0,-1 0 0,0 0 0,0-1 0,0 1 0,0-2 0,-15 8 0,21-12 0,0-1 0,1 1 0,-1 0 0,0-1 0,0 1 0,0-1 0,0 0 0,0 1 0,0-1 0,0 0 0,0 0 0,1 0 0,-1-1 0,0 1 0,0 0 0,0-1 0,0 1 0,0-1 0,0 0 0,-2-1 0,1 0 0,1 0 0,-1 0 0,1 0 0,0-1 0,0 1 0,0 0 0,0-1 0,1 0 0,-1 1 0,1-1 0,-3-5 0,-1-8 0,1 0 0,0 1 0,1-1 0,-1-17 0,3 23 0,-5-41 0,-6-46 0,1-117 0,11 204 0,2-26 0,-1 34 0,-1 0 0,0 0 0,1 0 0,-1-1 0,1 1 0,0 0 0,0 0 0,0 1 0,0-1 0,0 0 0,0 0 0,0 0 0,2-1 0,-2 2 0,-1 1 0,1 0 0,0 0 0,-1-1 0,1 1 0,-1 0 0,1 0 0,0 0 0,-1 0 0,1 0 0,0 0 0,-1 0 0,1 0 0,0 0 0,-1 0 0,1 0 0,0 0 0,-1 0 0,1 0 0,0 1 0,-1-1 0,1 0 0,0 1 0,-1-1 0,1 0 0,-1 1 0,1-1 0,-1 0 0,1 1 0,-1-1 0,1 1 0,-1-1 0,1 1 0,-1 0 0,0-1 0,1 1 0,-1-1 0,1 2 0,16 27 0,-15-26 0,24 51 0,25 78 0,-37-91 0,1-1 0,2 0 0,2-1 0,32 50 0,-48-85 0,1 1 0,-1 0 0,1-1 0,0 0 0,0 0 0,0 0 0,1 0 0,6 4 0,-10-8 0,1 1 0,-1-1 0,1 1 0,-1-1 0,1 1 0,-1-1 0,1 0 0,-1 0 0,1 0 0,0 0 0,-1 0 0,1 0 0,-1 0 0,1 0 0,0 0 0,-1-1 0,1 1 0,-1-1 0,1 1 0,-1-1 0,0 0 0,1 0 0,-1 1 0,1-1 0,-1 0 0,0 0 0,0 0 0,0-1 0,0 1 0,0 0 0,0 0 0,0 0 0,2-3 0,5-8 0,0-1 0,0 0 0,-2 0 0,10-25 0,17-64 0,-26 75 0,32-114 0,19-64 0,-41 154 0,47-95 0,-64 145 0,1 0 0,-1 0 0,1 0 0,-1 0 0,1 0 0,0 0 0,-1 0 0,1 0 0,0 0 0,0 0 0,0 0 0,0 0 0,-1 1 0,1-1 0,0 0 0,1 1 0,-1-1 0,1 0 0,-2 1 0,1 0 0,0 0 0,-1 0 0,1 0 0,0 1 0,-1-1 0,1 0 0,-1 0 0,1 1 0,-1-1 0,1 0 0,-1 0 0,1 1 0,-1-1 0,1 1 0,-1-1 0,1 0 0,-1 1 0,1-1 0,-1 1 0,0-1 0,1 1 0,-1-1 0,1 2 0,2 5 0,0 1 0,0-1 0,-1 1 0,2 8 0,-3-14 0,8 41 0,-2 1 0,3 65 0,-9 90 0,-1-132 0,-1 20 0,1-546 0,-1 169 0,11 589 0,-7-176 0,-5 275 0,-2-336 0,-2 0 0,-4-1 0,-2 0 0,-26 77 0,35-130 0,-14 37 0,15-42 0,1-1 0,0 1 0,-1-1 0,1 1 0,-1-1 0,0 0 0,1 0 0,-1 0 0,0 0 0,0 0 0,-1 0 0,-3 2 0,6-4 0,-1 1 0,0-1 0,0 0 0,0 0 0,0 0 0,0 0 0,0 0 0,0 0 0,0 0 0,1 0 0,-1 0 0,0 0 0,0 0 0,0-1 0,0 1 0,0 0 0,0-1 0,1 1 0,-1 0 0,0-1 0,0 1 0,1-1 0,-1 0 0,0 1 0,0-1 0,1 1 0,-1-1 0,1 0 0,-1 0 0,1 1 0,-1-1 0,0-1 0,-15-32 0,0-16 0,-14-83 0,13 50 0,-49-201 0,58 237 0,9 39 0,5 8 0,-1 4 0,0 1 0,-1-1 0,1 1 0,-1 0 0,0 1 0,0-1 0,0 1 0,4 9 0,1 1 0,42 73 0,-4 3 0,-3 1 0,41 135 0,-50-110 0,-5 0 0,21 183 0,-50-288 0,0-4 0,1-20 0,-2 3 0,7-50 0,2 1 0,2 0 0,3 0 0,39-97 0,-26 90 0,3 1 0,2 2 0,71-100 0,-94 148 0,29-36 0,-35 47 0,-1-1 0,0 1 0,1-1 0,0 1 0,-1 0 0,1 0 0,0 0 0,0 1 0,0-1 0,0 1 0,0-1 0,0 1 0,7-1 0,-9 2 0,-1 0 0,1 0 0,0 0 0,-1 0 0,1 0 0,0 0 0,0 0 0,-1 0 0,1 1 0,0-1 0,-1 0 0,1 1 0,0-1 0,-1 0 0,1 1 0,-1-1 0,1 1 0,-1-1 0,1 1 0,-1-1 0,1 1 0,-1-1 0,1 1 0,0 0 0,7 20 0,5 31 0,-2 1 0,6 106 0,-15-137 0,10 514 0,-12-523 0,-1-31 0,0-695 0,2 401 0,-2 261 0,-1 38 0,-2 13 0,-4 20 0,-71 248 0,-42 120 0,104-342 0,7-15 0,-2 0 0,-1-1 0,-2 0 0,-23 35 0,38-64 0,-1 0 0,0 0 0,1 0 0,-1 0 0,0 0 0,0 0 0,0 0 0,0 0 0,0 0 0,0 0 0,0-1 0,0 1 0,0 0 0,0-1 0,0 1 0,0 0 0,-1-1 0,0 1 0,1-2 0,0 1 0,0 0 0,0-1 0,0 1 0,1-1 0,-1 0 0,0 1 0,0-1 0,1 0 0,-1 1 0,0-1 0,1 0 0,-1 0 0,1 1 0,-1-1 0,1 0 0,-1 0 0,1 0 0,-1 0 0,1 0 0,0 0 0,0 0 0,0 0 0,-1-1 0,-5-24 0,2-1 0,0 0 0,2 1 0,1-51 0,1 32 0,3-509 0,-3 535 0,3-42 0,-3 57 0,1-1 0,0 0 0,0 0 0,0 0 0,0 0 0,1 1 0,0-1 0,3-6 0,-4 10 0,-1 1 0,0-1 0,1 1 0,-1-1 0,1 1 0,-1-1 0,1 1 0,-1-1 0,1 1 0,-1-1 0,1 1 0,-1-1 0,1 1 0,0 0 0,-1 0 0,1-1 0,0 1 0,-1 0 0,1 0 0,0-1 0,-1 1 0,1 0 0,0 0 0,-1 0 0,1 0 0,0 0 0,-1 0 0,1 0 0,0 0 0,-1 1 0,1-1 0,0 0 0,-1 0 0,1 0 0,0 1 0,-1-1 0,1 0 0,0 1 0,-1-1 0,1 1 0,-1-1 0,1 1 0,-1-1 0,1 1 0,3 3 0,-1 0 0,1 0 0,-1 0 0,0 0 0,2 6 0,8 13 0,-2 1 0,-1 0 0,13 46 0,11 82 0,-31-134 0,74 573-361,-53-1-1,-26-549 362,-1-46 0,-3-22 0,-44-247-3,-28-137-858,34 198 565,-42-201 180,21 3 250,60 375 7,2 0 0,2 0 0,2-43 0,0 73-141,0-1 0,0 1 0,1-1 0,0 1 0,3-10 0,-4 15 0,-1 0 0,0 1 0,1-1 0,-1 0 0,0 0 0,1 0 0,-1 1 0,1-1 0,0 0 0,-1 1 0,1-1 0,-1 0 0,1 1 0,0-1 0,0 1 0,-1-1 0,1 1 0,0-1 0,0 1 0,0 0 0,-1-1 0,1 1 0,0 0 0,0 0 0,0-1 0,0 1 0,0 0 0,0 0 0,-1 0 0,1 0 0,0 0 0,0 0 0,0 1 0,0-1 0,0 0 0,0 0 0,0 1 0,-1-1 0,1 0 0,0 1 0,0-1 0,0 1 0,-1-1 0,1 1 0,0-1 0,-1 1 0,1-1 0,0 2 0,10 9 132,-1 0-1,-1 0 1,0 1-1,-1 1 1,10 18-1,-14-24-48,54 99-118,-4 2 0,70 208-1,-71-142-180,36 216 1,-57-193 188,-8 2 0,-3 221 1,-22-369 26,0-42 0,0-13 0,-1-21 0,-2-124 172,6 0 0,7 1 0,6 0 0,7 0 0,68-240 0,-75 339-165,39-88 0,-51 131-7,1 0 0,-1-1 0,1 1 0,8-8 0,-12 13 0,0 1 0,1-1 0,-1 1 0,0-1 0,1 1 0,-1-1 0,0 1 0,1 0 0,-1-1 0,1 1 0,-1 0 0,1-1 0,-1 1 0,1 0 0,-1-1 0,1 1 0,-1 0 0,1 0 0,0 0 0,-1 0 0,1 0 0,-1-1 0,1 1 0,-1 0 0,1 0 0,0 0 0,-1 1 0,1-1 0,-1 0 0,1 0 0,-1 0 0,1 0 0,0 0 0,-1 1 0,1-1 0,-1 0 0,1 1 0,-1-1 0,1 0 0,-1 1 0,1-1 0,0 1 0,0 2 0,1-1 0,-1 1 0,1 0 0,-1-1 0,0 1 0,0 0 0,1 4 0,4 27 0,0 0 0,-2 0 0,-2 0 0,-2 37 0,0-20 0,0 92 0,-7-1 0,-44 254 0,32-316 0,18-78 0,0 1 0,0 0 0,0-1 0,0 1 0,0-1 0,0 1 0,-1-1 0,1 0 0,-3 3 0,3-5 0,1 1 0,0-1 0,0 0 0,-1 0 0,1 0 0,0 0 0,0 0 0,-1 1 0,1-1 0,0 0 0,-1 0 0,1 0 0,0 0 0,0 0 0,-1 0 0,1 0 0,0 0 0,-1 0 0,1 0 0,0 0 0,-1 0 0,1-1 0,0 1 0,0 0 0,-1 0 0,1 0 0,0 0 0,0 0 0,-1 0 0,1-1 0,0 1 0,0 0 0,-1 0 0,1 0 0,0-1 0,0 1 0,0 0 0,-1 0 0,1-1 0,0 1 0,0 0 0,0-1 0,-3-6 0,0 0 0,0 0 0,1-1 0,-2-13 0,-50-309 0,-22-593 0,74 1053 0,-5-1 0,-6 1 0,-41 177 0,46-270 0,-1-1 0,-2 0 0,-19 42 0,12-51 0,17-26 0,0 0 0,0 0 0,1-1 0,-1 1 0,0 0 0,0-1 0,0 1 0,0-1 0,0 1 0,0-1 0,0 1 0,0-1 0,0 0 0,0 1 0,0-1 0,-2 0 0,3 0 0,-1 0 0,0 0 0,0 0 0,0-1 0,0 1 0,1 0 0,-1 0 0,0-1 0,0 1 0,0-1 0,1 1 0,-1-1 0,0 1 0,1-1 0,-1 1 0,0-1 0,1 1 0,-1-1 0,0-1 0,-1-1 0,0 0 0,1 0 0,-1 0 0,1 0 0,-1-1 0,0-4 0,-5-29 0,2-1 0,1 1 0,2-1 0,3-46 0,0 40 0,-2-13 0,0 18 0,2 0 0,1 0 0,10-54 0,-10 88 0,-1-1 0,1 0 0,-1 1 0,2-1 0,-1 1 0,1-1 0,-1 1 0,1 0 0,1 0 0,-1 0 0,1 1 0,0-1 0,6-5 0,-7 8 0,0 1 0,0-1 0,0 1 0,0-1 0,0 1 0,0 0 0,0 0 0,0 0 0,1 1 0,-1-1 0,0 1 0,0 0 0,1 0 0,-1 0 0,0 0 0,0 0 0,1 1 0,-1 0 0,0-1 0,0 1 0,0 0 0,1 1 0,-1-1 0,-1 1 0,5 1 0,7 6 0,1 0 0,-2 1 0,1 0 0,-1 1 0,-1 1 0,21 25 0,-1 3 0,28 49 0,2 16 0,-5 3 0,-4 2 0,-5 3 0,-5 1 0,32 140 0,-39-75 0,-38-195 0,0 0 0,2-31 0,0 4 0,-8-768 0,8 696 0,0 90 0,0-8 0,6-57 0,-6 89 0,0-1 0,0 1 0,0 0 0,0 0 0,1 0 0,-1 0 0,0-1 0,1 1 0,-1 0 0,1 0 0,-1 0 0,1 0 0,-1 0 0,1 0 0,0 0 0,1-1 0,-2 2 0,1 0 0,-1 0 0,0 0 0,1 0 0,-1 0 0,1 1 0,-1-1 0,0 0 0,1 0 0,-1 0 0,1 0 0,-1 1 0,0-1 0,1 0 0,-1 0 0,0 1 0,1-1 0,-1 0 0,0 1 0,0-1 0,1 0 0,-1 1 0,0-1 0,0 0 0,0 1 0,1-1 0,-1 1 0,0 0 0,14 38 0,-6 8 0,-1-1 0,0 55 0,-7 96 0,0-171 0,-3 97 0,-22 142 0,20-246 0,4-37 0,26-325 0,-10 197 0,-6 50 0,47-686 0,-56 782 0,1-24 0,1 39 0,9 553 0,-12-394 0,1 11 0,-1-284 0,15-369 0,-13 450 0,5-33 0,-5 47 0,0 0 0,-1 0 0,2 1 0,-1-1 0,0 1 0,1-1 0,-1 1 0,1 0 0,4-6 0,-6 9 0,0 0 0,0-1 0,1 1 0,-1 0 0,0-1 0,1 1 0,-1 0 0,1 0 0,-1-1 0,0 1 0,1 0 0,-1 0 0,1 0 0,-1 0 0,1 0 0,-1-1 0,0 1 0,1 0 0,-1 0 0,1 0 0,-1 0 0,1 0 0,-1 0 0,1 0 0,-1 1 0,0-1 0,1 0 0,-1 0 0,1 0 0,-1 0 0,1 1 0,-1-1 0,0 0 0,1 0 0,-1 1 0,0-1 0,1 0 0,-1 0 0,0 1 0,1-1 0,-1 0 0,0 1 0,0-1 0,1 1 0,-1 0 0,6 9 0,0 0 0,-1 1 0,0 0 0,-1 0 0,0 0 0,2 12 0,-2-9 0,78 337 0,-70-275 0,-5 1 0,-2 134 0,-8-176 0,-1-1 0,-17 64 0,-30 63 0,6-22 0,23-63 0,22-75 0,-1-1 0,1 1 0,0 0 0,0-1 0,-1 1 0,1 0 0,0-1 0,-1 1 0,1 0 0,-1-1 0,1 1 0,0-1 0,-1 1 0,1-1 0,-1 1 0,0-1 0,1 1 0,-1-1 0,-1 1 0,2-1 0,0 0 0,-1 0 0,1 0 0,-1-1 0,1 1 0,0 0 0,-1 0 0,1 0 0,0-1 0,-1 1 0,1 0 0,0-1 0,-1 1 0,1 0 0,0-1 0,0 1 0,-1 0 0,1-1 0,0 1 0,0 0 0,0-1 0,0 1 0,-1-1 0,1 1 0,-8-34 0,-3-70 0,4-181 0,7 205 0,13-220 0,-8 268 0,-2 31 0,-1 7 0,2 13 0,-3 27 0,-1-1 0,-2 0 0,-3 0 0,-19 87 0,-68 175 0,53-185 0,33-102 163,4-13-354,1-1 0,-1 1 0,-1-1 0,1 0 0,-1 0 0,0 0 0,-6 8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15.061"/>
    </inkml:context>
    <inkml:brush xml:id="br0">
      <inkml:brushProperty name="width" value="0.2" units="cm"/>
      <inkml:brushProperty name="height" value="0.2" units="cm"/>
      <inkml:brushProperty name="color" value="#FFFFFF"/>
    </inkml:brush>
  </inkml:definitions>
  <inkml:trace contextRef="#ctx0" brushRef="#br0">202 4 24575,'-45'-2'0,"27"1"0,1 0 0,-1 1 0,0 2 0,-22 3 0,37-5 0,1 1 0,0-1 0,-1 1 0,1 0 0,0 0 0,0 0 0,0 0 0,0 0 0,0 0 0,0 1 0,0-1 0,0 1 0,0-1 0,0 1 0,1 0 0,-1 0 0,1 0 0,-1 0 0,1 0 0,0 0 0,0 0 0,0 0 0,0 0 0,0 0 0,-1 4 0,2-4 0,0 0 0,0 0 0,0 0 0,1 0 0,-1 0 0,0 0 0,1 0 0,0 0 0,-1 0 0,1 0 0,0 0 0,0-1 0,0 1 0,0 0 0,0 0 0,0-1 0,0 1 0,1-1 0,-1 1 0,1-1 0,-1 1 0,1-1 0,-1 0 0,1 0 0,0 0 0,0 0 0,0 0 0,-1 0 0,4 0 0,5 3 38,1-1-1,-1-1 1,0 0-1,1-1 0,-1 0 1,1 0-1,15-2 1,-11 1-593,1 1 0,20 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17.780"/>
    </inkml:context>
    <inkml:brush xml:id="br0">
      <inkml:brushProperty name="width" value="0.2" units="cm"/>
      <inkml:brushProperty name="height" value="0.2" units="cm"/>
      <inkml:brushProperty name="color" value="#FFFFFF"/>
    </inkml:brush>
  </inkml:definitions>
  <inkml:trace contextRef="#ctx0" brushRef="#br0">57 964 24575,'0'6'0,"-1"1"0,0 0 0,-1 0 0,0-1 0,0 1 0,0-1 0,-1 1 0,1-1 0,-2 0 0,-6 11 0,10-17 0,0 1 0,-1-1 0,1 0 0,0 1 0,0-1 0,0 0 0,0 1 0,-1-1 0,1 0 0,0 0 0,0 1 0,-1-1 0,1 0 0,0 0 0,-1 1 0,1-1 0,0 0 0,-1 0 0,1 0 0,0 0 0,-1 1 0,1-1 0,0 0 0,-1 0 0,1 0 0,0 0 0,-1 0 0,1 0 0,0 0 0,-1 0 0,1 0 0,0 0 0,-1 0 0,1 0 0,-1 0 0,1 0 0,0 0 0,-1-1 0,1 1 0,-8-16 0,3-24 0,4 23 0,0-55 0,1 67 0,1-1 0,-1 0 0,1 1 0,0-1 0,1 1 0,0-1 0,-1 1 0,2 0 0,4-10 0,-7 14 0,1 0 0,-1 1 0,1-1 0,0 0 0,-1 0 0,1 0 0,0 1 0,0-1 0,-1 0 0,1 1 0,0-1 0,0 0 0,0 1 0,0-1 0,0 1 0,0 0 0,0-1 0,1 1 0,-1 0 0,-1 0 0,1 0 0,0 0 0,-1 0 0,1 0 0,0 0 0,-1 1 0,1-1 0,0 0 0,-1 1 0,1-1 0,-1 0 0,1 1 0,0-1 0,-1 1 0,1-1 0,-1 1 0,1-1 0,-1 1 0,1 0 0,2 4 0,0 0 0,0 0 0,0 1 0,3 10 0,-3-7 0,-3-9 0,1 1 0,-1-1 0,0 1 0,0-1 0,0 1 0,0-1 0,0 0 0,0 1 0,1-1 0,-1 0 0,0 1 0,0-1 0,1 1 0,-1-1 0,0 0 0,1 1 0,-1-1 0,0 0 0,1 0 0,-1 1 0,0-1 0,1 0 0,-1 0 0,0 0 0,1 1 0,-1-1 0,1 0 0,-1 0 0,1 0 0,-1 0 0,0 0 0,1 0 0,-1 0 0,1 0 0,-1 0 0,1 0 0,-1 0 0,0 0 0,1 0 0,-1 0 0,1 0 0,-1 0 0,1-1 0,-1 1 0,0 0 0,1 0 0,0-1 0,16-18 0,-16 18 0,58-78 0,91-109 0,-96 134 0,64-52 0,-117 105 0,0 0 0,0 0 0,0 0 0,1 0 0,-1 0 0,0 0 0,1 0 0,-1 0 0,1 0 0,-1 1 0,0-1 0,1 0 0,0 1 0,-1 0 0,1-1 0,-1 1 0,1 0 0,-1 0 0,1 0 0,0 0 0,-1 0 0,4 0 0,-4 2 0,1-1 0,-1 0 0,0 1 0,1-1 0,-1 1 0,0-1 0,0 1 0,0 0 0,0-1 0,0 1 0,-1 0 0,1 0 0,0 0 0,-1-1 0,0 1 0,1 0 0,-1 0 0,0 0 0,0 3 0,1 15 0,0 1 0,-1-1 0,-2 1 0,0-1 0,-5 24 0,-4 0 0,-19 54 0,29-97 0,-3 13 0,-1 0 0,-1 0 0,0-1 0,-1 0 0,0 0 0,-15 19 0,22-31 0,-1 1 0,0-1 0,0 0 0,0-1 0,0 1 0,0 0 0,0 0 0,0 0 0,-1-1 0,1 1 0,0 0 0,0-1 0,0 1 0,-3 0 0,3-1 0,0-1 0,0 1 0,0 0 0,0 0 0,0-1 0,0 1 0,0 0 0,0-1 0,0 1 0,0-1 0,0 1 0,1-1 0,-1 0 0,0 1 0,0-1 0,0 0 0,1 0 0,-1 1 0,1-1 0,-1 0 0,0 0 0,0-2 0,-9-16 0,0 0 0,1-1 0,-12-41 0,16 44 0,-85-318 0,22-3 0,58 288 0,6 43 0,2 11 0,-2 27 0,2 0 0,3 61 0,1-32 0,0 43 0,-3 143 0,-2-196 0,-1-1 0,-22 92 0,24-133 0,-1 2 0,1-1 0,-2 1 0,-7 17 0,11-27 0,0 0 0,0 0 0,0 0 0,0 0 0,0 0 0,-1 0 0,1-1 0,0 1 0,0 0 0,0 0 0,0 0 0,0 0 0,0 0 0,0 0 0,0 0 0,0 0 0,-1-1 0,1 1 0,0 0 0,0 0 0,0 0 0,0 0 0,0 0 0,0 0 0,-1 0 0,1 0 0,0 0 0,0 0 0,0 0 0,0 0 0,0 0 0,0 0 0,-1 0 0,1 0 0,0 0 0,0 0 0,0 0 0,0 0 0,0 0 0,0 0 0,-1 0 0,1 0 0,0 0 0,0 0 0,0 1 0,0-1 0,0 0 0,0 0 0,0 0 0,-1 0 0,4-18 0,4-2 0,1-1 0,1 2 0,1-1 0,15-20 0,56-72 0,35-26 0,-88 108 0,1 1 0,46-33 0,-73 60 0,0 0 0,1 0 0,-1 1 0,1-1 0,-1 1 0,1 0 0,-1 0 0,1 0 0,0 0 0,-1 0 0,1 0 0,5 0 0,-7 2 0,0-1 0,1 0 0,-1 1 0,0-1 0,0 1 0,0-1 0,1 1 0,-1 0 0,0-1 0,0 1 0,0 0 0,0 0 0,0 0 0,0 0 0,-1 0 0,1 0 0,0 0 0,0 0 0,-1 0 0,1 0 0,-1 1 0,1-1 0,-1 0 0,1 0 0,-1 1 0,0-1 0,1 0 0,-1 3 0,4 23 0,0 0 0,-2 0 0,-1 0 0,-4 43 0,1-24 0,-4 126 0,5-163 0,1-20 0,0-29 0,5-12 0,1 0 0,3 1 0,2 0 0,2 0 0,2 1 0,3 1 0,1 0 0,30-51 0,-45 94 0,0-3 0,0 1 0,0 0 0,1 0 0,0 0 0,1 1 0,0-1 0,0 1 0,10-8 0,-15 14 0,0 1 0,0-1 0,-1 1 0,1-1 0,0 1 0,0 0 0,0-1 0,0 1 0,0 0 0,0 0 0,0-1 0,0 1 0,-1 0 0,1 0 0,0 0 0,0 0 0,0 0 0,0 1 0,0-1 0,0 0 0,0 0 0,0 1 0,0-1 0,0 0 0,-1 1 0,1-1 0,0 1 0,1 0 0,0 1 0,0 0 0,0 0 0,0 1 0,0-1 0,0 0 0,-1 1 0,1-1 0,1 5 0,3 8 0,-1 0 0,0 1 0,-1 0 0,0 0 0,1 22 0,1 87 0,-5-103 0,-5 324-1365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22.054"/>
    </inkml:context>
    <inkml:brush xml:id="br0">
      <inkml:brushProperty name="width" value="0.2" units="cm"/>
      <inkml:brushProperty name="height" value="0.2" units="cm"/>
      <inkml:brushProperty name="color" value="#FFFFFF"/>
    </inkml:brush>
  </inkml:definitions>
  <inkml:trace contextRef="#ctx0" brushRef="#br0">164 148 24575,'-2'1'0,"0"0"0,0 0 0,1 0 0,-1 0 0,0 0 0,0 0 0,1 0 0,-1 1 0,1-1 0,-1 1 0,-1 2 0,-6 5 0,-26 15 0,25-18 0,0 1 0,1 0 0,-15 14 0,21-18 0,0 0 0,1 0 0,0 1 0,-1-1 0,1 1 0,1-1 0,-1 1 0,0 0 0,1 0 0,0 0 0,0 0 0,0 0 0,0 0 0,0 7 0,1-8 0,-1-1 0,1 1 0,0-1 0,0 1 0,1 0 0,-1-1 0,1 1 0,-1-1 0,1 1 0,0-1 0,-1 1 0,2-1 0,-1 1 0,2 3 0,0-4 0,-1 1 0,1-1 0,0 0 0,-1 0 0,1-1 0,0 1 0,0 0 0,0-1 0,0 0 0,1 0 0,4 1 0,255 63 0,-190-52 0,67 13 0,-168-23 0,-24 0 0,-310-4 0,353 1 0,-1 1 0,1 1 0,-1 0 0,-10 3 0,-24 5 0,482-17 0,-264 8 0,-110 1 0,44-2 0,-90-1 0,0 0 0,-1-2 0,33-8 0,-46 10 0,-1 0 0,0 0 0,0-1 0,0 1 0,0-1 0,0 0 0,0 0 0,0 0 0,-1 0 0,1-1 0,-1 1 0,1-1 0,-1 1 0,0-1 0,0 0 0,0 0 0,0 0 0,-1 0 0,1 0 0,-1 0 0,0 0 0,0 0 0,0-1 0,0 1 0,-1 0 0,1-1 0,-1 1 0,0-1 0,0-6 0,-2-8 0,0 0 0,-1 0 0,-1 0 0,-9-25 0,5 15 0,-10-83 0,16 103 0,-1-1 0,1 1 0,-2 0 0,1 0 0,-1 1 0,-1-1 0,1 1 0,-1 0 0,0 0 0,-1 0 0,1 1 0,-13-10 0,14 12 0,0 1 0,0 1 0,-1-1 0,1 0 0,-1 1 0,1 0 0,-1 0 0,0 0 0,0 1 0,0 0 0,0 0 0,0 0 0,0 0 0,0 1 0,0 0 0,0 0 0,0 0 0,0 1 0,0 0 0,0-1 0,0 2 0,-6 1 0,-36 17 0,2 2 0,-67 43 0,66-37 0,-93 43 0,110-59 0,13-5 0,0 0 0,0-2 0,-1 0 0,1 0 0,-23 2 0,10-2 0,16 0 0,13-5 0,0 0 0,0 0 0,0 0 0,0 1 0,-1-1 0,1 0 0,0 0 0,0 0 0,0 1 0,0-1 0,0 0 0,0 0 0,0 0 0,0 0 0,0 1 0,0-1 0,0 0 0,0 0 0,0 0 0,0 1 0,0-1 0,0 0 0,0 0 0,0 0 0,1 0 0,-1 1 0,0-1 0,0 0 0,0 0 0,0 0 0,0 0 0,0 1 0,0-1 0,1 0 0,-1 0 0,0 0 0,0 0 0,0 0 0,0 0 0,1 0 0,-1 1 0,0-1 0,0 0 0,0 0 0,0 0 0,1 0 0,-1 0 0,0 0 0,0 0 0,1 0 0,11 5 0,0-1 0,1 0 0,-1-1 0,1 0 0,21 1 0,6 2 0,-17-2 8,130 23-695,189 11 1,-307-37-6140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30.361"/>
    </inkml:context>
    <inkml:brush xml:id="br0">
      <inkml:brushProperty name="width" value="0.2" units="cm"/>
      <inkml:brushProperty name="height" value="0.2" units="cm"/>
      <inkml:brushProperty name="color" value="#FFFFFF"/>
    </inkml:brush>
  </inkml:definitions>
  <inkml:trace contextRef="#ctx0" brushRef="#br0">38 736 24575,'1'0'0,"0"0"0,1 1 0,-1-1 0,0 0 0,0 1 0,0 0 0,0-1 0,0 1 0,1-1 0,-1 1 0,0 0 0,0 0 0,-1 0 0,1 0 0,0-1 0,0 1 0,0 0 0,-1 0 0,1 1 0,0-1 0,-1 0 0,1 0 0,-1 0 0,1 0 0,-1 0 0,0 1 0,1-1 0,-1 0 0,0 0 0,0 2 0,4 42 0,-4-42 0,-1 7 0,0 1 0,0 0 0,-1 0 0,-1-1 0,0 0 0,-7 19 0,1-9 0,-1 0 0,-15 22 0,57-107 0,37-35 0,-69 99 0,1 0 0,0 0 0,-1 0 0,1 0 0,0 0 0,0 0 0,0 1 0,0-1 0,0 0 0,0 0 0,0 1 0,0-1 0,0 1 0,0-1 0,0 1 0,0-1 0,0 1 0,0 0 0,1-1 0,-1 1 0,0 0 0,0 0 0,0 0 0,2 0 0,-1 1 0,0-1 0,0 1 0,0 0 0,0 0 0,-1 0 0,1 0 0,0 0 0,-1 0 0,1 0 0,0 1 0,-1-1 0,1 1 0,0 1 0,6 7 0,-1 0 0,0 0 0,8 20 0,-14-28 0,10 25 0,-1 2 0,-1-1 0,-2 1 0,-1 0 0,3 38 0,-6-48 0,0-6 0,-2-30 0,-10-546 0,8 547 0,0 18 0,3 23 0,6 100 0,-8 136 0,-4-234 0,1-20 0,-1-19 0,-103-482 0,86 414 0,13 48 0,10 46 0,15 55 0,59 265 0,-46-193 0,-2 24 0,-21-119 0,-3-30 0,-3-16 0,-1 0 0,0 1 0,0-1 0,0 0 0,0 0 0,0 0 0,0 1 0,1-1 0,-1 0 0,0 0 0,0 0 0,0 1 0,0-1 0,1 0 0,-1 0 0,0 0 0,0 0 0,1 0 0,-1 0 0,0 0 0,0 1 0,0-1 0,1 0 0,-1 0 0,0 0 0,0 0 0,1 0 0,-1 0 0,0 0 0,1 0 0,0-1 0,1-1 0,0 1 0,-1 0 0,1-1 0,-1 1 0,0-1 0,1 1 0,-1-1 0,0 0 0,0 1 0,0-1 0,1-2 0,47-88 0,-11 21 0,79-113 0,-115 181 0,2-2 0,0-1 0,1 1 0,0 0 0,9-8 0,-14 13 0,1-1 0,0 0 0,-1 1 0,1-1 0,0 1 0,-1 0 0,1-1 0,0 1 0,0 0 0,0-1 0,-1 1 0,1 0 0,0 0 0,0 0 0,0 0 0,0 0 0,0 0 0,-1 0 0,1 0 0,0 0 0,0 0 0,0 0 0,0 0 0,-1 1 0,1-1 0,0 0 0,0 0 0,0 1 0,-1-1 0,1 1 0,0-1 0,-1 1 0,1-1 0,0 1 0,-1-1 0,1 1 0,0 0 0,-1-1 0,1 1 0,-1 0 0,0 0 0,1-1 0,-1 1 0,1 0 0,-1 0 0,0-1 0,1 2 0,3 12 0,0 0 0,-1 0 0,0 0 0,-1 1 0,-1-1 0,0 1 0,-2 17 0,1-10 0,0 21 0,-1 0 0,-3 0 0,-14 70 0,12-92 0,1 1 0,-2-1 0,-1-1 0,-1 0 0,0 0 0,-2 0 0,0-2 0,-28 36 0,38-52 0,0 0 0,-1 0 0,0-1 0,1 1 0,-1 0 0,0-1 0,0 1 0,0-1 0,0 0 0,0 1 0,0-1 0,-1 0 0,1 0 0,0-1 0,0 1 0,-1 0 0,1-1 0,-5 1 0,5-1 0,1-1 0,-1 1 0,1-1 0,-1 0 0,0 0 0,1 0 0,0 0 0,-1 0 0,1 0 0,0 0 0,-1 0 0,1 0 0,0 0 0,0-1 0,0 1 0,0-1 0,0 1 0,0-1 0,0 1 0,1-1 0,-1 1 0,0-1 0,1 1 0,0-1 0,-1 0 0,1 0 0,0-1 0,-4-13 0,2 0 0,0 0 0,1 0 0,1 0 0,0 0 0,1 0 0,0 0 0,7-25 0,-3 20 0,1 1 0,1 0 0,1 0 0,1 1 0,1 0 0,11-18 0,-20 36 0,16-20 0,-17 21 0,1-1 0,-1 1 0,0 0 0,1-1 0,-1 1 0,0 0 0,1 0 0,-1-1 0,0 1 0,1 0 0,-1 0 0,1 0 0,-1-1 0,1 1 0,-1 0 0,0 0 0,1 0 0,-1 0 0,1 0 0,-1 0 0,1 0 0,-1 0 0,1 0 0,-1 0 0,0 0 0,1 0 0,-1 0 0,1 0 0,-1 1 0,1-1 0,-1 0 0,0 0 0,1 0 0,-1 1 0,1-1 0,-1 0 0,0 0 0,1 1 0,-1-1 0,0 0 0,1 1 0,-1-1 0,0 0 0,0 1 0,1-1 0,-1 1 0,0-1 0,0 0 0,0 1 0,0-1 0,1 1 0,-1-1 0,0 1 0,0-1 0,0 1 0,2 9 0,0 1 0,0-1 0,-1 0 0,-1 1 0,0-1 0,0 1 0,-1-1 0,0 0 0,-1 1 0,-3 13 0,-5 11 0,-24 55 0,34-89 0,-7 16 0,0 0 0,-1 0 0,0-1 0,-2 0 0,0-1 0,-17 21 0,26-35 0,0 1 0,0-1 0,1-1 0,-1 1 0,0 0 0,0 0 0,0 0 0,0 0 0,0-1 0,0 1 0,0 0 0,-1-1 0,1 1 0,0-1 0,0 1 0,0-1 0,-1 0 0,1 1 0,0-1 0,0 0 0,-1 0 0,1 0 0,0 0 0,-1 0 0,1 0 0,0 0 0,0-1 0,-1 1 0,1 0 0,0-1 0,0 1 0,0-1 0,-1 1 0,1-1 0,0 1 0,0-1 0,0 0 0,0 0 0,0 1 0,0-1 0,0 0 0,0 0 0,1 0 0,-1 0 0,-1-2 0,-2-4 0,-1-1 0,1 0 0,0 0 0,1 0 0,-4-14 0,-7-32 0,2 0 0,3-1 0,-4-92 0,20-170 0,-1 249 0,2 1 0,4 0 0,3 1 0,2 0 0,3 2 0,47-102 0,-60 152 0,0 1 0,1-1 0,0 2 0,16-20 0,-23 31 0,0 0 0,-1 0 0,1 0 0,0 0 0,0 1 0,0-1 0,0 0 0,0 1 0,0-1 0,0 0 0,0 1 0,0-1 0,0 1 0,0 0 0,0-1 0,2 1 0,-3 0 0,1 0 0,-1 0 0,1 0 0,-1 1 0,1-1 0,-1 0 0,1 0 0,-1 0 0,1 1 0,-1-1 0,1 0 0,-1 1 0,1-1 0,-1 0 0,1 1 0,-1-1 0,0 1 0,1-1 0,-1 0 0,0 1 0,1-1 0,-1 1 0,0 0 0,2 4 0,0 0 0,-1 0 0,0 0 0,0 0 0,1 8 0,0 29 0,-1 1 0,-3-1 0,-1 0 0,-2-1 0,-2 1 0,-1-1 0,-3 0 0,-1-1 0,-2 0 0,-35 71 0,45-104 0,-27 43 0,30-47 0,-1 0 0,0-1 0,0 0 0,-1 1 0,1-1 0,0 0 0,-1 0 0,1 0 0,-1 0 0,0-1 0,1 1 0,-1-1 0,0 0 0,0 1 0,-4 0 0,6-2 0,-1 0 0,1 0 0,0-1 0,-1 1 0,1 0 0,-1 0 0,1-1 0,-1 1 0,1-1 0,-1 1 0,1-1 0,0 0 0,-1 1 0,1-1 0,0 0 0,0 0 0,0 0 0,0 0 0,0 0 0,0 0 0,0 0 0,0 0 0,0-1 0,0 1 0,0 0 0,1 0 0,-1-1 0,0 1 0,0-2 0,-2-6 0,0 1 0,0-1 0,-1-12 0,3 19 0,-4-24 0,2 0 0,0 0 0,1-1 0,2 1 0,1-1 0,6-34 0,-5 47 0,1-1 0,0 2 0,1-1 0,1 0 0,0 1 0,1 0 0,1 0 0,0 1 0,0 0 0,1 0 0,1 0 0,0 1 0,13-12 0,-18 19 0,0 0 0,0 1 0,1 0 0,-1 0 0,1 0 0,0 1 0,0-1 0,0 1 0,0 0 0,10-2 0,-12 4 0,1-1 0,-1 1 0,1 0 0,0 0 0,-1 0 0,1 1 0,0-1 0,-1 1 0,1 0 0,-1 0 0,1 0 0,-1 0 0,0 1 0,0-1 0,1 1 0,-1 0 0,4 3 0,3 4 0,0 0 0,-1 1 0,0 1 0,0-1 0,-1 1 0,0 1 0,-1 0 0,0 0 0,-1 0 0,-1 0 0,0 1 0,6 24 0,0 9 0,-2 1 0,4 64 0,-9-54 0,-2 0 0,-2 0 0,-3 0 0,-19 104 0,14-139 0,5-24 0,1-13 0,0-35 0,11-89 0,-5 85 0,25-205 0,-16 188 0,33-112 0,-43 174 0,0 0 0,0 1 0,8-13 0,-11 20 0,1 0 0,-1 0 0,0 1 0,1-1 0,-1 0 0,1 1 0,-1-1 0,1 0 0,-1 1 0,1-1 0,0 1 0,-1-1 0,1 0 0,0 1 0,-1 0 0,1-1 0,0 1 0,-1-1 0,1 1 0,0 0 0,0 0 0,0-1 0,-1 1 0,1 0 0,0 0 0,0 0 0,0 0 0,0 0 0,-1 0 0,1 0 0,1 0 0,0 1 0,0 0 0,-1 0 0,1 1 0,-1-1 0,1 0 0,-1 0 0,0 1 0,0-1 0,0 1 0,1-1 0,-1 1 0,1 3 0,4 8 0,0 1 0,0 0 0,-2 1 0,0-1 0,0 1 0,1 18 0,4 96 0,-8-106 0,2 34 0,-3 0 0,-12 99 0,6-126 0,6-30 0,0 0 0,-1-1 0,1 1 0,0 0 0,0 0 0,0 0 0,0 0 0,0 0 0,0-1 0,0 1 0,0 0 0,0 0 0,0 0 0,0 0 0,-1 0 0,1 0 0,0 0 0,0 0 0,0-1 0,0 1 0,0 0 0,-1 0 0,1 0 0,0 0 0,0 0 0,0 0 0,0 0 0,0 0 0,-1 0 0,1 0 0,0 0 0,0 0 0,0 0 0,0 0 0,0 0 0,-1 0 0,1 0 0,0 0 0,0 0 0,0 0 0,0 0 0,0 0 0,-1 1 0,1-1 0,0 0 0,0 0 0,0 0 0,0 0 0,0 0 0,0 0 0,0 0 0,-1 0 0,1 1 0,0-1 0,-3-19 0,-1-52 0,3 0 0,4-1 0,2 1 0,16-74 0,-14 109 0,18-56 0,-19 76 0,1 0 0,0 0 0,1 0 0,0 1 0,16-20 0,-22 32 0,0 0 0,1 0 0,-1 1 0,1-1 0,-1 1 0,1-1 0,0 1 0,0 0 0,0 0 0,0 0 0,0 1 0,1-1 0,4-1 0,-6 3 0,0 0 0,0 0 0,-1 0 0,1 0 0,0 0 0,0 0 0,0 1 0,-1-1 0,1 0 0,0 1 0,-1 0 0,1-1 0,0 1 0,-1 0 0,1 0 0,-1 0 0,1 0 0,-1 0 0,1 0 0,-1 0 0,0 1 0,0-1 0,0 0 0,1 1 0,-1-1 0,0 1 0,-1-1 0,2 4 0,7 12 0,-2 1 0,0 0 0,-1 1 0,-1-1 0,0 1 0,1 22 0,0-10 0,9 55 0,5 121 0,-18-156 0,-3 1 0,-2-1 0,-17 88 0,9-96 0,11-43 0,0 1 0,-1-1 0,1 1 0,0-1 0,0 1 0,0 0 0,0-1 0,0 1 0,-1-1 0,1 1 0,0-1 0,0 1 0,-1-1 0,1 1 0,0-1 0,-1 1 0,1-1 0,-1 0 0,1 1 0,-1-1 0,1 0 0,-1 1 0,1-1 0,0 0 0,-1 1 0,0-1 0,1 0 0,-1 0 0,1 0 0,-1 0 0,1 1 0,-1-1 0,1 0 0,-1 0 0,0 0 0,1 0 0,-1 0 0,1 0 0,-1 0 0,1-1 0,-2 1 0,1-1 0,-1-1 0,0 1 0,1-1 0,-1 0 0,1 1 0,0-1 0,0 0 0,-1 0 0,1 0 0,-1-3 0,-8-22 0,0 0 0,2-1 0,1 0 0,2 0 0,-4-35 0,5 29 0,-72-488 0,67 453 0,8 41 0,1 28 0,0 0 0,0 0 0,0 0 0,0 0 0,0 0 0,0 0 0,0 0 0,0 0 0,0 0 0,0 0 0,1 0 0,-1 0 0,0-1 0,0 1 0,0 0 0,0 0 0,0 0 0,0 0 0,0 0 0,0 0 0,0 0 0,0 0 0,1 0 0,-1 0 0,0 0 0,0 0 0,0 0 0,0 0 0,0 0 0,0 0 0,0 0 0,0 0 0,0 0 0,0 0 0,1 0 0,-1 0 0,0 0 0,0 1 0,0-1 0,0 0 0,0 0 0,0 0 0,0 0 0,0 0 0,0 0 0,0 0 0,0 0 0,0 0 0,0 0 0,1 0 0,-1 0 0,0 0 0,0 1 0,0-1 0,0 0 0,0 0 0,0 0 0,0 0 0,0 0 0,8 15 0,27 77 0,42 173 0,-56-182 0,157 706 0,-171-752 0,-4-14 0,1-1 0,2 0 0,12 35 0,-18-56 0,0 0 0,0-1 0,1 1 0,-1 0 0,0 0 0,0-1 0,1 1 0,-1 0 0,0-1 0,1 1 0,-1 0 0,1-1 0,-1 1 0,1 0 0,-1-1 0,1 1 0,-1-1 0,1 1 0,0-1 0,-1 1 0,1-1 0,0 0 0,-1 1 0,1-1 0,0 0 0,0 1 0,-1-1 0,1 0 0,0 0 0,0 0 0,1 0 0,-1-1 0,0 1 0,0-1 0,0 0 0,0 0 0,1-1 0,-1 1 0,-1 0 0,1 0 0,0 0 0,0-1 0,0 1 0,-1 0 0,1-1 0,0-1 0,9-24 0,0-1 0,-2 0 0,4-31 0,3-8 0,-1 8 0,38-144 0,-33 142 0,32-73 0,-45 120 0,1 0 0,1 1 0,10-15 0,-17 26 0,0 1 0,0-1 0,1 0 0,-1 1 0,0-1 0,1 1 0,0-1 0,-1 1 0,1 0 0,0 0 0,-1 0 0,1 0 0,0 0 0,0 0 0,0 0 0,2 0 0,-2 1 0,-1 0 0,0 0 0,0 0 0,0 1 0,0-1 0,0 0 0,0 0 0,0 1 0,0-1 0,0 1 0,0-1 0,-1 1 0,1-1 0,0 1 0,0-1 0,0 1 0,0 0 0,-1 0 0,1-1 0,0 1 0,-1 0 0,2 1 0,1 5 0,1-1 0,-1 1 0,-1 0 0,1-1 0,-1 1 0,0 0 0,1 10 0,1 20 0,-1 1 0,-1 0 0,-3 0 0,-6 52 0,-35 154 0,33-200 0,-49 289 0,56-395 0,3-21 0,12-568 0,39 7 0,-45 588 0,-8 49 0,-3 12 0,-5 17 0,-35 95 0,-5-2 0,-5-3 0,-97 150 0,142-248 0,5-6 0,0-2 0,0 1 0,-1 0 0,1-1 0,-1 0 0,-1 0 0,1-1 0,-1 1 0,-7 4 0,13-10 0,-1 1 0,0-1 0,1 0 0,-1 0 0,0 1 0,1-1 0,-1 0 0,1 0 0,-1 0 0,0 0 0,1 0 0,-1 0 0,0 0 0,1 0 0,-1 0 0,0 0 0,1 0 0,-1 0 0,0 0 0,1-1 0,-1 1 0,0 0 0,1 0 0,-1-1 0,1 1 0,-1 0 0,1-1 0,-1 1 0,1-1 0,-1 1 0,1-1 0,-1 1 0,1-1 0,-1 1 0,1-1 0,0 1 0,-1-2 0,-8-25 0,4-12 0,1-1 0,2 0 0,5-56 0,-1 36 0,-1-22 0,10-158 0,-6 216 0,-5 24 0,0 0 0,0 0 0,0 0 0,1 0 0,-1 0 0,0 1 0,0-1 0,0 0 0,0 0 0,0 0 0,0 0 0,0 0 0,0 0 0,0 0 0,0 1 0,0-1 0,1 0 0,-1 0 0,0 0 0,0 0 0,0 0 0,0 0 0,0 0 0,0 0 0,1 0 0,-1 0 0,0 0 0,0 0 0,0 0 0,0 0 0,0 0 0,0 0 0,1 0 0,-1 0 0,0 0 0,0 0 0,0 0 0,0 0 0,0 0 0,1 0 0,-1 0 0,0 0 0,0 0 0,0 0 0,0 0 0,0 0 0,0 0 0,1 0 0,-1 0 0,0-1 0,0 1 0,0 0 0,0 0 0,0 0 0,0 0 0,0 0 0,0 0 0,0 0 0,0-1 0,0 1 0,1 0 0,-1 0 0,0 0 0,0 0 0,0 0 0,0-1 0,3 10 0,0 0 0,0 0 0,-1 1 0,0-1 0,2 19 0,-3-15 0,20 328 0,-8-77 0,-5-210 0,-8-53 0,0 0 0,0-1 0,0 1 0,0 0 0,0-1 0,0 1 0,0 0 0,1 0 0,-1-1 0,0 1 0,1 0 0,-1-1 0,0 1 0,1 0 0,-1-1 0,1 1 0,-1-1 0,1 1 0,-1 0 0,1-1 0,-1 1 0,1-1 0,0 0 0,-1 1 0,1-1 0,1 1 0,-2-1 0,1-1 0,0 1 0,0-1 0,0 1 0,0-1 0,0 0 0,-1 1 0,1-1 0,0 0 0,-1 1 0,1-1 0,0 0 0,-1 0 0,1 0 0,-1 0 0,1 1 0,0-3 0,8-15 0,-1-2 0,-1 1 0,8-29 0,1-7 0,4-1 0,39-78 0,-47 112 0,0 0 0,1 1 0,2 0 0,0 2 0,1-1 0,22-19 0,-35 36 0,1 0 0,0 0 0,0 0 0,0 0 0,0 1 0,0-1 0,0 1 0,1 0 0,-1 1 0,7-3 0,-9 4 0,0 0 0,1 0 0,-1 0 0,0 0 0,0 0 0,0 0 0,0 0 0,0 1 0,0-1 0,1 1 0,-1 0 0,0-1 0,0 1 0,0 0 0,-1 0 0,1 1 0,0-1 0,0 0 0,-1 0 0,1 1 0,0-1 0,-1 1 0,1-1 0,1 4 0,2 3 0,0 0 0,0 0 0,-1 0 0,0 1 0,-1-1 0,5 19 0,8 58 0,-12-61 0,15 160 0,-6-42 0,-12-140 0,-1 1 0,0-1 0,0 0 0,1 0 0,-1 0 0,1 0 0,0 0 0,0 0 0,1 3 0,-1-5 0,-1 0 0,0 1 0,0-1 0,0 0 0,1 0 0,-1 0 0,0 0 0,0 0 0,0 0 0,1 0 0,-1 0 0,0 0 0,0 0 0,1 0 0,-1 0 0,0 0 0,0 0 0,1 0 0,-1 0 0,0 0 0,0 0 0,0 0 0,1 0 0,-1 0 0,0 0 0,0 0 0,1 0 0,-1-1 0,0 1 0,0 0 0,0 0 0,0 0 0,1 0 0,-1 0 0,0-1 0,0 1 0,0 0 0,0 0 0,1 0 0,-1-1 0,0 1 0,0 0 0,0 0 0,0-1 0,4-6 0,-1 0 0,0 0 0,4-12 0,39-140 0,-13 43 0,48-111 0,-79 223 0,0-2 0,1-1 0,-1 1 0,1 0 0,1 1 0,-1-1 0,1 0 0,0 1 0,0 0 0,7-6 0,-11 10 0,0 1 0,1-1 0,-1 1 0,1 0 0,-1-1 0,1 1 0,-1 0 0,1 0 0,-1-1 0,1 1 0,-1 0 0,1 0 0,0 0 0,-1 0 0,1-1 0,-1 1 0,1 0 0,-1 0 0,1 0 0,0 0 0,-1 0 0,1 1 0,-1-1 0,1 0 0,-1 0 0,1 0 0,0 0 0,-1 1 0,1-1 0,-1 0 0,1 1 0,-1-1 0,1 1 0,1 1 0,-1-1 0,0 1 0,0 0 0,0 0 0,0 0 0,0-1 0,0 1 0,0 0 0,0 3 0,4 19 0,-1 1 0,-1-1 0,-1 1 0,-2 45 0,0-37 0,-4 136 0,-30 193 0,30-342 0,2-19 0,1-5 0,0-35 0,7-31 0,21-105 0,34-71 0,-58 233 0,48-155 0,-38 131 0,1 1 0,27-48 0,-39 80 0,17-25 0,-18 28 0,0 0 0,0 0 0,0 0 0,-1 0 0,1 0 0,0 0 0,0 0 0,0 0 0,1 0 0,-1 1 0,0-1 0,0 0 0,0 1 0,0-1 0,1 1 0,-1-1 0,0 1 0,0 0 0,3-1 0,-3 1 0,0 1 0,-1-1 0,1 0 0,0 1 0,0-1 0,-1 1 0,1-1 0,0 1 0,-1-1 0,1 1 0,0 0 0,-1-1 0,1 1 0,-1 0 0,1-1 0,-1 1 0,0 0 0,1 0 0,-1 0 0,0-1 0,1 1 0,-1 0 0,0 1 0,4 15 0,-1 0 0,0 0 0,-2 0 0,0 29 0,-1-39 0,-1 110 0,-6 0 0,-4-1 0,-6 0 0,-4-1 0,-61 185 0,77-283 0,-1-2 0,-9 17 0,14-31 0,1 1 0,-1-1 0,0 0 0,0 0 0,0 0 0,0 0 0,0 1 0,0-1 0,0 0 0,0-1 0,-2 2 0,3-1 0,0-1 0,-1 0 0,1 0 0,0 0 0,-1 0 0,1 0 0,0 0 0,0 0 0,-1 0 0,1 0 0,0 0 0,-1 0 0,1 0 0,0 0 0,-1 0 0,1 0 0,0 0 0,-1-1 0,1 1 0,0 0 0,0 0 0,-1 0 0,1 0 0,0-1 0,0 1 0,-1 0 0,1 0 0,0 0 0,0-1 0,-1 1 0,0-3 0,-1-1 0,1 1 0,-1 0 0,1 0 0,0 0 0,1-1 0,-2-3 0,-2-22 0,1-1 0,1 0 0,3-47 0,18-95 0,-17 149 0,1 2 0,9-80 0,48-189 0,-58 286 0,-1-1 0,1 0 0,0 1 0,0-1 0,4-6 0,-5 11 0,-1-1 0,0 1 0,0 0 0,0 0 0,0 0 0,1-1 0,-1 1 0,0 0 0,0 0 0,0 0 0,1 0 0,-1 0 0,0-1 0,0 1 0,1 0 0,-1 0 0,0 0 0,0 0 0,1 0 0,-1 0 0,0 0 0,0 0 0,1 0 0,-1 0 0,0 0 0,0 0 0,1 0 0,-1 0 0,0 0 0,0 0 0,1 0 0,-1 0 0,0 0 0,0 1 0,1-1 0,-1 0 0,0 0 0,0 0 0,0 0 0,1 1 0,-1-1 0,0 0 0,0 0 0,0 0 0,0 0 0,1 1 0,-1-1 0,0 0 0,0 0 0,0 1 0,0-1 0,0 0 0,0 0 0,0 1 0,0-1 0,0 0 0,0 0 0,0 1 0,0-1 0,3 10 0,-1 0 0,-1 1 0,0-1 0,0 0 0,-1 0 0,0 1 0,-2 10 0,1-13 0,-4 72 0,-26 126 0,25-187 0,6-19 0,0 0 0,0 0 0,0 0 0,0 1 0,0-1 0,0 0 0,0 0 0,-1 0 0,1 0 0,0 0 0,0 0 0,0 0 0,0 0 0,0 0 0,0 1 0,0-1 0,0 0 0,0 0 0,0 0 0,0 0 0,0 0 0,-1 0 0,1 0 0,0 0 0,0 0 0,0 0 0,0 0 0,0 0 0,0 0 0,0 0 0,0 0 0,0 0 0,-1 0 0,1 0 0,0 0 0,0 0 0,0 0 0,0 0 0,0 0 0,0 0 0,0 0 0,0 0 0,-1 0 0,1 0 0,0 0 0,0 0 0,0 0 0,0 0 0,0 0 0,0 0 0,0 0 0,0 0 0,0 0 0,0-1 0,-1 1 0,1 0 0,0 0 0,0 0 0,0 0 0,0 0 0,0 0 0,0 0 0,0 0 0,-1-4 0,1 1 0,-1 0 0,1 0 0,0-1 0,0 1 0,0 0 0,1-7 0,4-18 0,1-1 0,1 1 0,20-47 0,45-78 0,-64 137 0,1-2 0,1 0 0,0 1 0,2 0 0,23-28 0,-34 44 0,0 0 0,0 0 0,0 0 0,0 0 0,0 0 0,0 0 0,0 1 0,1-1 0,-1 0 0,0 1 0,0-1 0,1 1 0,-1 0 0,2-1 0,-3 1 0,1 0 0,0 0 0,-1 0 0,1 0 0,0 0 0,-1 0 0,1 1 0,-1-1 0,1 0 0,0 0 0,-1 1 0,1-1 0,-1 0 0,1 1 0,-1-1 0,1 0 0,-1 1 0,1-1 0,-1 1 0,1-1 0,0 2 0,1 1 0,-1 1 0,1 0 0,0 0 0,-1-1 0,0 1 0,0 0 0,0 1 0,0 3 0,7 68 0,-4 1 0,-7 92 0,1-63 0,2-61 0,0-8 0,-1 1 0,-1-1 0,-9 41 0,11-78 0,0 1 0,0-1 0,0 1 0,0-1 0,0 1 0,0-1 0,0 0 0,0 1 0,0-1 0,0 1 0,0-1 0,0 0 0,0 1 0,0-1 0,-1 0 0,1 1 0,0-1 0,0 0 0,0 1 0,-1-1 0,1 0 0,0 1 0,-1-1 0,1 0 0,0 1 0,-1-1 0,1 0 0,0 0 0,-1 0 0,1 1 0,-1-1 0,-3-14 0,-2-41 0,3-99 0,4 86 0,-2-11 0,5-161 0,-3 233 0,-1 2 0,0 0 0,0 0 0,1 0 0,0 1 0,0-1 0,0 0 0,0 1 0,1-1 0,2-4 0,-4 9 0,0 0 0,1 0 0,-1 0 0,0 0 0,0 0 0,1 0 0,-1 0 0,0 0 0,0 0 0,0 0 0,1 0 0,-1 0 0,0 1 0,0-1 0,1 0 0,-1 0 0,0 0 0,0 0 0,0 0 0,0 0 0,1 1 0,-1-1 0,0 0 0,0 0 0,0 0 0,0 1 0,0-1 0,0 0 0,1 0 0,-1 0 0,0 1 0,0-1 0,0 0 0,0 0 0,0 0 0,0 1 0,0-1 0,0 0 0,0 0 0,0 1 0,0-1 0,0 0 0,0 0 0,0 0 0,0 1 0,0-1 0,5 28 0,-2 1 0,0 0 0,-2-1 0,-3 33 0,2-3 0,-39 672 0,38-711 0,3-31 0,0 0 0,34-180 0,8 2 0,72-194 0,-110 366 0,-2 6 0,0-1 0,0 0 0,2 1 0,0 0 0,0 1 0,1-1 0,14-17 0,-21 28 0,0 1 0,1-1 0,-1 1 0,0-1 0,1 1 0,-1-1 0,1 1 0,-1 0 0,0-1 0,1 1 0,-1 0 0,1-1 0,-1 1 0,1 0 0,-1 0 0,1-1 0,0 1 0,-1 0 0,1 0 0,-1 0 0,1 0 0,-1 0 0,1 0 0,0-1 0,-1 2 0,1-1 0,-1 0 0,1 0 0,0 0 0,-1 0 0,1 0 0,-1 0 0,1 0 0,-1 1 0,1-1 0,-1 0 0,1 1 0,-1-1 0,1 0 0,-1 1 0,1-1 0,-1 0 0,1 1 0,-1-1 0,0 1 0,1-1 0,-1 1 0,1 0 0,1 3 0,-1-1 0,1 1 0,-1 0 0,1 0 0,0 8 0,5 39 0,-3 0 0,-3 91 0,-2-81 0,1-40 0,0 19 0,-1-1 0,-11 68 0,12-106 0,0-1 0,0 1 0,0 0 0,-1 0 0,1-1 0,0 1 0,0 0 0,0 0 0,-1-1 0,1 1 0,0 0 0,-1-1 0,1 1 0,-1 0 0,1-1 0,-1 1 0,1-1 0,-1 2 0,0-3 0,0 0 0,1 1 0,-1-1 0,1 0 0,-1 1 0,1-1 0,-1 0 0,1 0 0,-1 1 0,1-1 0,0 0 0,0 0 0,-1 0 0,1 1 0,0-1 0,0 0 0,0-1 0,-7-34 0,-3-62 0,6 41 0,-23-532 0,30 540 0,2 36 0,1 13 0,-5 1 0,0 0 0,1 1 0,-1-1 0,0 1 0,0-1 0,0 1 0,-1-1 0,1 1 0,0 0 0,0 2 0,6 23 0,-1 1 0,-1 0 0,-1 1 0,0 44 0,-2-39 0,4 335 0,-10-286 0,-4 0 0,-24 114 0,31-194 0,-1 9 0,-1-1 0,-1 0 0,1 0 0,-7 12 0,10-23 0,0 1 0,0-1 0,0 1 0,0-1 0,-1 1 0,1-1 0,0 1 0,0-1 0,-1 1 0,1-1 0,0 1 0,0-1 0,-1 1 0,1-1 0,-1 0 0,1 1 0,0-1 0,-1 0 0,1 1 0,-1-1 0,1 0 0,-1 1 0,1-1 0,-1 0 0,1 0 0,-1 0 0,1 1 0,-1-1 0,1 0 0,-1 0 0,0 0 0,1 0 0,-1 0 0,1 0 0,-1 0 0,1 0 0,-1 0 0,1 0 0,-1-1 0,1 1 0,-1 0 0,0 0 0,1 0 0,0-1 0,-1 1 0,1 0 0,-1-1 0,1 1 0,-1 0 0,1-1 0,-1 1 0,1 0 0,-1-2 0,-2-1 0,1-1 0,-1 0 0,1 0 0,0 0 0,-3-8 0,-7-23 0,2-1 0,1 0 0,-6-61 0,0-114 0,14 197 0,-2-33 0,1 3 0,3-59 0,5 151 0,-1-2 0,20 248 0,-23-233 0,-3 0 0,-15 111 0,-3-87 0,16-75 0,0 0 0,-1 0 0,0 0 0,0-1 0,-12 17 0,15-25 0,1 0 0,-1 0 0,0 0 0,1 0 0,-1 0 0,0 0 0,0 0 0,0 0 0,0-1 0,0 1 0,0 0 0,0-1 0,0 1 0,0-1 0,0 1 0,-1 0 0,1-2 0,1 1 0,-1 0 0,1 0 0,-1 0 0,1 0 0,-1 0 0,1 0 0,-1 0 0,1-1 0,0 1 0,-1 0 0,1 0 0,-1-1 0,1 1 0,0 0 0,-1-1 0,1 1 0,0 0 0,-1-1 0,1 1 0,0-1 0,-1 1 0,1 0 0,0-1 0,0 1 0,-1-1 0,0-5 0,-1 1 0,0-1 0,1 1 0,0-1 0,0-7 0,-7-137 0,8 97 0,-3 0 0,-3 1 0,-21-97 0,26 145 0,0 0 0,-1 0 0,1 0 0,-1 0 0,0 1 0,0-1 0,0 0 0,-1 1 0,1-1 0,-1 1 0,0 0 0,-3-3 0,4 4 0,-1 1 0,0-1 0,0 0 0,0 1 0,0 0 0,0 0 0,0 0 0,0 0 0,0 0 0,0 1 0,0-1 0,0 1 0,-1 0 0,1 0 0,0 0 0,-4 1 0,-14 3 0,0 2 0,0 0 0,0 1 0,1 1 0,-23 12 0,3-2 0,-55 20 0,-1-4 0,-1-5 0,-2-4 0,-156 20 0,250-44 0,0-1 0,1 1 0,-1-1 0,1 0 0,-1-1 0,0 1 0,-8-2 0,11 1 0,-1-1 0,0 1 0,0-1 0,1 1 0,-1-1 0,1 0 0,0 0 0,-1 0 0,1 0 0,0 0 0,0 0 0,-2-4 0,2 3 0,-1 0 0,1 1 0,-1-1 0,1 1 0,-1-1 0,0 1 0,0 0 0,0 0 0,0 0 0,0 0 0,0 0 0,0 1 0,-1 0 0,1 0 0,-1 0 0,1 0 0,-5-1 0,-1 2 0,-1 0 0,1 0 0,0 1 0,-1 1 0,-13 2 0,-20 5 0,1 1 0,0 3 0,0 1 0,-66 33 0,76-25 0,27-18 0,-1 0 0,1 0 0,-1 0 0,0-1 0,0 0 0,0 0 0,-8 2 0,-7 3 0,1 0 0,0 1 0,0 2 0,-32 21 0,-19 11 0,69-42 0,-1 0 0,1 0 0,0 0 0,0-1 0,-1 1 0,1 0 0,0-1 0,-1 0 0,1 1 0,0-1 0,-1 0 0,1 0 0,-1-1 0,1 1 0,0 0 0,-1-1 0,1 1 0,-4-2 0,5 1 0,1 1 0,-1-1 0,0 1 0,1-1 0,-1 1 0,0-1 0,1 1 0,-1-1 0,1 1 0,-1-1 0,1 0 0,-1 0 0,1 1 0,-1-1 0,1 0 0,0 0 0,-1 1 0,1-1 0,0 0 0,0 0 0,-1 0 0,1-1 0,0 0 0,1 0 0,-1 0 0,0 1 0,0-1 0,1 0 0,-1 1 0,1-1 0,0 0 0,0 1 0,-1-1 0,1 0 0,2-2 0,3-3 0,1-1 0,-1 1 0,1 1 0,0-1 0,1 1 0,0 0 0,0 1 0,0 0 0,0 0 0,14-5 0,13-4 0,47-12 0,-79 25 0,153-39 0,95-30 0,-188 47 0,0-3 0,-1-3 0,-2-3 0,-1-2 0,87-66 0,-37 12 0,153-118 0,-243 191 0,-1-1 0,0 0 0,-2-2 0,0 0 0,-1 0 0,0-2 0,-2 0 0,0 0 0,-2-1 0,0-1 0,-1 0 0,-1 0 0,-1-1 0,5-27 0,-8 5 0,-5 38 0,0 0 0,1 0 0,0 0 0,0-1 0,3-7 0,-7 23 0,-1-1 0,0 0 0,-1 0 0,0 0 0,0 0 0,0-1 0,-1 0 0,0 0 0,0 0 0,-1-1 0,1 0 0,-1 0 0,0-1 0,-1 0 0,1 0 0,-1-1 0,1 0 0,-9 3 0,0 0 0,0 1 0,0 1 0,1 0 0,0 1 0,1 1 0,0 0 0,-18 19 0,14-14 0,13-12 0,-81 75 0,77-70 0,0 2 0,2-1 0,-1 1 0,1 0 0,0 1 0,1-1 0,-6 16 0,11-22 0,-1 0 0,1-1 0,0 1 0,1 0 0,-1 0 0,1 1 0,0-1 0,0 0 0,0 5 0,8-20 0,7-13-1365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32.364"/>
    </inkml:context>
    <inkml:brush xml:id="br0">
      <inkml:brushProperty name="width" value="0.2" units="cm"/>
      <inkml:brushProperty name="height" value="0.2" units="cm"/>
      <inkml:brushProperty name="color" value="#FFFFFF"/>
    </inkml:brush>
  </inkml:definitions>
  <inkml:trace contextRef="#ctx0" brushRef="#br0">3 0 24575,'0'3'0,"-2"5"0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01.651"/>
    </inkml:context>
    <inkml:brush xml:id="br0">
      <inkml:brushProperty name="width" value="0.2" units="cm"/>
      <inkml:brushProperty name="height" value="0.2" units="cm"/>
      <inkml:brushProperty name="color" value="#FFFFFF"/>
    </inkml:brush>
  </inkml:definitions>
  <inkml:trace contextRef="#ctx0" brushRef="#br0">0 1 24575,'2'0'0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08.785"/>
    </inkml:context>
    <inkml:brush xml:id="br0">
      <inkml:brushProperty name="width" value="0.2" units="cm"/>
      <inkml:brushProperty name="height" value="0.2" units="cm"/>
      <inkml:brushProperty name="color" value="#FFFFFF"/>
    </inkml:brush>
  </inkml:definitions>
  <inkml:trace contextRef="#ctx0" brushRef="#br0">243 1013 24575,'-2'24'0,"0"0"0,-9 39 0,-2 12 0,12 23 0,2-75 0,0-51 0,1 0 0,1 0 0,2 0 0,1 0 0,10-28 0,-8 34 0,0 1 0,1-1 0,1 2 0,2-1 0,-1 2 0,26-32 0,-35 49 0,-1 0 0,1 0 0,0 0 0,0 0 0,0 0 0,0 0 0,1 0 0,-1 1 0,0-1 0,1 1 0,-1 0 0,1 0 0,3-1 0,-5 2 0,-1-1 0,1 1 0,0 0 0,0 1 0,-1-1 0,1 0 0,0 0 0,0 0 0,-1 0 0,1 0 0,0 1 0,-1-1 0,1 0 0,0 1 0,-1-1 0,1 1 0,0-1 0,-1 0 0,2 2 0,-1-1 0,0 1 0,0 0 0,0-1 0,1 1 0,-2 0 0,1 0 0,0 0 0,0 0 0,0 4 0,2 5 0,-2 0 0,0 1 0,0-1 0,-1 1 0,0-1 0,-1 1 0,0-1 0,-1 0 0,0 1 0,-8 20 0,1-7 0,-1-1 0,-1 1 0,-24 37 0,23-44 0,-1 0 0,-1 0 0,-24 25 0,30-36 0,0 0 0,0-1 0,0 1 0,-1-2 0,1 1 0,-1-1 0,-1 0 0,1-1 0,-20 6 0,26-9 0,0-1 0,0 0 0,0 1 0,0-1 0,0 0 0,0-1 0,0 1 0,0 0 0,0-1 0,0 0 0,1 1 0,-1-1 0,0 0 0,0-1 0,1 1 0,-1 0 0,0-1 0,1 1 0,-1-1 0,1 0 0,0 0 0,0 0 0,-1 0 0,2 0 0,-1-1 0,0 1 0,-2-4 0,-4-8 0,0 0 0,1 0 0,1 0 0,-5-17 0,3 9 0,3 10 0,1 0 0,1 0 0,0 0 0,1-1 0,-1-21 0,17 94 0,6 98 0,8 42 0,-27-196 0,0 0 0,0 0 0,0 0 0,0-1 0,0 1 0,1 0 0,0-1 0,0 1 0,3 4 0,-4-7 0,0 0 0,0-1 0,0 1 0,0 0 0,1 0 0,-1 0 0,0-1 0,0 1 0,1-1 0,-1 1 0,1-1 0,-1 1 0,0-1 0,1 0 0,-1 0 0,1 0 0,-1 0 0,1 0 0,-1 0 0,0 0 0,1 0 0,-1 0 0,1-1 0,-1 1 0,0 0 0,1-1 0,1-1 0,8-2 0,0-2 0,-1 1 0,0-2 0,0 1 0,0-1 0,13-13 0,49-55 0,-70 73 0,57-67 0,-26 30 0,1 1 0,44-38 0,-76 74 0,1-1 0,1 1 0,-1 0 0,0 0 0,0 0 0,5-2 0,-7 4 0,0 0 0,-1 0 0,1-1 0,0 1 0,-1 0 0,1 0 0,0 0 0,-1 0 0,1 1 0,0-1 0,-1 0 0,1 0 0,-1 0 0,1 0 0,0 1 0,-1-1 0,1 0 0,-1 1 0,1-1 0,0 0 0,-1 1 0,1-1 0,-1 1 0,1-1 0,-1 1 0,0-1 0,1 1 0,-1-1 0,1 1 0,-1-1 0,0 1 0,0-1 0,1 1 0,-1 0 0,0-1 0,0 1 0,0 0 0,1-1 0,-1 1 0,0 0 0,0 0 0,1 16 0,1-1 0,-2 0 0,0 0 0,-1 0 0,-1 0 0,-1 1 0,-4 16 0,-1 8 0,-5 50 0,-14 74 0,46-263 0,26-42 0,-35 114 0,2 0 0,0 1 0,19-28 0,-30 52 0,-1-1 0,1 1 0,0 0 0,-1 0 0,1 0 0,0-1 0,0 1 0,0 0 0,0 0 0,0 0 0,0 0 0,0 1 0,1-1 0,-1 0 0,0 0 0,0 1 0,1-1 0,-1 1 0,0-1 0,1 1 0,-1-1 0,1 1 0,1 0 0,-2 0 0,1 1 0,-1 0 0,1 0 0,-1 0 0,0 0 0,0 0 0,0 0 0,1 0 0,-1 1 0,0-1 0,0 0 0,-1 0 0,1 1 0,0-1 0,0 1 0,-1-1 0,1 1 0,-1-1 0,1 1 0,-1-1 0,1 3 0,4 17 0,0 0 0,-2 0 0,2 31 0,-3 68 0,-2-97 0,0 9 0,1 11 0,-3 0 0,-8 62 0,6-139 0,2-184 0,-8-169 0,-88-421 0,95 784 0,6 26 0,5 14 0,26 70 0,-4 0 0,-4 2 0,-3 2 0,-5 0 0,9 114 0,-25-182 0,-1-16 0,-2-9 0,-6-48 0,-118-611 0,119 641 0,6 21 0,0 0 0,0 1 0,0-1 0,0 0 0,0 0 0,0 0 0,0 0 0,0 0 0,0 0 0,0 0 0,0 0 0,0 0 0,0 0 0,0 0 0,0 0 0,0 0 0,0 0 0,-1 0 0,1 0 0,0 0 0,0 0 0,0 0 0,0 0 0,0 0 0,0 0 0,0 0 0,0 0 0,0 0 0,0 0 0,0 0 0,0 0 0,0 0 0,0 0 0,0 0 0,0 0 0,-1 0 0,1 0 0,0-1 0,0 1 0,0 0 0,0 0 0,0 0 0,0 32 0,1-25 0,0 38 0,0 195 0,-3-210 0,-1 1 0,-2 0 0,-1-1 0,-2 0 0,-19 50 0,24-70 0,-1-1 0,-1 0 0,0 0 0,0 0 0,-1 0 0,0-1 0,-1 0 0,1 0 0,-1-1 0,-1 0 0,0 0 0,0-1 0,0 1 0,0-2 0,-15 8 0,21-12 0,0-1 0,1 1 0,-1 0 0,0-1 0,0 1 0,0-1 0,0 0 0,0 1 0,0-1 0,0 0 0,0 0 0,1 0 0,-1-1 0,0 1 0,0 0 0,0-1 0,0 1 0,0-1 0,0 0 0,-2-1 0,1 0 0,1 0 0,-1 0 0,1 0 0,0-1 0,0 1 0,0 0 0,0-1 0,1 0 0,-1 1 0,1-1 0,-3-5 0,-1-8 0,1 0 0,0 1 0,1-1 0,-1-17 0,3 23 0,-5-41 0,-6-46 0,1-117 0,11 204 0,2-26 0,-1 34 0,-1 0 0,0 0 0,1 0 0,-1-1 0,1 1 0,0 0 0,0 0 0,0 1 0,0-1 0,0 0 0,0 0 0,0 0 0,2-1 0,-2 2 0,-1 1 0,1 0 0,0 0 0,-1-1 0,1 1 0,-1 0 0,1 0 0,0 0 0,-1 0 0,1 0 0,0 0 0,-1 0 0,1 0 0,0 0 0,-1 0 0,1 0 0,0 0 0,-1 0 0,1 0 0,0 1 0,-1-1 0,1 0 0,0 1 0,-1-1 0,1 0 0,-1 1 0,1-1 0,-1 0 0,1 1 0,-1-1 0,1 1 0,-1-1 0,1 1 0,-1 0 0,0-1 0,1 1 0,-1-1 0,1 2 0,16 27 0,-15-26 0,24 51 0,25 78 0,-37-91 0,1-1 0,2 0 0,2-1 0,32 50 0,-48-85 0,1 1 0,-1 0 0,1-1 0,0 0 0,0 0 0,0 0 0,1 0 0,6 4 0,-10-8 0,1 1 0,-1-1 0,1 1 0,-1-1 0,1 1 0,-1-1 0,1 0 0,-1 0 0,1 0 0,0 0 0,-1 0 0,1 0 0,-1 0 0,1 0 0,0 0 0,-1-1 0,1 1 0,-1-1 0,1 1 0,-1-1 0,0 0 0,1 0 0,-1 1 0,1-1 0,-1 0 0,0 0 0,0 0 0,0-1 0,0 1 0,0 0 0,0 0 0,0 0 0,2-3 0,5-8 0,0-1 0,0 0 0,-2 0 0,10-25 0,17-64 0,-26 75 0,32-114 0,19-64 0,-41 154 0,47-95 0,-64 145 0,1 0 0,-1 0 0,1 0 0,-1 0 0,1 0 0,0 0 0,-1 0 0,1 0 0,0 0 0,0 0 0,0 0 0,0 0 0,-1 1 0,1-1 0,0 0 0,1 1 0,-1-1 0,1 0 0,-2 1 0,1 0 0,0 0 0,-1 0 0,1 0 0,0 1 0,-1-1 0,1 0 0,-1 0 0,1 1 0,-1-1 0,1 0 0,-1 0 0,1 1 0,-1-1 0,1 1 0,-1-1 0,1 0 0,-1 1 0,1-1 0,-1 1 0,0-1 0,1 1 0,-1-1 0,1 2 0,2 5 0,0 1 0,0-1 0,-1 1 0,2 8 0,-3-14 0,8 41 0,-2 1 0,3 65 0,-9 90 0,-1-132 0,-1 20 0,1-546 0,-1 169 0,11 589 0,-7-176 0,-5 275 0,-2-336 0,-2 0 0,-4-1 0,-2 0 0,-26 77 0,35-130 0,-14 37 0,15-42 0,1-1 0,0 1 0,-1-1 0,1 1 0,-1-1 0,0 0 0,1 0 0,-1 0 0,0 0 0,0 0 0,-1 0 0,-3 2 0,6-4 0,-1 1 0,0-1 0,0 0 0,0 0 0,0 0 0,0 0 0,0 0 0,0 0 0,0 0 0,1 0 0,-1 0 0,0 0 0,0 0 0,0-1 0,0 1 0,0 0 0,0-1 0,1 1 0,-1 0 0,0-1 0,0 1 0,1-1 0,-1 0 0,0 1 0,0-1 0,1 1 0,-1-1 0,1 0 0,-1 0 0,1 1 0,-1-1 0,0-1 0,-15-32 0,0-16 0,-14-83 0,13 50 0,-49-201 0,58 237 0,9 39 0,5 8 0,-1 4 0,0 1 0,-1-1 0,1 1 0,-1 0 0,0 1 0,0-1 0,0 1 0,4 9 0,1 1 0,42 73 0,-4 3 0,-3 1 0,41 135 0,-50-110 0,-5 0 0,21 183 0,-50-288 0,0-4 0,1-20 0,-2 3 0,7-50 0,2 1 0,2 0 0,3 0 0,39-97 0,-26 90 0,3 1 0,2 2 0,71-100 0,-94 148 0,29-36 0,-35 47 0,-1-1 0,0 1 0,1-1 0,0 1 0,-1 0 0,1 0 0,0 0 0,0 1 0,0-1 0,0 1 0,0-1 0,0 1 0,7-1 0,-9 2 0,-1 0 0,1 0 0,0 0 0,-1 0 0,1 0 0,0 0 0,0 0 0,-1 0 0,1 1 0,0-1 0,-1 0 0,1 1 0,0-1 0,-1 0 0,1 1 0,-1-1 0,1 1 0,-1-1 0,1 1 0,-1-1 0,1 1 0,-1-1 0,1 1 0,0 0 0,7 20 0,5 31 0,-2 1 0,6 106 0,-15-137 0,10 514 0,-12-523 0,-1-31 0,0-695 0,2 401 0,-2 261 0,-1 38 0,-2 13 0,-4 20 0,-71 248 0,-42 120 0,104-342 0,7-15 0,-2 0 0,-1-1 0,-2 0 0,-23 35 0,38-64 0,-1 0 0,0 0 0,1 0 0,-1 0 0,0 0 0,0 0 0,0 0 0,0 0 0,0 0 0,0 0 0,0-1 0,0 1 0,0 0 0,0-1 0,0 1 0,0 0 0,-1-1 0,0 1 0,1-2 0,0 1 0,0 0 0,0-1 0,0 1 0,1-1 0,-1 0 0,0 1 0,0-1 0,1 0 0,-1 1 0,0-1 0,1 0 0,-1 0 0,1 1 0,-1-1 0,1 0 0,-1 0 0,1 0 0,-1 0 0,1 0 0,0 0 0,0 0 0,0 0 0,-1-1 0,-5-24 0,2-1 0,0 0 0,2 1 0,1-51 0,1 32 0,3-509 0,-3 535 0,3-42 0,-3 57 0,1-1 0,0 0 0,0 0 0,0 0 0,0 0 0,1 1 0,0-1 0,3-6 0,-4 10 0,-1 1 0,0-1 0,1 1 0,-1-1 0,1 1 0,-1-1 0,1 1 0,-1-1 0,1 1 0,-1-1 0,1 1 0,-1-1 0,1 1 0,0 0 0,-1 0 0,1-1 0,0 1 0,-1 0 0,1 0 0,0-1 0,-1 1 0,1 0 0,0 0 0,-1 0 0,1 0 0,0 0 0,-1 0 0,1 0 0,0 0 0,-1 1 0,1-1 0,0 0 0,-1 0 0,1 0 0,0 1 0,-1-1 0,1 0 0,0 1 0,-1-1 0,1 1 0,-1-1 0,1 1 0,-1-1 0,1 1 0,3 3 0,-1 0 0,1 0 0,-1 0 0,0 0 0,2 6 0,8 13 0,-2 1 0,-1 0 0,13 46 0,11 82 0,-31-134 0,74 573-361,-53-1-1,-26-549 362,-1-46 0,-3-22 0,-44-247-3,-28-137-858,34 198 565,-42-201 180,21 3 250,60 375 7,2 0 0,2 0 0,2-43 0,0 73-141,0-1 0,0 1 0,1-1 0,0 1 0,3-10 0,-4 15 0,-1 0 0,0 1 0,1-1 0,-1 0 0,0 0 0,1 0 0,-1 1 0,1-1 0,0 0 0,-1 1 0,1-1 0,-1 0 0,1 1 0,0-1 0,0 1 0,-1-1 0,1 1 0,0-1 0,0 1 0,0 0 0,-1-1 0,1 1 0,0 0 0,0 0 0,0-1 0,0 1 0,0 0 0,0 0 0,-1 0 0,1 0 0,0 0 0,0 0 0,0 1 0,0-1 0,0 0 0,0 0 0,0 1 0,-1-1 0,1 0 0,0 1 0,0-1 0,0 1 0,-1-1 0,1 1 0,0-1 0,-1 1 0,1-1 0,0 2 0,10 9 132,-1 0-1,-1 0 1,0 1-1,-1 1 1,10 18-1,-14-24-48,54 99-118,-4 2 0,70 208-1,-71-142-180,36 216 1,-57-193 188,-8 2 0,-3 221 1,-22-369 26,0-42 0,0-13 0,-1-21 0,-2-124 172,6 0 0,7 1 0,6 0 0,7 0 0,68-240 0,-75 339-165,39-88 0,-51 131-7,1 0 0,-1-1 0,1 1 0,8-8 0,-12 13 0,0 1 0,1-1 0,-1 1 0,0-1 0,1 1 0,-1-1 0,0 1 0,1 0 0,-1-1 0,1 1 0,-1 0 0,1-1 0,-1 1 0,1 0 0,-1-1 0,1 1 0,-1 0 0,1 0 0,0 0 0,-1 0 0,1 0 0,-1-1 0,1 1 0,-1 0 0,1 0 0,0 0 0,-1 1 0,1-1 0,-1 0 0,1 0 0,-1 0 0,1 0 0,0 0 0,-1 1 0,1-1 0,-1 0 0,1 1 0,-1-1 0,1 0 0,-1 1 0,1-1 0,0 1 0,0 2 0,1-1 0,-1 1 0,1 0 0,-1-1 0,0 1 0,0 0 0,1 4 0,4 27 0,0 0 0,-2 0 0,-2 0 0,-2 37 0,0-20 0,0 92 0,-7-1 0,-44 254 0,32-316 0,18-78 0,0 1 0,0 0 0,0-1 0,0 1 0,0-1 0,0 1 0,-1-1 0,1 0 0,-3 3 0,3-5 0,1 1 0,0-1 0,0 0 0,-1 0 0,1 0 0,0 0 0,0 0 0,-1 1 0,1-1 0,0 0 0,-1 0 0,1 0 0,0 0 0,0 0 0,-1 0 0,1 0 0,0 0 0,-1 0 0,1 0 0,0 0 0,-1 0 0,1-1 0,0 1 0,0 0 0,-1 0 0,1 0 0,0 0 0,0 0 0,-1 0 0,1-1 0,0 1 0,0 0 0,-1 0 0,1 0 0,0-1 0,0 1 0,0 0 0,-1 0 0,1-1 0,0 1 0,0 0 0,0-1 0,-3-6 0,0 0 0,0 0 0,1-1 0,-2-13 0,-50-309 0,-22-593 0,74 1053 0,-5-1 0,-6 1 0,-41 177 0,46-270 0,-1-1 0,-2 0 0,-19 42 0,12-51 0,17-26 0,0 0 0,0 0 0,1-1 0,-1 1 0,0 0 0,0-1 0,0 1 0,0-1 0,0 1 0,0-1 0,0 1 0,0-1 0,0 0 0,0 1 0,0-1 0,-2 0 0,3 0 0,-1 0 0,0 0 0,0 0 0,0-1 0,0 1 0,1 0 0,-1 0 0,0-1 0,0 1 0,0-1 0,1 1 0,-1-1 0,0 1 0,1-1 0,-1 1 0,0-1 0,1 1 0,-1-1 0,0-1 0,-1-1 0,0 0 0,1 0 0,-1 0 0,1 0 0,-1-1 0,0-4 0,-5-29 0,2-1 0,1 1 0,2-1 0,3-46 0,0 40 0,-2-13 0,0 18 0,2 0 0,1 0 0,10-54 0,-10 88 0,-1-1 0,1 0 0,-1 1 0,2-1 0,-1 1 0,1-1 0,-1 1 0,1 0 0,1 0 0,-1 0 0,1 1 0,0-1 0,6-5 0,-7 8 0,0 1 0,0-1 0,0 1 0,0-1 0,0 1 0,0 0 0,0 0 0,0 0 0,1 1 0,-1-1 0,0 1 0,0 0 0,1 0 0,-1 0 0,0 0 0,0 0 0,1 1 0,-1 0 0,0-1 0,0 1 0,0 0 0,1 1 0,-1-1 0,-1 1 0,5 1 0,7 6 0,1 0 0,-2 1 0,1 0 0,-1 1 0,-1 1 0,21 25 0,-1 3 0,28 49 0,2 16 0,-5 3 0,-4 2 0,-5 3 0,-5 1 0,32 140 0,-39-75 0,-38-195 0,0 0 0,2-31 0,0 4 0,-8-768 0,8 696 0,0 90 0,0-8 0,6-57 0,-6 89 0,0-1 0,0 1 0,0 0 0,0 0 0,1 0 0,-1 0 0,0-1 0,1 1 0,-1 0 0,1 0 0,-1 0 0,1 0 0,-1 0 0,1 0 0,0 0 0,1-1 0,-2 2 0,1 0 0,-1 0 0,0 0 0,1 0 0,-1 0 0,1 1 0,-1-1 0,0 0 0,1 0 0,-1 0 0,1 0 0,-1 1 0,0-1 0,1 0 0,-1 0 0,0 1 0,1-1 0,-1 0 0,0 1 0,0-1 0,1 0 0,-1 1 0,0-1 0,0 0 0,0 1 0,1-1 0,-1 1 0,0 0 0,14 38 0,-6 8 0,-1-1 0,0 55 0,-7 96 0,0-171 0,-3 97 0,-22 142 0,20-246 0,4-37 0,26-325 0,-10 197 0,-6 50 0,47-686 0,-56 782 0,1-24 0,1 39 0,9 553 0,-12-394 0,1 11 0,-1-284 0,15-369 0,-13 450 0,5-33 0,-5 47 0,0 0 0,-1 0 0,2 1 0,-1-1 0,0 1 0,1-1 0,-1 1 0,1 0 0,4-6 0,-6 9 0,0 0 0,0-1 0,1 1 0,-1 0 0,0-1 0,1 1 0,-1 0 0,1 0 0,-1-1 0,0 1 0,1 0 0,-1 0 0,1 0 0,-1 0 0,1 0 0,-1-1 0,0 1 0,1 0 0,-1 0 0,1 0 0,-1 0 0,1 0 0,-1 0 0,1 0 0,-1 1 0,0-1 0,1 0 0,-1 0 0,1 0 0,-1 0 0,1 1 0,-1-1 0,0 0 0,1 0 0,-1 1 0,0-1 0,1 0 0,-1 0 0,0 1 0,1-1 0,-1 0 0,0 1 0,0-1 0,1 1 0,-1 0 0,6 9 0,0 0 0,-1 1 0,0 0 0,-1 0 0,0 0 0,2 12 0,-2-9 0,78 337 0,-70-275 0,-5 1 0,-2 134 0,-8-176 0,-1-1 0,-17 64 0,-30 63 0,6-22 0,23-63 0,22-75 0,-1-1 0,1 1 0,0 0 0,0-1 0,-1 1 0,1 0 0,0-1 0,-1 1 0,1 0 0,-1-1 0,1 1 0,0-1 0,-1 1 0,1-1 0,-1 1 0,0-1 0,1 1 0,-1-1 0,-1 1 0,2-1 0,0 0 0,-1 0 0,1 0 0,-1-1 0,1 1 0,0 0 0,-1 0 0,1 0 0,0-1 0,-1 1 0,1 0 0,0-1 0,-1 1 0,1 0 0,0-1 0,0 1 0,-1 0 0,1-1 0,0 1 0,0 0 0,0-1 0,0 1 0,-1-1 0,1 1 0,-8-34 0,-3-70 0,4-181 0,7 205 0,13-220 0,-8 268 0,-2 31 0,-1 7 0,2 13 0,-3 27 0,-1-1 0,-2 0 0,-3 0 0,-19 87 0,-68 175 0,53-185 0,33-102 163,4-13-354,1-1 0,-1 1 0,-1-1 0,1 0 0,-1 0 0,0 0 0,-6 8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15.061"/>
    </inkml:context>
    <inkml:brush xml:id="br0">
      <inkml:brushProperty name="width" value="0.2" units="cm"/>
      <inkml:brushProperty name="height" value="0.2" units="cm"/>
      <inkml:brushProperty name="color" value="#FFFFFF"/>
    </inkml:brush>
  </inkml:definitions>
  <inkml:trace contextRef="#ctx0" brushRef="#br0">202 4 24575,'-45'-2'0,"27"1"0,1 0 0,-1 1 0,0 2 0,-22 3 0,37-5 0,1 1 0,0-1 0,-1 1 0,1 0 0,0 0 0,0 0 0,0 0 0,0 0 0,0 0 0,0 1 0,0-1 0,0 1 0,0-1 0,0 1 0,1 0 0,-1 0 0,1 0 0,-1 0 0,1 0 0,0 0 0,0 0 0,0 0 0,0 0 0,0 0 0,-1 4 0,2-4 0,0 0 0,0 0 0,0 0 0,1 0 0,-1 0 0,0 0 0,1 0 0,0 0 0,-1 0 0,1 0 0,0 0 0,0-1 0,0 1 0,0 0 0,0 0 0,0-1 0,0 1 0,1-1 0,-1 1 0,1-1 0,-1 1 0,1-1 0,-1 0 0,1 0 0,0 0 0,0 0 0,0 0 0,-1 0 0,4 0 0,5 3 38,1-1-1,-1-1 1,0 0-1,1-1 0,-1 0 1,1 0-1,15-2 1,-11 1-593,1 1 0,20 2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17.780"/>
    </inkml:context>
    <inkml:brush xml:id="br0">
      <inkml:brushProperty name="width" value="0.2" units="cm"/>
      <inkml:brushProperty name="height" value="0.2" units="cm"/>
      <inkml:brushProperty name="color" value="#FFFFFF"/>
    </inkml:brush>
  </inkml:definitions>
  <inkml:trace contextRef="#ctx0" brushRef="#br0">57 964 24575,'0'6'0,"-1"1"0,0 0 0,-1 0 0,0-1 0,0 1 0,0-1 0,-1 1 0,1-1 0,-2 0 0,-6 11 0,10-17 0,0 1 0,-1-1 0,1 0 0,0 1 0,0-1 0,0 0 0,0 1 0,-1-1 0,1 0 0,0 0 0,0 1 0,-1-1 0,1 0 0,0 0 0,-1 1 0,1-1 0,0 0 0,-1 0 0,1 0 0,0 0 0,-1 1 0,1-1 0,0 0 0,-1 0 0,1 0 0,0 0 0,-1 0 0,1 0 0,0 0 0,-1 0 0,1 0 0,0 0 0,-1 0 0,1 0 0,-1 0 0,1 0 0,0 0 0,-1-1 0,1 1 0,-8-16 0,3-24 0,4 23 0,0-55 0,1 67 0,1-1 0,-1 0 0,1 1 0,0-1 0,1 1 0,0-1 0,-1 1 0,2 0 0,4-10 0,-7 14 0,1 0 0,-1 1 0,1-1 0,0 0 0,-1 0 0,1 0 0,0 1 0,0-1 0,-1 0 0,1 1 0,0-1 0,0 0 0,0 1 0,0-1 0,0 1 0,0 0 0,0-1 0,1 1 0,-1 0 0,-1 0 0,1 0 0,0 0 0,-1 0 0,1 0 0,0 0 0,-1 1 0,1-1 0,0 0 0,-1 1 0,1-1 0,-1 0 0,1 1 0,0-1 0,-1 1 0,1-1 0,-1 1 0,1-1 0,-1 1 0,1 0 0,2 4 0,0 0 0,0 0 0,0 1 0,3 10 0,-3-7 0,-3-9 0,1 1 0,-1-1 0,0 1 0,0-1 0,0 1 0,0-1 0,0 0 0,0 1 0,1-1 0,-1 0 0,0 1 0,0-1 0,1 1 0,-1-1 0,0 0 0,1 1 0,-1-1 0,0 0 0,1 0 0,-1 1 0,0-1 0,1 0 0,-1 0 0,0 0 0,1 1 0,-1-1 0,1 0 0,-1 0 0,1 0 0,-1 0 0,0 0 0,1 0 0,-1 0 0,1 0 0,-1 0 0,1 0 0,-1 0 0,0 0 0,1 0 0,-1 0 0,1 0 0,-1 0 0,1-1 0,-1 1 0,0 0 0,1 0 0,0-1 0,16-18 0,-16 18 0,58-78 0,91-109 0,-96 134 0,64-52 0,-117 105 0,0 0 0,0 0 0,0 0 0,1 0 0,-1 0 0,0 0 0,1 0 0,-1 0 0,1 0 0,-1 1 0,0-1 0,1 0 0,0 1 0,-1 0 0,1-1 0,-1 1 0,1 0 0,-1 0 0,1 0 0,0 0 0,-1 0 0,4 0 0,-4 2 0,1-1 0,-1 0 0,0 1 0,1-1 0,-1 1 0,0-1 0,0 1 0,0 0 0,0-1 0,0 1 0,-1 0 0,1 0 0,0 0 0,-1-1 0,0 1 0,1 0 0,-1 0 0,0 0 0,0 3 0,1 15 0,0 1 0,-1-1 0,-2 1 0,0-1 0,-5 24 0,-4 0 0,-19 54 0,29-97 0,-3 13 0,-1 0 0,-1 0 0,0-1 0,-1 0 0,0 0 0,-15 19 0,22-31 0,-1 1 0,0-1 0,0 0 0,0-1 0,0 1 0,0 0 0,0 0 0,0 0 0,-1-1 0,1 1 0,0 0 0,0-1 0,0 1 0,-3 0 0,3-1 0,0-1 0,0 1 0,0 0 0,0 0 0,0-1 0,0 1 0,0 0 0,0-1 0,0 1 0,0-1 0,0 1 0,1-1 0,-1 0 0,0 1 0,0-1 0,0 0 0,1 0 0,-1 1 0,1-1 0,-1 0 0,0 0 0,0-2 0,-9-16 0,0 0 0,1-1 0,-12-41 0,16 44 0,-85-318 0,22-3 0,58 288 0,6 43 0,2 11 0,-2 27 0,2 0 0,3 61 0,1-32 0,0 43 0,-3 143 0,-2-196 0,-1-1 0,-22 92 0,24-133 0,-1 2 0,1-1 0,-2 1 0,-7 17 0,11-27 0,0 0 0,0 0 0,0 0 0,0 0 0,0 0 0,-1 0 0,1-1 0,0 1 0,0 0 0,0 0 0,0 0 0,0 0 0,0 0 0,0 0 0,0 0 0,0 0 0,-1-1 0,1 1 0,0 0 0,0 0 0,0 0 0,0 0 0,0 0 0,0 0 0,-1 0 0,1 0 0,0 0 0,0 0 0,0 0 0,0 0 0,0 0 0,0 0 0,-1 0 0,1 0 0,0 0 0,0 0 0,0 0 0,0 0 0,0 0 0,0 0 0,-1 0 0,1 0 0,0 0 0,0 0 0,0 1 0,0-1 0,0 0 0,0 0 0,0 0 0,-1 0 0,4-18 0,4-2 0,1-1 0,1 2 0,1-1 0,15-20 0,56-72 0,35-26 0,-88 108 0,1 1 0,46-33 0,-73 60 0,0 0 0,1 0 0,-1 1 0,1-1 0,-1 1 0,1 0 0,-1 0 0,1 0 0,0 0 0,-1 0 0,1 0 0,5 0 0,-7 2 0,0-1 0,1 0 0,-1 1 0,0-1 0,0 1 0,0-1 0,1 1 0,-1 0 0,0-1 0,0 1 0,0 0 0,0 0 0,0 0 0,0 0 0,-1 0 0,1 0 0,0 0 0,0 0 0,-1 0 0,1 0 0,-1 1 0,1-1 0,-1 0 0,1 0 0,-1 1 0,0-1 0,1 0 0,-1 3 0,4 23 0,0 0 0,-2 0 0,-1 0 0,-4 43 0,1-24 0,-4 126 0,5-163 0,1-20 0,0-29 0,5-12 0,1 0 0,3 1 0,2 0 0,2 0 0,2 1 0,3 1 0,1 0 0,30-51 0,-45 94 0,0-3 0,0 1 0,0 0 0,1 0 0,0 0 0,1 1 0,0-1 0,0 1 0,10-8 0,-15 14 0,0 1 0,0-1 0,-1 1 0,1-1 0,0 1 0,0 0 0,0-1 0,0 1 0,0 0 0,0 0 0,0-1 0,0 1 0,-1 0 0,1 0 0,0 0 0,0 0 0,0 0 0,0 1 0,0-1 0,0 0 0,0 0 0,0 1 0,0-1 0,0 0 0,-1 1 0,1-1 0,0 1 0,1 0 0,0 1 0,0 0 0,0 0 0,0 1 0,0-1 0,0 0 0,-1 1 0,1-1 0,1 5 0,3 8 0,-1 0 0,0 1 0,-1 0 0,0 0 0,1 22 0,1 87 0,-5-103 0,-5 324-1365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22.054"/>
    </inkml:context>
    <inkml:brush xml:id="br0">
      <inkml:brushProperty name="width" value="0.2" units="cm"/>
      <inkml:brushProperty name="height" value="0.2" units="cm"/>
      <inkml:brushProperty name="color" value="#FFFFFF"/>
    </inkml:brush>
  </inkml:definitions>
  <inkml:trace contextRef="#ctx0" brushRef="#br0">164 148 24575,'-2'1'0,"0"0"0,0 0 0,1 0 0,-1 0 0,0 0 0,0 0 0,1 0 0,-1 1 0,1-1 0,-1 1 0,-1 2 0,-6 5 0,-26 15 0,25-18 0,0 1 0,1 0 0,-15 14 0,21-18 0,0 0 0,1 0 0,0 1 0,-1-1 0,1 1 0,1-1 0,-1 1 0,0 0 0,1 0 0,0 0 0,0 0 0,0 0 0,0 0 0,0 7 0,1-8 0,-1-1 0,1 1 0,0-1 0,0 1 0,1 0 0,-1-1 0,1 1 0,-1-1 0,1 1 0,0-1 0,-1 1 0,2-1 0,-1 1 0,2 3 0,0-4 0,-1 1 0,1-1 0,0 0 0,-1 0 0,1-1 0,0 1 0,0 0 0,0-1 0,0 0 0,1 0 0,4 1 0,255 63 0,-190-52 0,67 13 0,-168-23 0,-24 0 0,-310-4 0,353 1 0,-1 1 0,1 1 0,-1 0 0,-10 3 0,-24 5 0,482-17 0,-264 8 0,-110 1 0,44-2 0,-90-1 0,0 0 0,-1-2 0,33-8 0,-46 10 0,-1 0 0,0 0 0,0-1 0,0 1 0,0-1 0,0 0 0,0 0 0,0 0 0,-1 0 0,1-1 0,-1 1 0,1-1 0,-1 1 0,0-1 0,0 0 0,0 0 0,0 0 0,-1 0 0,1 0 0,-1 0 0,0 0 0,0 0 0,0-1 0,0 1 0,-1 0 0,1-1 0,-1 1 0,0-1 0,0-6 0,-2-8 0,0 0 0,-1 0 0,-1 0 0,-9-25 0,5 15 0,-10-83 0,16 103 0,-1-1 0,1 1 0,-2 0 0,1 0 0,-1 1 0,-1-1 0,1 1 0,-1 0 0,0 0 0,-1 0 0,1 1 0,-13-10 0,14 12 0,0 1 0,0 1 0,-1-1 0,1 0 0,-1 1 0,1 0 0,-1 0 0,0 0 0,0 1 0,0 0 0,0 0 0,0 0 0,0 0 0,0 1 0,0 0 0,0 0 0,0 0 0,0 1 0,0 0 0,0-1 0,0 2 0,-6 1 0,-36 17 0,2 2 0,-67 43 0,66-37 0,-93 43 0,110-59 0,13-5 0,0 0 0,0-2 0,-1 0 0,1 0 0,-23 2 0,10-2 0,16 0 0,13-5 0,0 0 0,0 0 0,0 0 0,0 1 0,-1-1 0,1 0 0,0 0 0,0 0 0,0 1 0,0-1 0,0 0 0,0 0 0,0 0 0,0 0 0,0 1 0,0-1 0,0 0 0,0 0 0,0 0 0,0 1 0,0-1 0,0 0 0,0 0 0,0 0 0,1 0 0,-1 1 0,0-1 0,0 0 0,0 0 0,0 0 0,0 0 0,0 1 0,0-1 0,1 0 0,-1 0 0,0 0 0,0 0 0,0 0 0,0 0 0,1 0 0,-1 1 0,0-1 0,0 0 0,0 0 0,0 0 0,1 0 0,-1 0 0,0 0 0,0 0 0,1 0 0,11 5 0,0-1 0,1 0 0,-1-1 0,1 0 0,21 1 0,6 2 0,-17-2 8,130 23-695,189 11 1,-307-37-6140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30.361"/>
    </inkml:context>
    <inkml:brush xml:id="br0">
      <inkml:brushProperty name="width" value="0.2" units="cm"/>
      <inkml:brushProperty name="height" value="0.2" units="cm"/>
      <inkml:brushProperty name="color" value="#FFFFFF"/>
    </inkml:brush>
  </inkml:definitions>
  <inkml:trace contextRef="#ctx0" brushRef="#br0">38 736 24575,'1'0'0,"0"0"0,1 1 0,-1-1 0,0 0 0,0 1 0,0 0 0,0-1 0,0 1 0,1-1 0,-1 1 0,0 0 0,0 0 0,-1 0 0,1 0 0,0-1 0,0 1 0,0 0 0,-1 0 0,1 1 0,0-1 0,-1 0 0,1 0 0,-1 0 0,1 0 0,-1 0 0,0 1 0,1-1 0,-1 0 0,0 0 0,0 2 0,4 42 0,-4-42 0,-1 7 0,0 1 0,0 0 0,-1 0 0,-1-1 0,0 0 0,-7 19 0,1-9 0,-1 0 0,-15 22 0,57-107 0,37-35 0,-69 99 0,1 0 0,0 0 0,-1 0 0,1 0 0,0 0 0,0 0 0,0 1 0,0-1 0,0 0 0,0 0 0,0 1 0,0-1 0,0 1 0,0-1 0,0 1 0,0-1 0,0 1 0,0 0 0,1-1 0,-1 1 0,0 0 0,0 0 0,0 0 0,2 0 0,-1 1 0,0-1 0,0 1 0,0 0 0,0 0 0,-1 0 0,1 0 0,0 0 0,-1 0 0,1 0 0,0 1 0,-1-1 0,1 1 0,0 1 0,6 7 0,-1 0 0,0 0 0,8 20 0,-14-28 0,10 25 0,-1 2 0,-1-1 0,-2 1 0,-1 0 0,3 38 0,-6-48 0,0-6 0,-2-30 0,-10-546 0,8 547 0,0 18 0,3 23 0,6 100 0,-8 136 0,-4-234 0,1-20 0,-1-19 0,-103-482 0,86 414 0,13 48 0,10 46 0,15 55 0,59 265 0,-46-193 0,-2 24 0,-21-119 0,-3-30 0,-3-16 0,-1 0 0,0 1 0,0-1 0,0 0 0,0 0 0,0 0 0,0 1 0,1-1 0,-1 0 0,0 0 0,0 0 0,0 1 0,0-1 0,1 0 0,-1 0 0,0 0 0,0 0 0,1 0 0,-1 0 0,0 0 0,0 1 0,0-1 0,1 0 0,-1 0 0,0 0 0,0 0 0,1 0 0,-1 0 0,0 0 0,1 0 0,0-1 0,1-1 0,0 1 0,-1 0 0,1-1 0,-1 1 0,0-1 0,1 1 0,-1-1 0,0 0 0,0 1 0,0-1 0,1-2 0,47-88 0,-11 21 0,79-113 0,-115 181 0,2-2 0,0-1 0,1 1 0,0 0 0,9-8 0,-14 13 0,1-1 0,0 0 0,-1 1 0,1-1 0,0 1 0,-1 0 0,1-1 0,0 1 0,0 0 0,0-1 0,-1 1 0,1 0 0,0 0 0,0 0 0,0 0 0,0 0 0,0 0 0,-1 0 0,1 0 0,0 0 0,0 0 0,0 0 0,0 0 0,-1 1 0,1-1 0,0 0 0,0 0 0,0 1 0,-1-1 0,1 1 0,0-1 0,-1 1 0,1-1 0,0 1 0,-1-1 0,1 1 0,0 0 0,-1-1 0,1 1 0,-1 0 0,0 0 0,1-1 0,-1 1 0,1 0 0,-1 0 0,0-1 0,1 2 0,3 12 0,0 0 0,-1 0 0,0 0 0,-1 1 0,-1-1 0,0 1 0,-2 17 0,1-10 0,0 21 0,-1 0 0,-3 0 0,-14 70 0,12-92 0,1 1 0,-2-1 0,-1-1 0,-1 0 0,0 0 0,-2 0 0,0-2 0,-28 36 0,38-52 0,0 0 0,-1 0 0,0-1 0,1 1 0,-1 0 0,0-1 0,0 1 0,0-1 0,0 0 0,0 1 0,0-1 0,-1 0 0,1 0 0,0-1 0,0 1 0,-1 0 0,1-1 0,-5 1 0,5-1 0,1-1 0,-1 1 0,1-1 0,-1 0 0,0 0 0,1 0 0,0 0 0,-1 0 0,1 0 0,0 0 0,-1 0 0,1 0 0,0 0 0,0-1 0,0 1 0,0-1 0,0 1 0,0-1 0,0 1 0,1-1 0,-1 1 0,0-1 0,1 1 0,0-1 0,-1 0 0,1 0 0,0-1 0,-4-13 0,2 0 0,0 0 0,1 0 0,1 0 0,0 0 0,1 0 0,0 0 0,7-25 0,-3 20 0,1 1 0,1 0 0,1 0 0,1 1 0,1 0 0,11-18 0,-20 36 0,16-20 0,-17 21 0,1-1 0,-1 1 0,0 0 0,1-1 0,-1 1 0,0 0 0,1 0 0,-1-1 0,0 1 0,1 0 0,-1 0 0,1 0 0,-1-1 0,1 1 0,-1 0 0,0 0 0,1 0 0,-1 0 0,1 0 0,-1 0 0,1 0 0,-1 0 0,1 0 0,-1 0 0,0 0 0,1 0 0,-1 0 0,1 0 0,-1 1 0,1-1 0,-1 0 0,0 0 0,1 0 0,-1 1 0,1-1 0,-1 0 0,0 0 0,1 1 0,-1-1 0,0 0 0,1 1 0,-1-1 0,0 0 0,0 1 0,1-1 0,-1 1 0,0-1 0,0 0 0,0 1 0,0-1 0,1 1 0,-1-1 0,0 1 0,0-1 0,0 1 0,2 9 0,0 1 0,0-1 0,-1 0 0,-1 1 0,0-1 0,0 1 0,-1-1 0,0 0 0,-1 1 0,-3 13 0,-5 11 0,-24 55 0,34-89 0,-7 16 0,0 0 0,-1 0 0,0-1 0,-2 0 0,0-1 0,-17 21 0,26-35 0,0 1 0,0-1 0,1-1 0,-1 1 0,0 0 0,0 0 0,0 0 0,0 0 0,0-1 0,0 1 0,0 0 0,-1-1 0,1 1 0,0-1 0,0 1 0,0-1 0,-1 0 0,1 1 0,0-1 0,0 0 0,-1 0 0,1 0 0,0 0 0,-1 0 0,1 0 0,0 0 0,0-1 0,-1 1 0,1 0 0,0-1 0,0 1 0,0-1 0,-1 1 0,1-1 0,0 1 0,0-1 0,0 0 0,0 0 0,0 1 0,0-1 0,0 0 0,0 0 0,1 0 0,-1 0 0,-1-2 0,-2-4 0,-1-1 0,1 0 0,0 0 0,1 0 0,-4-14 0,-7-32 0,2 0 0,3-1 0,-4-92 0,20-170 0,-1 249 0,2 1 0,4 0 0,3 1 0,2 0 0,3 2 0,47-102 0,-60 152 0,0 1 0,1-1 0,0 2 0,16-20 0,-23 31 0,0 0 0,-1 0 0,1 0 0,0 0 0,0 1 0,0-1 0,0 0 0,0 1 0,0-1 0,0 0 0,0 1 0,0-1 0,0 1 0,0 0 0,0-1 0,2 1 0,-3 0 0,1 0 0,-1 0 0,1 0 0,-1 1 0,1-1 0,-1 0 0,1 0 0,-1 0 0,1 1 0,-1-1 0,1 0 0,-1 1 0,1-1 0,-1 0 0,1 1 0,-1-1 0,0 1 0,1-1 0,-1 0 0,0 1 0,1-1 0,-1 1 0,0 0 0,2 4 0,0 0 0,-1 0 0,0 0 0,0 0 0,1 8 0,0 29 0,-1 1 0,-3-1 0,-1 0 0,-2-1 0,-2 1 0,-1-1 0,-3 0 0,-1-1 0,-2 0 0,-35 71 0,45-104 0,-27 43 0,30-47 0,-1 0 0,0-1 0,0 0 0,-1 1 0,1-1 0,0 0 0,-1 0 0,1 0 0,-1 0 0,0-1 0,1 1 0,-1-1 0,0 0 0,0 1 0,-4 0 0,6-2 0,-1 0 0,1 0 0,0-1 0,-1 1 0,1 0 0,-1 0 0,1-1 0,-1 1 0,1-1 0,-1 1 0,1-1 0,0 0 0,-1 1 0,1-1 0,0 0 0,0 0 0,0 0 0,0 0 0,0 0 0,0 0 0,0 0 0,0 0 0,0-1 0,0 1 0,0 0 0,1 0 0,-1-1 0,0 1 0,0-2 0,-2-6 0,0 1 0,0-1 0,-1-12 0,3 19 0,-4-24 0,2 0 0,0 0 0,1-1 0,2 1 0,1-1 0,6-34 0,-5 47 0,1-1 0,0 2 0,1-1 0,1 0 0,0 1 0,1 0 0,1 0 0,0 1 0,0 0 0,1 0 0,1 0 0,0 1 0,13-12 0,-18 19 0,0 0 0,0 1 0,1 0 0,-1 0 0,1 0 0,0 1 0,0-1 0,0 1 0,0 0 0,10-2 0,-12 4 0,1-1 0,-1 1 0,1 0 0,0 0 0,-1 0 0,1 1 0,0-1 0,-1 1 0,1 0 0,-1 0 0,1 0 0,-1 0 0,0 1 0,0-1 0,1 1 0,-1 0 0,4 3 0,3 4 0,0 0 0,-1 1 0,0 1 0,0-1 0,-1 1 0,0 1 0,-1 0 0,0 0 0,-1 0 0,-1 0 0,0 1 0,6 24 0,0 9 0,-2 1 0,4 64 0,-9-54 0,-2 0 0,-2 0 0,-3 0 0,-19 104 0,14-139 0,5-24 0,1-13 0,0-35 0,11-89 0,-5 85 0,25-205 0,-16 188 0,33-112 0,-43 174 0,0 0 0,0 1 0,8-13 0,-11 20 0,1 0 0,-1 0 0,0 1 0,1-1 0,-1 0 0,1 1 0,-1-1 0,1 0 0,-1 1 0,1-1 0,0 1 0,-1-1 0,1 0 0,0 1 0,-1 0 0,1-1 0,0 1 0,-1-1 0,1 1 0,0 0 0,0 0 0,0-1 0,-1 1 0,1 0 0,0 0 0,0 0 0,0 0 0,0 0 0,-1 0 0,1 0 0,1 0 0,0 1 0,0 0 0,-1 0 0,1 1 0,-1-1 0,1 0 0,-1 0 0,0 1 0,0-1 0,0 1 0,1-1 0,-1 1 0,1 3 0,4 8 0,0 1 0,0 0 0,-2 1 0,0-1 0,0 1 0,1 18 0,4 96 0,-8-106 0,2 34 0,-3 0 0,-12 99 0,6-126 0,6-30 0,0 0 0,-1-1 0,1 1 0,0 0 0,0 0 0,0 0 0,0 0 0,0 0 0,0-1 0,0 1 0,0 0 0,0 0 0,0 0 0,0 0 0,-1 0 0,1 0 0,0 0 0,0 0 0,0-1 0,0 1 0,0 0 0,-1 0 0,1 0 0,0 0 0,0 0 0,0 0 0,0 0 0,0 0 0,-1 0 0,1 0 0,0 0 0,0 0 0,0 0 0,0 0 0,0 0 0,-1 0 0,1 0 0,0 0 0,0 0 0,0 0 0,0 0 0,0 0 0,-1 1 0,1-1 0,0 0 0,0 0 0,0 0 0,0 0 0,0 0 0,0 0 0,0 0 0,-1 0 0,1 1 0,0-1 0,-3-19 0,-1-52 0,3 0 0,4-1 0,2 1 0,16-74 0,-14 109 0,18-56 0,-19 76 0,1 0 0,0 0 0,1 0 0,0 1 0,16-20 0,-22 32 0,0 0 0,1 0 0,-1 1 0,1-1 0,-1 1 0,1-1 0,0 1 0,0 0 0,0 0 0,0 0 0,0 1 0,1-1 0,4-1 0,-6 3 0,0 0 0,0 0 0,-1 0 0,1 0 0,0 0 0,0 0 0,0 1 0,-1-1 0,1 0 0,0 1 0,-1 0 0,1-1 0,0 1 0,-1 0 0,1 0 0,-1 0 0,1 0 0,-1 0 0,1 0 0,-1 0 0,0 1 0,0-1 0,0 0 0,1 1 0,-1-1 0,0 1 0,-1-1 0,2 4 0,7 12 0,-2 1 0,0 0 0,-1 1 0,-1-1 0,0 1 0,1 22 0,0-10 0,9 55 0,5 121 0,-18-156 0,-3 1 0,-2-1 0,-17 88 0,9-96 0,11-43 0,0 1 0,-1-1 0,1 1 0,0-1 0,0 1 0,0 0 0,0-1 0,0 1 0,-1-1 0,1 1 0,0-1 0,0 1 0,-1-1 0,1 1 0,0-1 0,-1 1 0,1-1 0,-1 0 0,1 1 0,-1-1 0,1 0 0,-1 1 0,1-1 0,0 0 0,-1 1 0,0-1 0,1 0 0,-1 0 0,1 0 0,-1 0 0,1 1 0,-1-1 0,1 0 0,-1 0 0,0 0 0,1 0 0,-1 0 0,1 0 0,-1 0 0,1-1 0,-2 1 0,1-1 0,-1-1 0,0 1 0,1-1 0,-1 0 0,1 1 0,0-1 0,0 0 0,-1 0 0,1 0 0,-1-3 0,-8-22 0,0 0 0,2-1 0,1 0 0,2 0 0,-4-35 0,5 29 0,-72-488 0,67 453 0,8 41 0,1 28 0,0 0 0,0 0 0,0 0 0,0 0 0,0 0 0,0 0 0,0 0 0,0 0 0,0 0 0,0 0 0,1 0 0,-1 0 0,0-1 0,0 1 0,0 0 0,0 0 0,0 0 0,0 0 0,0 0 0,0 0 0,0 0 0,0 0 0,1 0 0,-1 0 0,0 0 0,0 0 0,0 0 0,0 0 0,0 0 0,0 0 0,0 0 0,0 0 0,0 0 0,0 0 0,1 0 0,-1 0 0,0 0 0,0 1 0,0-1 0,0 0 0,0 0 0,0 0 0,0 0 0,0 0 0,0 0 0,0 0 0,0 0 0,0 0 0,0 0 0,1 0 0,-1 0 0,0 0 0,0 1 0,0-1 0,0 0 0,0 0 0,0 0 0,0 0 0,0 0 0,8 15 0,27 77 0,42 173 0,-56-182 0,157 706 0,-171-752 0,-4-14 0,1-1 0,2 0 0,12 35 0,-18-56 0,0 0 0,0-1 0,1 1 0,-1 0 0,0 0 0,0-1 0,1 1 0,-1 0 0,0-1 0,1 1 0,-1 0 0,1-1 0,-1 1 0,1 0 0,-1-1 0,1 1 0,-1-1 0,1 1 0,0-1 0,-1 1 0,1-1 0,0 0 0,-1 1 0,1-1 0,0 0 0,0 1 0,-1-1 0,1 0 0,0 0 0,0 0 0,1 0 0,-1-1 0,0 1 0,0-1 0,0 0 0,0 0 0,1-1 0,-1 1 0,-1 0 0,1 0 0,0 0 0,0-1 0,0 1 0,-1 0 0,1-1 0,0-1 0,9-24 0,0-1 0,-2 0 0,4-31 0,3-8 0,-1 8 0,38-144 0,-33 142 0,32-73 0,-45 120 0,1 0 0,1 1 0,10-15 0,-17 26 0,0 1 0,0-1 0,1 0 0,-1 1 0,0-1 0,1 1 0,0-1 0,-1 1 0,1 0 0,0 0 0,-1 0 0,1 0 0,0 0 0,0 0 0,0 0 0,2 0 0,-2 1 0,-1 0 0,0 0 0,0 0 0,0 1 0,0-1 0,0 0 0,0 0 0,0 1 0,0-1 0,0 1 0,0-1 0,-1 1 0,1-1 0,0 1 0,0-1 0,0 1 0,0 0 0,-1 0 0,1-1 0,0 1 0,-1 0 0,2 1 0,1 5 0,1-1 0,-1 1 0,-1 0 0,1-1 0,-1 1 0,0 0 0,1 10 0,1 20 0,-1 1 0,-1 0 0,-3 0 0,-6 52 0,-35 154 0,33-200 0,-49 289 0,56-395 0,3-21 0,12-568 0,39 7 0,-45 588 0,-8 49 0,-3 12 0,-5 17 0,-35 95 0,-5-2 0,-5-3 0,-97 150 0,142-248 0,5-6 0,0-2 0,0 1 0,-1 0 0,1-1 0,-1 0 0,-1 0 0,1-1 0,-1 1 0,-7 4 0,13-10 0,-1 1 0,0-1 0,1 0 0,-1 0 0,0 1 0,1-1 0,-1 0 0,1 0 0,-1 0 0,0 0 0,1 0 0,-1 0 0,0 0 0,1 0 0,-1 0 0,0 0 0,1 0 0,-1 0 0,0 0 0,1-1 0,-1 1 0,0 0 0,1 0 0,-1-1 0,1 1 0,-1 0 0,1-1 0,-1 1 0,1-1 0,-1 1 0,1-1 0,-1 1 0,1-1 0,-1 1 0,1-1 0,0 1 0,-1-2 0,-8-25 0,4-12 0,1-1 0,2 0 0,5-56 0,-1 36 0,-1-22 0,10-158 0,-6 216 0,-5 24 0,0 0 0,0 0 0,0 0 0,1 0 0,-1 0 0,0 1 0,0-1 0,0 0 0,0 0 0,0 0 0,0 0 0,0 0 0,0 0 0,0 0 0,0 1 0,0-1 0,1 0 0,-1 0 0,0 0 0,0 0 0,0 0 0,0 0 0,0 0 0,0 0 0,1 0 0,-1 0 0,0 0 0,0 0 0,0 0 0,0 0 0,0 0 0,0 0 0,1 0 0,-1 0 0,0 0 0,0 0 0,0 0 0,0 0 0,0 0 0,1 0 0,-1 0 0,0 0 0,0 0 0,0 0 0,0 0 0,0 0 0,0 0 0,1 0 0,-1 0 0,0-1 0,0 1 0,0 0 0,0 0 0,0 0 0,0 0 0,0 0 0,0 0 0,0 0 0,0-1 0,0 1 0,1 0 0,-1 0 0,0 0 0,0 0 0,0 0 0,0-1 0,3 10 0,0 0 0,0 0 0,-1 1 0,0-1 0,2 19 0,-3-15 0,20 328 0,-8-77 0,-5-210 0,-8-53 0,0 0 0,0-1 0,0 1 0,0 0 0,0-1 0,0 1 0,0 0 0,1 0 0,-1-1 0,0 1 0,1 0 0,-1-1 0,0 1 0,1 0 0,-1-1 0,1 1 0,-1-1 0,1 1 0,-1 0 0,1-1 0,-1 1 0,1-1 0,0 0 0,-1 1 0,1-1 0,1 1 0,-2-1 0,1-1 0,0 1 0,0-1 0,0 1 0,0-1 0,0 0 0,-1 1 0,1-1 0,0 0 0,-1 1 0,1-1 0,0 0 0,-1 0 0,1 0 0,-1 0 0,1 1 0,0-3 0,8-15 0,-1-2 0,-1 1 0,8-29 0,1-7 0,4-1 0,39-78 0,-47 112 0,0 0 0,1 1 0,2 0 0,0 2 0,1-1 0,22-19 0,-35 36 0,1 0 0,0 0 0,0 0 0,0 0 0,0 1 0,0-1 0,0 1 0,1 0 0,-1 1 0,7-3 0,-9 4 0,0 0 0,1 0 0,-1 0 0,0 0 0,0 0 0,0 0 0,0 0 0,0 1 0,0-1 0,1 1 0,-1 0 0,0-1 0,0 1 0,0 0 0,-1 0 0,1 1 0,0-1 0,0 0 0,-1 0 0,1 1 0,0-1 0,-1 1 0,1-1 0,1 4 0,2 3 0,0 0 0,0 0 0,-1 0 0,0 1 0,-1-1 0,5 19 0,8 58 0,-12-61 0,15 160 0,-6-42 0,-12-140 0,-1 1 0,0-1 0,0 0 0,1 0 0,-1 0 0,1 0 0,0 0 0,0 0 0,1 3 0,-1-5 0,-1 0 0,0 1 0,0-1 0,0 0 0,1 0 0,-1 0 0,0 0 0,0 0 0,0 0 0,1 0 0,-1 0 0,0 0 0,0 0 0,1 0 0,-1 0 0,0 0 0,0 0 0,1 0 0,-1 0 0,0 0 0,0 0 0,0 0 0,1 0 0,-1 0 0,0 0 0,0 0 0,1 0 0,-1-1 0,0 1 0,0 0 0,0 0 0,0 0 0,1 0 0,-1 0 0,0-1 0,0 1 0,0 0 0,0 0 0,1 0 0,-1-1 0,0 1 0,0 0 0,0 0 0,0-1 0,4-6 0,-1 0 0,0 0 0,4-12 0,39-140 0,-13 43 0,48-111 0,-79 223 0,0-2 0,1-1 0,-1 1 0,1 0 0,1 1 0,-1-1 0,1 0 0,0 1 0,0 0 0,7-6 0,-11 10 0,0 1 0,1-1 0,-1 1 0,1 0 0,-1-1 0,1 1 0,-1 0 0,1 0 0,-1-1 0,1 1 0,-1 0 0,1 0 0,0 0 0,-1 0 0,1-1 0,-1 1 0,1 0 0,-1 0 0,1 0 0,0 0 0,-1 0 0,1 1 0,-1-1 0,1 0 0,-1 0 0,1 0 0,0 0 0,-1 1 0,1-1 0,-1 0 0,1 1 0,-1-1 0,1 1 0,1 1 0,-1-1 0,0 1 0,0 0 0,0 0 0,0 0 0,0-1 0,0 1 0,0 0 0,0 3 0,4 19 0,-1 1 0,-1-1 0,-1 1 0,-2 45 0,0-37 0,-4 136 0,-30 193 0,30-342 0,2-19 0,1-5 0,0-35 0,7-31 0,21-105 0,34-71 0,-58 233 0,48-155 0,-38 131 0,1 1 0,27-48 0,-39 80 0,17-25 0,-18 28 0,0 0 0,0 0 0,0 0 0,-1 0 0,1 0 0,0 0 0,0 0 0,0 0 0,1 0 0,-1 1 0,0-1 0,0 0 0,0 1 0,0-1 0,1 1 0,-1-1 0,0 1 0,0 0 0,3-1 0,-3 1 0,0 1 0,-1-1 0,1 0 0,0 1 0,0-1 0,-1 1 0,1-1 0,0 1 0,-1-1 0,1 1 0,0 0 0,-1-1 0,1 1 0,-1 0 0,1-1 0,-1 1 0,0 0 0,1 0 0,-1 0 0,0-1 0,1 1 0,-1 0 0,0 1 0,4 15 0,-1 0 0,0 0 0,-2 0 0,0 29 0,-1-39 0,-1 110 0,-6 0 0,-4-1 0,-6 0 0,-4-1 0,-61 185 0,77-283 0,-1-2 0,-9 17 0,14-31 0,1 1 0,-1-1 0,0 0 0,0 0 0,0 0 0,0 0 0,0 1 0,0-1 0,0 0 0,0-1 0,-2 2 0,3-1 0,0-1 0,-1 0 0,1 0 0,0 0 0,-1 0 0,1 0 0,0 0 0,0 0 0,-1 0 0,1 0 0,0 0 0,-1 0 0,1 0 0,0 0 0,-1 0 0,1 0 0,0 0 0,-1-1 0,1 1 0,0 0 0,0 0 0,-1 0 0,1 0 0,0-1 0,0 1 0,-1 0 0,1 0 0,0 0 0,0-1 0,-1 1 0,0-3 0,-1-1 0,1 1 0,-1 0 0,1 0 0,0 0 0,1-1 0,-2-3 0,-2-22 0,1-1 0,1 0 0,3-47 0,18-95 0,-17 149 0,1 2 0,9-80 0,48-189 0,-58 286 0,-1-1 0,1 0 0,0 1 0,0-1 0,4-6 0,-5 11 0,-1-1 0,0 1 0,0 0 0,0 0 0,0 0 0,1-1 0,-1 1 0,0 0 0,0 0 0,0 0 0,1 0 0,-1 0 0,0-1 0,0 1 0,1 0 0,-1 0 0,0 0 0,0 0 0,1 0 0,-1 0 0,0 0 0,0 0 0,1 0 0,-1 0 0,0 0 0,0 0 0,1 0 0,-1 0 0,0 0 0,0 0 0,1 0 0,-1 0 0,0 0 0,0 1 0,1-1 0,-1 0 0,0 0 0,0 0 0,0 0 0,1 1 0,-1-1 0,0 0 0,0 0 0,0 0 0,0 0 0,1 1 0,-1-1 0,0 0 0,0 0 0,0 1 0,0-1 0,0 0 0,0 0 0,0 1 0,0-1 0,0 0 0,0 0 0,0 1 0,0-1 0,3 10 0,-1 0 0,-1 1 0,0-1 0,0 0 0,-1 0 0,0 1 0,-2 10 0,1-13 0,-4 72 0,-26 126 0,25-187 0,6-19 0,0 0 0,0 0 0,0 0 0,0 1 0,0-1 0,0 0 0,0 0 0,-1 0 0,1 0 0,0 0 0,0 0 0,0 0 0,0 0 0,0 0 0,0 1 0,0-1 0,0 0 0,0 0 0,0 0 0,0 0 0,0 0 0,-1 0 0,1 0 0,0 0 0,0 0 0,0 0 0,0 0 0,0 0 0,0 0 0,0 0 0,0 0 0,0 0 0,-1 0 0,1 0 0,0 0 0,0 0 0,0 0 0,0 0 0,0 0 0,0 0 0,0 0 0,0 0 0,-1 0 0,1 0 0,0 0 0,0 0 0,0 0 0,0 0 0,0 0 0,0 0 0,0 0 0,0 0 0,0 0 0,0-1 0,-1 1 0,1 0 0,0 0 0,0 0 0,0 0 0,0 0 0,0 0 0,0 0 0,0 0 0,-1-4 0,1 1 0,-1 0 0,1 0 0,0-1 0,0 1 0,0 0 0,1-7 0,4-18 0,1-1 0,1 1 0,20-47 0,45-78 0,-64 137 0,1-2 0,1 0 0,0 1 0,2 0 0,23-28 0,-34 44 0,0 0 0,0 0 0,0 0 0,0 0 0,0 0 0,0 0 0,0 1 0,1-1 0,-1 0 0,0 1 0,0-1 0,1 1 0,-1 0 0,2-1 0,-3 1 0,1 0 0,0 0 0,-1 0 0,1 0 0,0 0 0,-1 0 0,1 1 0,-1-1 0,1 0 0,0 0 0,-1 1 0,1-1 0,-1 0 0,1 1 0,-1-1 0,1 0 0,-1 1 0,1-1 0,-1 1 0,1-1 0,0 2 0,1 1 0,-1 1 0,1 0 0,0 0 0,-1-1 0,0 1 0,0 0 0,0 1 0,0 3 0,7 68 0,-4 1 0,-7 92 0,1-63 0,2-61 0,0-8 0,-1 1 0,-1-1 0,-9 41 0,11-78 0,0 1 0,0-1 0,0 1 0,0-1 0,0 1 0,0-1 0,0 0 0,0 1 0,0-1 0,0 1 0,0-1 0,0 0 0,0 1 0,0-1 0,-1 0 0,1 1 0,0-1 0,0 0 0,0 1 0,-1-1 0,1 0 0,0 1 0,-1-1 0,1 0 0,0 1 0,-1-1 0,1 0 0,0 0 0,-1 0 0,1 1 0,-1-1 0,-3-14 0,-2-41 0,3-99 0,4 86 0,-2-11 0,5-161 0,-3 233 0,-1 2 0,0 0 0,0 0 0,1 0 0,0 1 0,0-1 0,0 0 0,0 1 0,1-1 0,2-4 0,-4 9 0,0 0 0,1 0 0,-1 0 0,0 0 0,0 0 0,1 0 0,-1 0 0,0 0 0,0 0 0,0 0 0,1 0 0,-1 0 0,0 1 0,0-1 0,1 0 0,-1 0 0,0 0 0,0 0 0,0 0 0,0 0 0,1 1 0,-1-1 0,0 0 0,0 0 0,0 0 0,0 1 0,0-1 0,0 0 0,1 0 0,-1 0 0,0 1 0,0-1 0,0 0 0,0 0 0,0 0 0,0 1 0,0-1 0,0 0 0,0 0 0,0 1 0,0-1 0,0 0 0,0 0 0,0 0 0,0 1 0,0-1 0,5 28 0,-2 1 0,0 0 0,-2-1 0,-3 33 0,2-3 0,-39 672 0,38-711 0,3-31 0,0 0 0,34-180 0,8 2 0,72-194 0,-110 366 0,-2 6 0,0-1 0,0 0 0,2 1 0,0 0 0,0 1 0,1-1 0,14-17 0,-21 28 0,0 1 0,1-1 0,-1 1 0,0-1 0,1 1 0,-1-1 0,1 1 0,-1 0 0,0-1 0,1 1 0,-1 0 0,1-1 0,-1 1 0,1 0 0,-1 0 0,1-1 0,0 1 0,-1 0 0,1 0 0,-1 0 0,1 0 0,-1 0 0,1 0 0,0-1 0,-1 2 0,1-1 0,-1 0 0,1 0 0,0 0 0,-1 0 0,1 0 0,-1 0 0,1 0 0,-1 1 0,1-1 0,-1 0 0,1 1 0,-1-1 0,1 0 0,-1 1 0,1-1 0,-1 0 0,1 1 0,-1-1 0,0 1 0,1-1 0,-1 1 0,1 0 0,1 3 0,-1-1 0,1 1 0,-1 0 0,1 0 0,0 8 0,5 39 0,-3 0 0,-3 91 0,-2-81 0,1-40 0,0 19 0,-1-1 0,-11 68 0,12-106 0,0-1 0,0 1 0,0 0 0,-1 0 0,1-1 0,0 1 0,0 0 0,0 0 0,-1-1 0,1 1 0,0 0 0,-1-1 0,1 1 0,-1 0 0,1-1 0,-1 1 0,1-1 0,-1 2 0,0-3 0,0 0 0,1 1 0,-1-1 0,1 0 0,-1 1 0,1-1 0,-1 0 0,1 0 0,-1 1 0,1-1 0,0 0 0,0 0 0,-1 0 0,1 1 0,0-1 0,0 0 0,0-1 0,-7-34 0,-3-62 0,6 41 0,-23-532 0,30 540 0,2 36 0,1 13 0,-5 1 0,0 0 0,1 1 0,-1-1 0,0 1 0,0-1 0,0 1 0,-1-1 0,1 1 0,0 0 0,0 2 0,6 23 0,-1 1 0,-1 0 0,-1 1 0,0 44 0,-2-39 0,4 335 0,-10-286 0,-4 0 0,-24 114 0,31-194 0,-1 9 0,-1-1 0,-1 0 0,1 0 0,-7 12 0,10-23 0,0 1 0,0-1 0,0 1 0,0-1 0,-1 1 0,1-1 0,0 1 0,0-1 0,-1 1 0,1-1 0,0 1 0,0-1 0,-1 1 0,1-1 0,-1 0 0,1 1 0,0-1 0,-1 0 0,1 1 0,-1-1 0,1 0 0,-1 1 0,1-1 0,-1 0 0,1 0 0,-1 0 0,1 1 0,-1-1 0,1 0 0,-1 0 0,0 0 0,1 0 0,-1 0 0,1 0 0,-1 0 0,1 0 0,-1 0 0,1 0 0,-1-1 0,1 1 0,-1 0 0,0 0 0,1 0 0,0-1 0,-1 1 0,1 0 0,-1-1 0,1 1 0,-1 0 0,1-1 0,-1 1 0,1 0 0,-1-2 0,-2-1 0,1-1 0,-1 0 0,1 0 0,0 0 0,-3-8 0,-7-23 0,2-1 0,1 0 0,-6-61 0,0-114 0,14 197 0,-2-33 0,1 3 0,3-59 0,5 151 0,-1-2 0,20 248 0,-23-233 0,-3 0 0,-15 111 0,-3-87 0,16-75 0,0 0 0,-1 0 0,0 0 0,0-1 0,-12 17 0,15-25 0,1 0 0,-1 0 0,0 0 0,1 0 0,-1 0 0,0 0 0,0 0 0,0 0 0,0-1 0,0 1 0,0 0 0,0-1 0,0 1 0,0-1 0,0 1 0,-1 0 0,1-2 0,1 1 0,-1 0 0,1 0 0,-1 0 0,1 0 0,-1 0 0,1 0 0,-1 0 0,1-1 0,0 1 0,-1 0 0,1 0 0,-1-1 0,1 1 0,0 0 0,-1-1 0,1 1 0,0 0 0,-1-1 0,1 1 0,0-1 0,-1 1 0,1 0 0,0-1 0,0 1 0,-1-1 0,0-5 0,-1 1 0,0-1 0,1 1 0,0-1 0,0-7 0,-7-137 0,8 97 0,-3 0 0,-3 1 0,-21-97 0,26 145 0,0 0 0,-1 0 0,1 0 0,-1 0 0,0 1 0,0-1 0,0 0 0,-1 1 0,1-1 0,-1 1 0,0 0 0,-3-3 0,4 4 0,-1 1 0,0-1 0,0 0 0,0 1 0,0 0 0,0 0 0,0 0 0,0 0 0,0 0 0,0 1 0,0-1 0,0 1 0,-1 0 0,1 0 0,0 0 0,-4 1 0,-14 3 0,0 2 0,0 0 0,0 1 0,1 1 0,-23 12 0,3-2 0,-55 20 0,-1-4 0,-1-5 0,-2-4 0,-156 20 0,250-44 0,0-1 0,1 1 0,-1-1 0,1 0 0,-1-1 0,0 1 0,-8-2 0,11 1 0,-1-1 0,0 1 0,0-1 0,1 1 0,-1-1 0,1 0 0,0 0 0,-1 0 0,1 0 0,0 0 0,0 0 0,-2-4 0,2 3 0,-1 0 0,1 1 0,-1-1 0,1 1 0,-1-1 0,0 1 0,0 0 0,0 0 0,0 0 0,0 0 0,0 0 0,0 1 0,-1 0 0,1 0 0,-1 0 0,1 0 0,-5-1 0,-1 2 0,-1 0 0,1 0 0,0 1 0,-1 1 0,-13 2 0,-20 5 0,1 1 0,0 3 0,0 1 0,-66 33 0,76-25 0,27-18 0,-1 0 0,1 0 0,-1 0 0,0-1 0,0 0 0,0 0 0,-8 2 0,-7 3 0,1 0 0,0 1 0,0 2 0,-32 21 0,-19 11 0,69-42 0,-1 0 0,1 0 0,0 0 0,0-1 0,-1 1 0,1 0 0,0-1 0,-1 0 0,1 1 0,0-1 0,-1 0 0,1 0 0,-1-1 0,1 1 0,0 0 0,-1-1 0,1 1 0,-4-2 0,5 1 0,1 1 0,-1-1 0,0 1 0,1-1 0,-1 1 0,0-1 0,1 1 0,-1-1 0,1 1 0,-1-1 0,1 0 0,-1 0 0,1 1 0,-1-1 0,1 0 0,0 0 0,-1 1 0,1-1 0,0 0 0,0 0 0,-1 0 0,1-1 0,0 0 0,1 0 0,-1 0 0,0 1 0,0-1 0,1 0 0,-1 1 0,1-1 0,0 0 0,0 1 0,-1-1 0,1 0 0,2-2 0,3-3 0,1-1 0,-1 1 0,1 1 0,0-1 0,1 1 0,0 0 0,0 1 0,0 0 0,0 0 0,14-5 0,13-4 0,47-12 0,-79 25 0,153-39 0,95-30 0,-188 47 0,0-3 0,-1-3 0,-2-3 0,-1-2 0,87-66 0,-37 12 0,153-118 0,-243 191 0,-1-1 0,0 0 0,-2-2 0,0 0 0,-1 0 0,0-2 0,-2 0 0,0 0 0,-2-1 0,0-1 0,-1 0 0,-1 0 0,-1-1 0,5-27 0,-8 5 0,-5 38 0,0 0 0,1 0 0,0 0 0,0-1 0,3-7 0,-7 23 0,-1-1 0,0 0 0,-1 0 0,0 0 0,0 0 0,0-1 0,-1 0 0,0 0 0,0 0 0,-1-1 0,1 0 0,-1 0 0,0-1 0,-1 0 0,1 0 0,-1-1 0,1 0 0,-9 3 0,0 0 0,0 1 0,0 1 0,1 0 0,0 1 0,1 1 0,0 0 0,-18 19 0,14-14 0,13-12 0,-81 75 0,77-70 0,0 2 0,2-1 0,-1 1 0,1 0 0,0 1 0,1-1 0,-6 16 0,11-22 0,-1 0 0,1-1 0,0 1 0,1 0 0,-1 0 0,1 1 0,0-1 0,0 0 0,0 5 0,8-20 0,7-13-1365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32.364"/>
    </inkml:context>
    <inkml:brush xml:id="br0">
      <inkml:brushProperty name="width" value="0.2" units="cm"/>
      <inkml:brushProperty name="height" value="0.2" units="cm"/>
      <inkml:brushProperty name="color" value="#FFFFFF"/>
    </inkml:brush>
  </inkml:definitions>
  <inkml:trace contextRef="#ctx0" brushRef="#br0">3 0 24575,'0'3'0,"-2"5"0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01.651"/>
    </inkml:context>
    <inkml:brush xml:id="br0">
      <inkml:brushProperty name="width" value="0.2" units="cm"/>
      <inkml:brushProperty name="height" value="0.2" units="cm"/>
      <inkml:brushProperty name="color" value="#FFFFFF"/>
    </inkml:brush>
  </inkml:definitions>
  <inkml:trace contextRef="#ctx0" brushRef="#br0">0 1 24575,'2'0'0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08.785"/>
    </inkml:context>
    <inkml:brush xml:id="br0">
      <inkml:brushProperty name="width" value="0.2" units="cm"/>
      <inkml:brushProperty name="height" value="0.2" units="cm"/>
      <inkml:brushProperty name="color" value="#FFFFFF"/>
    </inkml:brush>
  </inkml:definitions>
  <inkml:trace contextRef="#ctx0" brushRef="#br0">243 1013 24575,'-2'24'0,"0"0"0,-9 39 0,-2 12 0,12 23 0,2-75 0,0-51 0,1 0 0,1 0 0,2 0 0,1 0 0,10-28 0,-8 34 0,0 1 0,1-1 0,1 2 0,2-1 0,-1 2 0,26-32 0,-35 49 0,-1 0 0,1 0 0,0 0 0,0 0 0,0 0 0,0 0 0,1 0 0,-1 1 0,0-1 0,1 1 0,-1 0 0,1 0 0,3-1 0,-5 2 0,-1-1 0,1 1 0,0 0 0,0 1 0,-1-1 0,1 0 0,0 0 0,0 0 0,-1 0 0,1 0 0,0 1 0,-1-1 0,1 0 0,0 1 0,-1-1 0,1 1 0,0-1 0,-1 0 0,2 2 0,-1-1 0,0 1 0,0 0 0,0-1 0,1 1 0,-2 0 0,1 0 0,0 0 0,0 0 0,0 4 0,2 5 0,-2 0 0,0 1 0,0-1 0,-1 1 0,0-1 0,-1 1 0,0-1 0,-1 0 0,0 1 0,-8 20 0,1-7 0,-1-1 0,-1 1 0,-24 37 0,23-44 0,-1 0 0,-1 0 0,-24 25 0,30-36 0,0 0 0,0-1 0,0 1 0,-1-2 0,1 1 0,-1-1 0,-1 0 0,1-1 0,-20 6 0,26-9 0,0-1 0,0 0 0,0 1 0,0-1 0,0 0 0,0-1 0,0 1 0,0 0 0,0-1 0,0 0 0,1 1 0,-1-1 0,0 0 0,0-1 0,1 1 0,-1 0 0,0-1 0,1 1 0,-1-1 0,1 0 0,0 0 0,0 0 0,-1 0 0,2 0 0,-1-1 0,0 1 0,-2-4 0,-4-8 0,0 0 0,1 0 0,1 0 0,-5-17 0,3 9 0,3 10 0,1 0 0,1 0 0,0 0 0,1-1 0,-1-21 0,17 94 0,6 98 0,8 42 0,-27-196 0,0 0 0,0 0 0,0 0 0,0-1 0,0 1 0,1 0 0,0-1 0,0 1 0,3 4 0,-4-7 0,0 0 0,0-1 0,0 1 0,0 0 0,1 0 0,-1 0 0,0-1 0,0 1 0,1-1 0,-1 1 0,1-1 0,-1 1 0,0-1 0,1 0 0,-1 0 0,1 0 0,-1 0 0,1 0 0,-1 0 0,0 0 0,1 0 0,-1 0 0,1-1 0,-1 1 0,0 0 0,1-1 0,1-1 0,8-2 0,0-2 0,-1 1 0,0-2 0,0 1 0,0-1 0,13-13 0,49-55 0,-70 73 0,57-67 0,-26 30 0,1 1 0,44-38 0,-76 74 0,1-1 0,1 1 0,-1 0 0,0 0 0,0 0 0,5-2 0,-7 4 0,0 0 0,-1 0 0,1-1 0,0 1 0,-1 0 0,1 0 0,0 0 0,-1 0 0,1 1 0,0-1 0,-1 0 0,1 0 0,-1 0 0,1 0 0,0 1 0,-1-1 0,1 0 0,-1 1 0,1-1 0,0 0 0,-1 1 0,1-1 0,-1 1 0,1-1 0,-1 1 0,0-1 0,1 1 0,-1-1 0,1 1 0,-1-1 0,0 1 0,0-1 0,1 1 0,-1 0 0,0-1 0,0 1 0,0 0 0,1-1 0,-1 1 0,0 0 0,0 0 0,1 16 0,1-1 0,-2 0 0,0 0 0,-1 0 0,-1 0 0,-1 1 0,-4 16 0,-1 8 0,-5 50 0,-14 74 0,46-263 0,26-42 0,-35 114 0,2 0 0,0 1 0,19-28 0,-30 52 0,-1-1 0,1 1 0,0 0 0,-1 0 0,1 0 0,0-1 0,0 1 0,0 0 0,0 0 0,0 0 0,0 0 0,0 1 0,1-1 0,-1 0 0,0 0 0,0 1 0,1-1 0,-1 1 0,0-1 0,1 1 0,-1-1 0,1 1 0,1 0 0,-2 0 0,1 1 0,-1 0 0,1 0 0,-1 0 0,0 0 0,0 0 0,0 0 0,1 0 0,-1 1 0,0-1 0,0 0 0,-1 0 0,1 1 0,0-1 0,0 1 0,-1-1 0,1 1 0,-1-1 0,1 1 0,-1-1 0,1 3 0,4 17 0,0 0 0,-2 0 0,2 31 0,-3 68 0,-2-97 0,0 9 0,1 11 0,-3 0 0,-8 62 0,6-139 0,2-184 0,-8-169 0,-88-421 0,95 784 0,6 26 0,5 14 0,26 70 0,-4 0 0,-4 2 0,-3 2 0,-5 0 0,9 114 0,-25-182 0,-1-16 0,-2-9 0,-6-48 0,-118-611 0,119 641 0,6 21 0,0 0 0,0 1 0,0-1 0,0 0 0,0 0 0,0 0 0,0 0 0,0 0 0,0 0 0,0 0 0,0 0 0,0 0 0,0 0 0,0 0 0,0 0 0,0 0 0,0 0 0,-1 0 0,1 0 0,0 0 0,0 0 0,0 0 0,0 0 0,0 0 0,0 0 0,0 0 0,0 0 0,0 0 0,0 0 0,0 0 0,0 0 0,0 0 0,0 0 0,0 0 0,0 0 0,-1 0 0,1 0 0,0-1 0,0 1 0,0 0 0,0 0 0,0 0 0,0 32 0,1-25 0,0 38 0,0 195 0,-3-210 0,-1 1 0,-2 0 0,-1-1 0,-2 0 0,-19 50 0,24-70 0,-1-1 0,-1 0 0,0 0 0,0 0 0,-1 0 0,0-1 0,-1 0 0,1 0 0,-1-1 0,-1 0 0,0 0 0,0-1 0,0 1 0,0-2 0,-15 8 0,21-12 0,0-1 0,1 1 0,-1 0 0,0-1 0,0 1 0,0-1 0,0 0 0,0 1 0,0-1 0,0 0 0,0 0 0,1 0 0,-1-1 0,0 1 0,0 0 0,0-1 0,0 1 0,0-1 0,0 0 0,-2-1 0,1 0 0,1 0 0,-1 0 0,1 0 0,0-1 0,0 1 0,0 0 0,0-1 0,1 0 0,-1 1 0,1-1 0,-3-5 0,-1-8 0,1 0 0,0 1 0,1-1 0,-1-17 0,3 23 0,-5-41 0,-6-46 0,1-117 0,11 204 0,2-26 0,-1 34 0,-1 0 0,0 0 0,1 0 0,-1-1 0,1 1 0,0 0 0,0 0 0,0 1 0,0-1 0,0 0 0,0 0 0,0 0 0,2-1 0,-2 2 0,-1 1 0,1 0 0,0 0 0,-1-1 0,1 1 0,-1 0 0,1 0 0,0 0 0,-1 0 0,1 0 0,0 0 0,-1 0 0,1 0 0,0 0 0,-1 0 0,1 0 0,0 0 0,-1 0 0,1 0 0,0 1 0,-1-1 0,1 0 0,0 1 0,-1-1 0,1 0 0,-1 1 0,1-1 0,-1 0 0,1 1 0,-1-1 0,1 1 0,-1-1 0,1 1 0,-1 0 0,0-1 0,1 1 0,-1-1 0,1 2 0,16 27 0,-15-26 0,24 51 0,25 78 0,-37-91 0,1-1 0,2 0 0,2-1 0,32 50 0,-48-85 0,1 1 0,-1 0 0,1-1 0,0 0 0,0 0 0,0 0 0,1 0 0,6 4 0,-10-8 0,1 1 0,-1-1 0,1 1 0,-1-1 0,1 1 0,-1-1 0,1 0 0,-1 0 0,1 0 0,0 0 0,-1 0 0,1 0 0,-1 0 0,1 0 0,0 0 0,-1-1 0,1 1 0,-1-1 0,1 1 0,-1-1 0,0 0 0,1 0 0,-1 1 0,1-1 0,-1 0 0,0 0 0,0 0 0,0-1 0,0 1 0,0 0 0,0 0 0,0 0 0,2-3 0,5-8 0,0-1 0,0 0 0,-2 0 0,10-25 0,17-64 0,-26 75 0,32-114 0,19-64 0,-41 154 0,47-95 0,-64 145 0,1 0 0,-1 0 0,1 0 0,-1 0 0,1 0 0,0 0 0,-1 0 0,1 0 0,0 0 0,0 0 0,0 0 0,0 0 0,-1 1 0,1-1 0,0 0 0,1 1 0,-1-1 0,1 0 0,-2 1 0,1 0 0,0 0 0,-1 0 0,1 0 0,0 1 0,-1-1 0,1 0 0,-1 0 0,1 1 0,-1-1 0,1 0 0,-1 0 0,1 1 0,-1-1 0,1 1 0,-1-1 0,1 0 0,-1 1 0,1-1 0,-1 1 0,0-1 0,1 1 0,-1-1 0,1 2 0,2 5 0,0 1 0,0-1 0,-1 1 0,2 8 0,-3-14 0,8 41 0,-2 1 0,3 65 0,-9 90 0,-1-132 0,-1 20 0,1-546 0,-1 169 0,11 589 0,-7-176 0,-5 275 0,-2-336 0,-2 0 0,-4-1 0,-2 0 0,-26 77 0,35-130 0,-14 37 0,15-42 0,1-1 0,0 1 0,-1-1 0,1 1 0,-1-1 0,0 0 0,1 0 0,-1 0 0,0 0 0,0 0 0,-1 0 0,-3 2 0,6-4 0,-1 1 0,0-1 0,0 0 0,0 0 0,0 0 0,0 0 0,0 0 0,0 0 0,0 0 0,1 0 0,-1 0 0,0 0 0,0 0 0,0-1 0,0 1 0,0 0 0,0-1 0,1 1 0,-1 0 0,0-1 0,0 1 0,1-1 0,-1 0 0,0 1 0,0-1 0,1 1 0,-1-1 0,1 0 0,-1 0 0,1 1 0,-1-1 0,0-1 0,-15-32 0,0-16 0,-14-83 0,13 50 0,-49-201 0,58 237 0,9 39 0,5 8 0,-1 4 0,0 1 0,-1-1 0,1 1 0,-1 0 0,0 1 0,0-1 0,0 1 0,4 9 0,1 1 0,42 73 0,-4 3 0,-3 1 0,41 135 0,-50-110 0,-5 0 0,21 183 0,-50-288 0,0-4 0,1-20 0,-2 3 0,7-50 0,2 1 0,2 0 0,3 0 0,39-97 0,-26 90 0,3 1 0,2 2 0,71-100 0,-94 148 0,29-36 0,-35 47 0,-1-1 0,0 1 0,1-1 0,0 1 0,-1 0 0,1 0 0,0 0 0,0 1 0,0-1 0,0 1 0,0-1 0,0 1 0,7-1 0,-9 2 0,-1 0 0,1 0 0,0 0 0,-1 0 0,1 0 0,0 0 0,0 0 0,-1 0 0,1 1 0,0-1 0,-1 0 0,1 1 0,0-1 0,-1 0 0,1 1 0,-1-1 0,1 1 0,-1-1 0,1 1 0,-1-1 0,1 1 0,-1-1 0,1 1 0,0 0 0,7 20 0,5 31 0,-2 1 0,6 106 0,-15-137 0,10 514 0,-12-523 0,-1-31 0,0-695 0,2 401 0,-2 261 0,-1 38 0,-2 13 0,-4 20 0,-71 248 0,-42 120 0,104-342 0,7-15 0,-2 0 0,-1-1 0,-2 0 0,-23 35 0,38-64 0,-1 0 0,0 0 0,1 0 0,-1 0 0,0 0 0,0 0 0,0 0 0,0 0 0,0 0 0,0 0 0,0-1 0,0 1 0,0 0 0,0-1 0,0 1 0,0 0 0,-1-1 0,0 1 0,1-2 0,0 1 0,0 0 0,0-1 0,0 1 0,1-1 0,-1 0 0,0 1 0,0-1 0,1 0 0,-1 1 0,0-1 0,1 0 0,-1 0 0,1 1 0,-1-1 0,1 0 0,-1 0 0,1 0 0,-1 0 0,1 0 0,0 0 0,0 0 0,0 0 0,-1-1 0,-5-24 0,2-1 0,0 0 0,2 1 0,1-51 0,1 32 0,3-509 0,-3 535 0,3-42 0,-3 57 0,1-1 0,0 0 0,0 0 0,0 0 0,0 0 0,1 1 0,0-1 0,3-6 0,-4 10 0,-1 1 0,0-1 0,1 1 0,-1-1 0,1 1 0,-1-1 0,1 1 0,-1-1 0,1 1 0,-1-1 0,1 1 0,-1-1 0,1 1 0,0 0 0,-1 0 0,1-1 0,0 1 0,-1 0 0,1 0 0,0-1 0,-1 1 0,1 0 0,0 0 0,-1 0 0,1 0 0,0 0 0,-1 0 0,1 0 0,0 0 0,-1 1 0,1-1 0,0 0 0,-1 0 0,1 0 0,0 1 0,-1-1 0,1 0 0,0 1 0,-1-1 0,1 1 0,-1-1 0,1 1 0,-1-1 0,1 1 0,3 3 0,-1 0 0,1 0 0,-1 0 0,0 0 0,2 6 0,8 13 0,-2 1 0,-1 0 0,13 46 0,11 82 0,-31-134 0,74 573-361,-53-1-1,-26-549 362,-1-46 0,-3-22 0,-44-247-3,-28-137-858,34 198 565,-42-201 180,21 3 250,60 375 7,2 0 0,2 0 0,2-43 0,0 73-141,0-1 0,0 1 0,1-1 0,0 1 0,3-10 0,-4 15 0,-1 0 0,0 1 0,1-1 0,-1 0 0,0 0 0,1 0 0,-1 1 0,1-1 0,0 0 0,-1 1 0,1-1 0,-1 0 0,1 1 0,0-1 0,0 1 0,-1-1 0,1 1 0,0-1 0,0 1 0,0 0 0,-1-1 0,1 1 0,0 0 0,0 0 0,0-1 0,0 1 0,0 0 0,0 0 0,-1 0 0,1 0 0,0 0 0,0 0 0,0 1 0,0-1 0,0 0 0,0 0 0,0 1 0,-1-1 0,1 0 0,0 1 0,0-1 0,0 1 0,-1-1 0,1 1 0,0-1 0,-1 1 0,1-1 0,0 2 0,10 9 132,-1 0-1,-1 0 1,0 1-1,-1 1 1,10 18-1,-14-24-48,54 99-118,-4 2 0,70 208-1,-71-142-180,36 216 1,-57-193 188,-8 2 0,-3 221 1,-22-369 26,0-42 0,0-13 0,-1-21 0,-2-124 172,6 0 0,7 1 0,6 0 0,7 0 0,68-240 0,-75 339-165,39-88 0,-51 131-7,1 0 0,-1-1 0,1 1 0,8-8 0,-12 13 0,0 1 0,1-1 0,-1 1 0,0-1 0,1 1 0,-1-1 0,0 1 0,1 0 0,-1-1 0,1 1 0,-1 0 0,1-1 0,-1 1 0,1 0 0,-1-1 0,1 1 0,-1 0 0,1 0 0,0 0 0,-1 0 0,1 0 0,-1-1 0,1 1 0,-1 0 0,1 0 0,0 0 0,-1 1 0,1-1 0,-1 0 0,1 0 0,-1 0 0,1 0 0,0 0 0,-1 1 0,1-1 0,-1 0 0,1 1 0,-1-1 0,1 0 0,-1 1 0,1-1 0,0 1 0,0 2 0,1-1 0,-1 1 0,1 0 0,-1-1 0,0 1 0,0 0 0,1 4 0,4 27 0,0 0 0,-2 0 0,-2 0 0,-2 37 0,0-20 0,0 92 0,-7-1 0,-44 254 0,32-316 0,18-78 0,0 1 0,0 0 0,0-1 0,0 1 0,0-1 0,0 1 0,-1-1 0,1 0 0,-3 3 0,3-5 0,1 1 0,0-1 0,0 0 0,-1 0 0,1 0 0,0 0 0,0 0 0,-1 1 0,1-1 0,0 0 0,-1 0 0,1 0 0,0 0 0,0 0 0,-1 0 0,1 0 0,0 0 0,-1 0 0,1 0 0,0 0 0,-1 0 0,1-1 0,0 1 0,0 0 0,-1 0 0,1 0 0,0 0 0,0 0 0,-1 0 0,1-1 0,0 1 0,0 0 0,-1 0 0,1 0 0,0-1 0,0 1 0,0 0 0,-1 0 0,1-1 0,0 1 0,0 0 0,0-1 0,-3-6 0,0 0 0,0 0 0,1-1 0,-2-13 0,-50-309 0,-22-593 0,74 1053 0,-5-1 0,-6 1 0,-41 177 0,46-270 0,-1-1 0,-2 0 0,-19 42 0,12-51 0,17-26 0,0 0 0,0 0 0,1-1 0,-1 1 0,0 0 0,0-1 0,0 1 0,0-1 0,0 1 0,0-1 0,0 1 0,0-1 0,0 0 0,0 1 0,0-1 0,-2 0 0,3 0 0,-1 0 0,0 0 0,0 0 0,0-1 0,0 1 0,1 0 0,-1 0 0,0-1 0,0 1 0,0-1 0,1 1 0,-1-1 0,0 1 0,1-1 0,-1 1 0,0-1 0,1 1 0,-1-1 0,0-1 0,-1-1 0,0 0 0,1 0 0,-1 0 0,1 0 0,-1-1 0,0-4 0,-5-29 0,2-1 0,1 1 0,2-1 0,3-46 0,0 40 0,-2-13 0,0 18 0,2 0 0,1 0 0,10-54 0,-10 88 0,-1-1 0,1 0 0,-1 1 0,2-1 0,-1 1 0,1-1 0,-1 1 0,1 0 0,1 0 0,-1 0 0,1 1 0,0-1 0,6-5 0,-7 8 0,0 1 0,0-1 0,0 1 0,0-1 0,0 1 0,0 0 0,0 0 0,0 0 0,1 1 0,-1-1 0,0 1 0,0 0 0,1 0 0,-1 0 0,0 0 0,0 0 0,1 1 0,-1 0 0,0-1 0,0 1 0,0 0 0,1 1 0,-1-1 0,-1 1 0,5 1 0,7 6 0,1 0 0,-2 1 0,1 0 0,-1 1 0,-1 1 0,21 25 0,-1 3 0,28 49 0,2 16 0,-5 3 0,-4 2 0,-5 3 0,-5 1 0,32 140 0,-39-75 0,-38-195 0,0 0 0,2-31 0,0 4 0,-8-768 0,8 696 0,0 90 0,0-8 0,6-57 0,-6 89 0,0-1 0,0 1 0,0 0 0,0 0 0,1 0 0,-1 0 0,0-1 0,1 1 0,-1 0 0,1 0 0,-1 0 0,1 0 0,-1 0 0,1 0 0,0 0 0,1-1 0,-2 2 0,1 0 0,-1 0 0,0 0 0,1 0 0,-1 0 0,1 1 0,-1-1 0,0 0 0,1 0 0,-1 0 0,1 0 0,-1 1 0,0-1 0,1 0 0,-1 0 0,0 1 0,1-1 0,-1 0 0,0 1 0,0-1 0,1 0 0,-1 1 0,0-1 0,0 0 0,0 1 0,1-1 0,-1 1 0,0 0 0,14 38 0,-6 8 0,-1-1 0,0 55 0,-7 96 0,0-171 0,-3 97 0,-22 142 0,20-246 0,4-37 0,26-325 0,-10 197 0,-6 50 0,47-686 0,-56 782 0,1-24 0,1 39 0,9 553 0,-12-394 0,1 11 0,-1-284 0,15-369 0,-13 450 0,5-33 0,-5 47 0,0 0 0,-1 0 0,2 1 0,-1-1 0,0 1 0,1-1 0,-1 1 0,1 0 0,4-6 0,-6 9 0,0 0 0,0-1 0,1 1 0,-1 0 0,0-1 0,1 1 0,-1 0 0,1 0 0,-1-1 0,0 1 0,1 0 0,-1 0 0,1 0 0,-1 0 0,1 0 0,-1-1 0,0 1 0,1 0 0,-1 0 0,1 0 0,-1 0 0,1 0 0,-1 0 0,1 0 0,-1 1 0,0-1 0,1 0 0,-1 0 0,1 0 0,-1 0 0,1 1 0,-1-1 0,0 0 0,1 0 0,-1 1 0,0-1 0,1 0 0,-1 0 0,0 1 0,1-1 0,-1 0 0,0 1 0,0-1 0,1 1 0,-1 0 0,6 9 0,0 0 0,-1 1 0,0 0 0,-1 0 0,0 0 0,2 12 0,-2-9 0,78 337 0,-70-275 0,-5 1 0,-2 134 0,-8-176 0,-1-1 0,-17 64 0,-30 63 0,6-22 0,23-63 0,22-75 0,-1-1 0,1 1 0,0 0 0,0-1 0,-1 1 0,1 0 0,0-1 0,-1 1 0,1 0 0,-1-1 0,1 1 0,0-1 0,-1 1 0,1-1 0,-1 1 0,0-1 0,1 1 0,-1-1 0,-1 1 0,2-1 0,0 0 0,-1 0 0,1 0 0,-1-1 0,1 1 0,0 0 0,-1 0 0,1 0 0,0-1 0,-1 1 0,1 0 0,0-1 0,-1 1 0,1 0 0,0-1 0,0 1 0,-1 0 0,1-1 0,0 1 0,0 0 0,0-1 0,0 1 0,-1-1 0,1 1 0,-8-34 0,-3-70 0,4-181 0,7 205 0,13-220 0,-8 268 0,-2 31 0,-1 7 0,2 13 0,-3 27 0,-1-1 0,-2 0 0,-3 0 0,-19 87 0,-68 175 0,53-185 0,33-102 163,4-13-354,1-1 0,-1 1 0,-1-1 0,1 0 0,-1 0 0,0 0 0,-6 8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15.061"/>
    </inkml:context>
    <inkml:brush xml:id="br0">
      <inkml:brushProperty name="width" value="0.2" units="cm"/>
      <inkml:brushProperty name="height" value="0.2" units="cm"/>
      <inkml:brushProperty name="color" value="#FFFFFF"/>
    </inkml:brush>
  </inkml:definitions>
  <inkml:trace contextRef="#ctx0" brushRef="#br0">202 4 24575,'-45'-2'0,"27"1"0,1 0 0,-1 1 0,0 2 0,-22 3 0,37-5 0,1 1 0,0-1 0,-1 1 0,1 0 0,0 0 0,0 0 0,0 0 0,0 0 0,0 0 0,0 1 0,0-1 0,0 1 0,0-1 0,0 1 0,1 0 0,-1 0 0,1 0 0,-1 0 0,1 0 0,0 0 0,0 0 0,0 0 0,0 0 0,0 0 0,-1 4 0,2-4 0,0 0 0,0 0 0,0 0 0,1 0 0,-1 0 0,0 0 0,1 0 0,0 0 0,-1 0 0,1 0 0,0 0 0,0-1 0,0 1 0,0 0 0,0 0 0,0-1 0,0 1 0,1-1 0,-1 1 0,1-1 0,-1 1 0,1-1 0,-1 0 0,1 0 0,0 0 0,0 0 0,0 0 0,-1 0 0,4 0 0,5 3 38,1-1-1,-1-1 1,0 0-1,1-1 0,-1 0 1,1 0-1,15-2 1,-11 1-593,1 1 0,20 2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17.780"/>
    </inkml:context>
    <inkml:brush xml:id="br0">
      <inkml:brushProperty name="width" value="0.2" units="cm"/>
      <inkml:brushProperty name="height" value="0.2" units="cm"/>
      <inkml:brushProperty name="color" value="#FFFFFF"/>
    </inkml:brush>
  </inkml:definitions>
  <inkml:trace contextRef="#ctx0" brushRef="#br0">57 964 24575,'0'6'0,"-1"1"0,0 0 0,-1 0 0,0-1 0,0 1 0,0-1 0,-1 1 0,1-1 0,-2 0 0,-6 11 0,10-17 0,0 1 0,-1-1 0,1 0 0,0 1 0,0-1 0,0 0 0,0 1 0,-1-1 0,1 0 0,0 0 0,0 1 0,-1-1 0,1 0 0,0 0 0,-1 1 0,1-1 0,0 0 0,-1 0 0,1 0 0,0 0 0,-1 1 0,1-1 0,0 0 0,-1 0 0,1 0 0,0 0 0,-1 0 0,1 0 0,0 0 0,-1 0 0,1 0 0,0 0 0,-1 0 0,1 0 0,-1 0 0,1 0 0,0 0 0,-1-1 0,1 1 0,-8-16 0,3-24 0,4 23 0,0-55 0,1 67 0,1-1 0,-1 0 0,1 1 0,0-1 0,1 1 0,0-1 0,-1 1 0,2 0 0,4-10 0,-7 14 0,1 0 0,-1 1 0,1-1 0,0 0 0,-1 0 0,1 0 0,0 1 0,0-1 0,-1 0 0,1 1 0,0-1 0,0 0 0,0 1 0,0-1 0,0 1 0,0 0 0,0-1 0,1 1 0,-1 0 0,-1 0 0,1 0 0,0 0 0,-1 0 0,1 0 0,0 0 0,-1 1 0,1-1 0,0 0 0,-1 1 0,1-1 0,-1 0 0,1 1 0,0-1 0,-1 1 0,1-1 0,-1 1 0,1-1 0,-1 1 0,1 0 0,2 4 0,0 0 0,0 0 0,0 1 0,3 10 0,-3-7 0,-3-9 0,1 1 0,-1-1 0,0 1 0,0-1 0,0 1 0,0-1 0,0 0 0,0 1 0,1-1 0,-1 0 0,0 1 0,0-1 0,1 1 0,-1-1 0,0 0 0,1 1 0,-1-1 0,0 0 0,1 0 0,-1 1 0,0-1 0,1 0 0,-1 0 0,0 0 0,1 1 0,-1-1 0,1 0 0,-1 0 0,1 0 0,-1 0 0,0 0 0,1 0 0,-1 0 0,1 0 0,-1 0 0,1 0 0,-1 0 0,0 0 0,1 0 0,-1 0 0,1 0 0,-1 0 0,1-1 0,-1 1 0,0 0 0,1 0 0,0-1 0,16-18 0,-16 18 0,58-78 0,91-109 0,-96 134 0,64-52 0,-117 105 0,0 0 0,0 0 0,0 0 0,1 0 0,-1 0 0,0 0 0,1 0 0,-1 0 0,1 0 0,-1 1 0,0-1 0,1 0 0,0 1 0,-1 0 0,1-1 0,-1 1 0,1 0 0,-1 0 0,1 0 0,0 0 0,-1 0 0,4 0 0,-4 2 0,1-1 0,-1 0 0,0 1 0,1-1 0,-1 1 0,0-1 0,0 1 0,0 0 0,0-1 0,0 1 0,-1 0 0,1 0 0,0 0 0,-1-1 0,0 1 0,1 0 0,-1 0 0,0 0 0,0 3 0,1 15 0,0 1 0,-1-1 0,-2 1 0,0-1 0,-5 24 0,-4 0 0,-19 54 0,29-97 0,-3 13 0,-1 0 0,-1 0 0,0-1 0,-1 0 0,0 0 0,-15 19 0,22-31 0,-1 1 0,0-1 0,0 0 0,0-1 0,0 1 0,0 0 0,0 0 0,0 0 0,-1-1 0,1 1 0,0 0 0,0-1 0,0 1 0,-3 0 0,3-1 0,0-1 0,0 1 0,0 0 0,0 0 0,0-1 0,0 1 0,0 0 0,0-1 0,0 1 0,0-1 0,0 1 0,1-1 0,-1 0 0,0 1 0,0-1 0,0 0 0,1 0 0,-1 1 0,1-1 0,-1 0 0,0 0 0,0-2 0,-9-16 0,0 0 0,1-1 0,-12-41 0,16 44 0,-85-318 0,22-3 0,58 288 0,6 43 0,2 11 0,-2 27 0,2 0 0,3 61 0,1-32 0,0 43 0,-3 143 0,-2-196 0,-1-1 0,-22 92 0,24-133 0,-1 2 0,1-1 0,-2 1 0,-7 17 0,11-27 0,0 0 0,0 0 0,0 0 0,0 0 0,0 0 0,-1 0 0,1-1 0,0 1 0,0 0 0,0 0 0,0 0 0,0 0 0,0 0 0,0 0 0,0 0 0,0 0 0,-1-1 0,1 1 0,0 0 0,0 0 0,0 0 0,0 0 0,0 0 0,0 0 0,-1 0 0,1 0 0,0 0 0,0 0 0,0 0 0,0 0 0,0 0 0,0 0 0,-1 0 0,1 0 0,0 0 0,0 0 0,0 0 0,0 0 0,0 0 0,0 0 0,-1 0 0,1 0 0,0 0 0,0 0 0,0 1 0,0-1 0,0 0 0,0 0 0,0 0 0,-1 0 0,4-18 0,4-2 0,1-1 0,1 2 0,1-1 0,15-20 0,56-72 0,35-26 0,-88 108 0,1 1 0,46-33 0,-73 60 0,0 0 0,1 0 0,-1 1 0,1-1 0,-1 1 0,1 0 0,-1 0 0,1 0 0,0 0 0,-1 0 0,1 0 0,5 0 0,-7 2 0,0-1 0,1 0 0,-1 1 0,0-1 0,0 1 0,0-1 0,1 1 0,-1 0 0,0-1 0,0 1 0,0 0 0,0 0 0,0 0 0,0 0 0,-1 0 0,1 0 0,0 0 0,0 0 0,-1 0 0,1 0 0,-1 1 0,1-1 0,-1 0 0,1 0 0,-1 1 0,0-1 0,1 0 0,-1 3 0,4 23 0,0 0 0,-2 0 0,-1 0 0,-4 43 0,1-24 0,-4 126 0,5-163 0,1-20 0,0-29 0,5-12 0,1 0 0,3 1 0,2 0 0,2 0 0,2 1 0,3 1 0,1 0 0,30-51 0,-45 94 0,0-3 0,0 1 0,0 0 0,1 0 0,0 0 0,1 1 0,0-1 0,0 1 0,10-8 0,-15 14 0,0 1 0,0-1 0,-1 1 0,1-1 0,0 1 0,0 0 0,0-1 0,0 1 0,0 0 0,0 0 0,0-1 0,0 1 0,-1 0 0,1 0 0,0 0 0,0 0 0,0 0 0,0 1 0,0-1 0,0 0 0,0 0 0,0 1 0,0-1 0,0 0 0,-1 1 0,1-1 0,0 1 0,1 0 0,0 1 0,0 0 0,0 0 0,0 1 0,0-1 0,0 0 0,-1 1 0,1-1 0,1 5 0,3 8 0,-1 0 0,0 1 0,-1 0 0,0 0 0,1 22 0,1 87 0,-5-103 0,-5 324-1365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22.054"/>
    </inkml:context>
    <inkml:brush xml:id="br0">
      <inkml:brushProperty name="width" value="0.2" units="cm"/>
      <inkml:brushProperty name="height" value="0.2" units="cm"/>
      <inkml:brushProperty name="color" value="#FFFFFF"/>
    </inkml:brush>
  </inkml:definitions>
  <inkml:trace contextRef="#ctx0" brushRef="#br0">164 148 24575,'-2'1'0,"0"0"0,0 0 0,1 0 0,-1 0 0,0 0 0,0 0 0,1 0 0,-1 1 0,1-1 0,-1 1 0,-1 2 0,-6 5 0,-26 15 0,25-18 0,0 1 0,1 0 0,-15 14 0,21-18 0,0 0 0,1 0 0,0 1 0,-1-1 0,1 1 0,1-1 0,-1 1 0,0 0 0,1 0 0,0 0 0,0 0 0,0 0 0,0 0 0,0 7 0,1-8 0,-1-1 0,1 1 0,0-1 0,0 1 0,1 0 0,-1-1 0,1 1 0,-1-1 0,1 1 0,0-1 0,-1 1 0,2-1 0,-1 1 0,2 3 0,0-4 0,-1 1 0,1-1 0,0 0 0,-1 0 0,1-1 0,0 1 0,0 0 0,0-1 0,0 0 0,1 0 0,4 1 0,255 63 0,-190-52 0,67 13 0,-168-23 0,-24 0 0,-310-4 0,353 1 0,-1 1 0,1 1 0,-1 0 0,-10 3 0,-24 5 0,482-17 0,-264 8 0,-110 1 0,44-2 0,-90-1 0,0 0 0,-1-2 0,33-8 0,-46 10 0,-1 0 0,0 0 0,0-1 0,0 1 0,0-1 0,0 0 0,0 0 0,0 0 0,-1 0 0,1-1 0,-1 1 0,1-1 0,-1 1 0,0-1 0,0 0 0,0 0 0,0 0 0,-1 0 0,1 0 0,-1 0 0,0 0 0,0 0 0,0-1 0,0 1 0,-1 0 0,1-1 0,-1 1 0,0-1 0,0-6 0,-2-8 0,0 0 0,-1 0 0,-1 0 0,-9-25 0,5 15 0,-10-83 0,16 103 0,-1-1 0,1 1 0,-2 0 0,1 0 0,-1 1 0,-1-1 0,1 1 0,-1 0 0,0 0 0,-1 0 0,1 1 0,-13-10 0,14 12 0,0 1 0,0 1 0,-1-1 0,1 0 0,-1 1 0,1 0 0,-1 0 0,0 0 0,0 1 0,0 0 0,0 0 0,0 0 0,0 0 0,0 1 0,0 0 0,0 0 0,0 0 0,0 1 0,0 0 0,0-1 0,0 2 0,-6 1 0,-36 17 0,2 2 0,-67 43 0,66-37 0,-93 43 0,110-59 0,13-5 0,0 0 0,0-2 0,-1 0 0,1 0 0,-23 2 0,10-2 0,16 0 0,13-5 0,0 0 0,0 0 0,0 0 0,0 1 0,-1-1 0,1 0 0,0 0 0,0 0 0,0 1 0,0-1 0,0 0 0,0 0 0,0 0 0,0 0 0,0 1 0,0-1 0,0 0 0,0 0 0,0 0 0,0 1 0,0-1 0,0 0 0,0 0 0,0 0 0,1 0 0,-1 1 0,0-1 0,0 0 0,0 0 0,0 0 0,0 0 0,0 1 0,0-1 0,1 0 0,-1 0 0,0 0 0,0 0 0,0 0 0,0 0 0,1 0 0,-1 1 0,0-1 0,0 0 0,0 0 0,0 0 0,1 0 0,-1 0 0,0 0 0,0 0 0,1 0 0,11 5 0,0-1 0,1 0 0,-1-1 0,1 0 0,21 1 0,6 2 0,-17-2 8,130 23-695,189 11 1,-307-37-6140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30.361"/>
    </inkml:context>
    <inkml:brush xml:id="br0">
      <inkml:brushProperty name="width" value="0.2" units="cm"/>
      <inkml:brushProperty name="height" value="0.2" units="cm"/>
      <inkml:brushProperty name="color" value="#FFFFFF"/>
    </inkml:brush>
  </inkml:definitions>
  <inkml:trace contextRef="#ctx0" brushRef="#br0">38 736 24575,'1'0'0,"0"0"0,1 1 0,-1-1 0,0 0 0,0 1 0,0 0 0,0-1 0,0 1 0,1-1 0,-1 1 0,0 0 0,0 0 0,-1 0 0,1 0 0,0-1 0,0 1 0,0 0 0,-1 0 0,1 1 0,0-1 0,-1 0 0,1 0 0,-1 0 0,1 0 0,-1 0 0,0 1 0,1-1 0,-1 0 0,0 0 0,0 2 0,4 42 0,-4-42 0,-1 7 0,0 1 0,0 0 0,-1 0 0,-1-1 0,0 0 0,-7 19 0,1-9 0,-1 0 0,-15 22 0,57-107 0,37-35 0,-69 99 0,1 0 0,0 0 0,-1 0 0,1 0 0,0 0 0,0 0 0,0 1 0,0-1 0,0 0 0,0 0 0,0 1 0,0-1 0,0 1 0,0-1 0,0 1 0,0-1 0,0 1 0,0 0 0,1-1 0,-1 1 0,0 0 0,0 0 0,0 0 0,2 0 0,-1 1 0,0-1 0,0 1 0,0 0 0,0 0 0,-1 0 0,1 0 0,0 0 0,-1 0 0,1 0 0,0 1 0,-1-1 0,1 1 0,0 1 0,6 7 0,-1 0 0,0 0 0,8 20 0,-14-28 0,10 25 0,-1 2 0,-1-1 0,-2 1 0,-1 0 0,3 38 0,-6-48 0,0-6 0,-2-30 0,-10-546 0,8 547 0,0 18 0,3 23 0,6 100 0,-8 136 0,-4-234 0,1-20 0,-1-19 0,-103-482 0,86 414 0,13 48 0,10 46 0,15 55 0,59 265 0,-46-193 0,-2 24 0,-21-119 0,-3-30 0,-3-16 0,-1 0 0,0 1 0,0-1 0,0 0 0,0 0 0,0 0 0,0 1 0,1-1 0,-1 0 0,0 0 0,0 0 0,0 1 0,0-1 0,1 0 0,-1 0 0,0 0 0,0 0 0,1 0 0,-1 0 0,0 0 0,0 1 0,0-1 0,1 0 0,-1 0 0,0 0 0,0 0 0,1 0 0,-1 0 0,0 0 0,1 0 0,0-1 0,1-1 0,0 1 0,-1 0 0,1-1 0,-1 1 0,0-1 0,1 1 0,-1-1 0,0 0 0,0 1 0,0-1 0,1-2 0,47-88 0,-11 21 0,79-113 0,-115 181 0,2-2 0,0-1 0,1 1 0,0 0 0,9-8 0,-14 13 0,1-1 0,0 0 0,-1 1 0,1-1 0,0 1 0,-1 0 0,1-1 0,0 1 0,0 0 0,0-1 0,-1 1 0,1 0 0,0 0 0,0 0 0,0 0 0,0 0 0,0 0 0,-1 0 0,1 0 0,0 0 0,0 0 0,0 0 0,0 0 0,-1 1 0,1-1 0,0 0 0,0 0 0,0 1 0,-1-1 0,1 1 0,0-1 0,-1 1 0,1-1 0,0 1 0,-1-1 0,1 1 0,0 0 0,-1-1 0,1 1 0,-1 0 0,0 0 0,1-1 0,-1 1 0,1 0 0,-1 0 0,0-1 0,1 2 0,3 12 0,0 0 0,-1 0 0,0 0 0,-1 1 0,-1-1 0,0 1 0,-2 17 0,1-10 0,0 21 0,-1 0 0,-3 0 0,-14 70 0,12-92 0,1 1 0,-2-1 0,-1-1 0,-1 0 0,0 0 0,-2 0 0,0-2 0,-28 36 0,38-52 0,0 0 0,-1 0 0,0-1 0,1 1 0,-1 0 0,0-1 0,0 1 0,0-1 0,0 0 0,0 1 0,0-1 0,-1 0 0,1 0 0,0-1 0,0 1 0,-1 0 0,1-1 0,-5 1 0,5-1 0,1-1 0,-1 1 0,1-1 0,-1 0 0,0 0 0,1 0 0,0 0 0,-1 0 0,1 0 0,0 0 0,-1 0 0,1 0 0,0 0 0,0-1 0,0 1 0,0-1 0,0 1 0,0-1 0,0 1 0,1-1 0,-1 1 0,0-1 0,1 1 0,0-1 0,-1 0 0,1 0 0,0-1 0,-4-13 0,2 0 0,0 0 0,1 0 0,1 0 0,0 0 0,1 0 0,0 0 0,7-25 0,-3 20 0,1 1 0,1 0 0,1 0 0,1 1 0,1 0 0,11-18 0,-20 36 0,16-20 0,-17 21 0,1-1 0,-1 1 0,0 0 0,1-1 0,-1 1 0,0 0 0,1 0 0,-1-1 0,0 1 0,1 0 0,-1 0 0,1 0 0,-1-1 0,1 1 0,-1 0 0,0 0 0,1 0 0,-1 0 0,1 0 0,-1 0 0,1 0 0,-1 0 0,1 0 0,-1 0 0,0 0 0,1 0 0,-1 0 0,1 0 0,-1 1 0,1-1 0,-1 0 0,0 0 0,1 0 0,-1 1 0,1-1 0,-1 0 0,0 0 0,1 1 0,-1-1 0,0 0 0,1 1 0,-1-1 0,0 0 0,0 1 0,1-1 0,-1 1 0,0-1 0,0 0 0,0 1 0,0-1 0,1 1 0,-1-1 0,0 1 0,0-1 0,0 1 0,2 9 0,0 1 0,0-1 0,-1 0 0,-1 1 0,0-1 0,0 1 0,-1-1 0,0 0 0,-1 1 0,-3 13 0,-5 11 0,-24 55 0,34-89 0,-7 16 0,0 0 0,-1 0 0,0-1 0,-2 0 0,0-1 0,-17 21 0,26-35 0,0 1 0,0-1 0,1-1 0,-1 1 0,0 0 0,0 0 0,0 0 0,0 0 0,0-1 0,0 1 0,0 0 0,-1-1 0,1 1 0,0-1 0,0 1 0,0-1 0,-1 0 0,1 1 0,0-1 0,0 0 0,-1 0 0,1 0 0,0 0 0,-1 0 0,1 0 0,0 0 0,0-1 0,-1 1 0,1 0 0,0-1 0,0 1 0,0-1 0,-1 1 0,1-1 0,0 1 0,0-1 0,0 0 0,0 0 0,0 1 0,0-1 0,0 0 0,0 0 0,1 0 0,-1 0 0,-1-2 0,-2-4 0,-1-1 0,1 0 0,0 0 0,1 0 0,-4-14 0,-7-32 0,2 0 0,3-1 0,-4-92 0,20-170 0,-1 249 0,2 1 0,4 0 0,3 1 0,2 0 0,3 2 0,47-102 0,-60 152 0,0 1 0,1-1 0,0 2 0,16-20 0,-23 31 0,0 0 0,-1 0 0,1 0 0,0 0 0,0 1 0,0-1 0,0 0 0,0 1 0,0-1 0,0 0 0,0 1 0,0-1 0,0 1 0,0 0 0,0-1 0,2 1 0,-3 0 0,1 0 0,-1 0 0,1 0 0,-1 1 0,1-1 0,-1 0 0,1 0 0,-1 0 0,1 1 0,-1-1 0,1 0 0,-1 1 0,1-1 0,-1 0 0,1 1 0,-1-1 0,0 1 0,1-1 0,-1 0 0,0 1 0,1-1 0,-1 1 0,0 0 0,2 4 0,0 0 0,-1 0 0,0 0 0,0 0 0,1 8 0,0 29 0,-1 1 0,-3-1 0,-1 0 0,-2-1 0,-2 1 0,-1-1 0,-3 0 0,-1-1 0,-2 0 0,-35 71 0,45-104 0,-27 43 0,30-47 0,-1 0 0,0-1 0,0 0 0,-1 1 0,1-1 0,0 0 0,-1 0 0,1 0 0,-1 0 0,0-1 0,1 1 0,-1-1 0,0 0 0,0 1 0,-4 0 0,6-2 0,-1 0 0,1 0 0,0-1 0,-1 1 0,1 0 0,-1 0 0,1-1 0,-1 1 0,1-1 0,-1 1 0,1-1 0,0 0 0,-1 1 0,1-1 0,0 0 0,0 0 0,0 0 0,0 0 0,0 0 0,0 0 0,0 0 0,0 0 0,0-1 0,0 1 0,0 0 0,1 0 0,-1-1 0,0 1 0,0-2 0,-2-6 0,0 1 0,0-1 0,-1-12 0,3 19 0,-4-24 0,2 0 0,0 0 0,1-1 0,2 1 0,1-1 0,6-34 0,-5 47 0,1-1 0,0 2 0,1-1 0,1 0 0,0 1 0,1 0 0,1 0 0,0 1 0,0 0 0,1 0 0,1 0 0,0 1 0,13-12 0,-18 19 0,0 0 0,0 1 0,1 0 0,-1 0 0,1 0 0,0 1 0,0-1 0,0 1 0,0 0 0,10-2 0,-12 4 0,1-1 0,-1 1 0,1 0 0,0 0 0,-1 0 0,1 1 0,0-1 0,-1 1 0,1 0 0,-1 0 0,1 0 0,-1 0 0,0 1 0,0-1 0,1 1 0,-1 0 0,4 3 0,3 4 0,0 0 0,-1 1 0,0 1 0,0-1 0,-1 1 0,0 1 0,-1 0 0,0 0 0,-1 0 0,-1 0 0,0 1 0,6 24 0,0 9 0,-2 1 0,4 64 0,-9-54 0,-2 0 0,-2 0 0,-3 0 0,-19 104 0,14-139 0,5-24 0,1-13 0,0-35 0,11-89 0,-5 85 0,25-205 0,-16 188 0,33-112 0,-43 174 0,0 0 0,0 1 0,8-13 0,-11 20 0,1 0 0,-1 0 0,0 1 0,1-1 0,-1 0 0,1 1 0,-1-1 0,1 0 0,-1 1 0,1-1 0,0 1 0,-1-1 0,1 0 0,0 1 0,-1 0 0,1-1 0,0 1 0,-1-1 0,1 1 0,0 0 0,0 0 0,0-1 0,-1 1 0,1 0 0,0 0 0,0 0 0,0 0 0,0 0 0,-1 0 0,1 0 0,1 0 0,0 1 0,0 0 0,-1 0 0,1 1 0,-1-1 0,1 0 0,-1 0 0,0 1 0,0-1 0,0 1 0,1-1 0,-1 1 0,1 3 0,4 8 0,0 1 0,0 0 0,-2 1 0,0-1 0,0 1 0,1 18 0,4 96 0,-8-106 0,2 34 0,-3 0 0,-12 99 0,6-126 0,6-30 0,0 0 0,-1-1 0,1 1 0,0 0 0,0 0 0,0 0 0,0 0 0,0 0 0,0-1 0,0 1 0,0 0 0,0 0 0,0 0 0,0 0 0,-1 0 0,1 0 0,0 0 0,0 0 0,0-1 0,0 1 0,0 0 0,-1 0 0,1 0 0,0 0 0,0 0 0,0 0 0,0 0 0,0 0 0,-1 0 0,1 0 0,0 0 0,0 0 0,0 0 0,0 0 0,0 0 0,-1 0 0,1 0 0,0 0 0,0 0 0,0 0 0,0 0 0,0 0 0,-1 1 0,1-1 0,0 0 0,0 0 0,0 0 0,0 0 0,0 0 0,0 0 0,0 0 0,-1 0 0,1 1 0,0-1 0,-3-19 0,-1-52 0,3 0 0,4-1 0,2 1 0,16-74 0,-14 109 0,18-56 0,-19 76 0,1 0 0,0 0 0,1 0 0,0 1 0,16-20 0,-22 32 0,0 0 0,1 0 0,-1 1 0,1-1 0,-1 1 0,1-1 0,0 1 0,0 0 0,0 0 0,0 0 0,0 1 0,1-1 0,4-1 0,-6 3 0,0 0 0,0 0 0,-1 0 0,1 0 0,0 0 0,0 0 0,0 1 0,-1-1 0,1 0 0,0 1 0,-1 0 0,1-1 0,0 1 0,-1 0 0,1 0 0,-1 0 0,1 0 0,-1 0 0,1 0 0,-1 0 0,0 1 0,0-1 0,0 0 0,1 1 0,-1-1 0,0 1 0,-1-1 0,2 4 0,7 12 0,-2 1 0,0 0 0,-1 1 0,-1-1 0,0 1 0,1 22 0,0-10 0,9 55 0,5 121 0,-18-156 0,-3 1 0,-2-1 0,-17 88 0,9-96 0,11-43 0,0 1 0,-1-1 0,1 1 0,0-1 0,0 1 0,0 0 0,0-1 0,0 1 0,-1-1 0,1 1 0,0-1 0,0 1 0,-1-1 0,1 1 0,0-1 0,-1 1 0,1-1 0,-1 0 0,1 1 0,-1-1 0,1 0 0,-1 1 0,1-1 0,0 0 0,-1 1 0,0-1 0,1 0 0,-1 0 0,1 0 0,-1 0 0,1 1 0,-1-1 0,1 0 0,-1 0 0,0 0 0,1 0 0,-1 0 0,1 0 0,-1 0 0,1-1 0,-2 1 0,1-1 0,-1-1 0,0 1 0,1-1 0,-1 0 0,1 1 0,0-1 0,0 0 0,-1 0 0,1 0 0,-1-3 0,-8-22 0,0 0 0,2-1 0,1 0 0,2 0 0,-4-35 0,5 29 0,-72-488 0,67 453 0,8 41 0,1 28 0,0 0 0,0 0 0,0 0 0,0 0 0,0 0 0,0 0 0,0 0 0,0 0 0,0 0 0,0 0 0,1 0 0,-1 0 0,0-1 0,0 1 0,0 0 0,0 0 0,0 0 0,0 0 0,0 0 0,0 0 0,0 0 0,0 0 0,1 0 0,-1 0 0,0 0 0,0 0 0,0 0 0,0 0 0,0 0 0,0 0 0,0 0 0,0 0 0,0 0 0,0 0 0,1 0 0,-1 0 0,0 0 0,0 1 0,0-1 0,0 0 0,0 0 0,0 0 0,0 0 0,0 0 0,0 0 0,0 0 0,0 0 0,0 0 0,0 0 0,1 0 0,-1 0 0,0 0 0,0 1 0,0-1 0,0 0 0,0 0 0,0 0 0,0 0 0,0 0 0,8 15 0,27 77 0,42 173 0,-56-182 0,157 706 0,-171-752 0,-4-14 0,1-1 0,2 0 0,12 35 0,-18-56 0,0 0 0,0-1 0,1 1 0,-1 0 0,0 0 0,0-1 0,1 1 0,-1 0 0,0-1 0,1 1 0,-1 0 0,1-1 0,-1 1 0,1 0 0,-1-1 0,1 1 0,-1-1 0,1 1 0,0-1 0,-1 1 0,1-1 0,0 0 0,-1 1 0,1-1 0,0 0 0,0 1 0,-1-1 0,1 0 0,0 0 0,0 0 0,1 0 0,-1-1 0,0 1 0,0-1 0,0 0 0,0 0 0,1-1 0,-1 1 0,-1 0 0,1 0 0,0 0 0,0-1 0,0 1 0,-1 0 0,1-1 0,0-1 0,9-24 0,0-1 0,-2 0 0,4-31 0,3-8 0,-1 8 0,38-144 0,-33 142 0,32-73 0,-45 120 0,1 0 0,1 1 0,10-15 0,-17 26 0,0 1 0,0-1 0,1 0 0,-1 1 0,0-1 0,1 1 0,0-1 0,-1 1 0,1 0 0,0 0 0,-1 0 0,1 0 0,0 0 0,0 0 0,0 0 0,2 0 0,-2 1 0,-1 0 0,0 0 0,0 0 0,0 1 0,0-1 0,0 0 0,0 0 0,0 1 0,0-1 0,0 1 0,0-1 0,-1 1 0,1-1 0,0 1 0,0-1 0,0 1 0,0 0 0,-1 0 0,1-1 0,0 1 0,-1 0 0,2 1 0,1 5 0,1-1 0,-1 1 0,-1 0 0,1-1 0,-1 1 0,0 0 0,1 10 0,1 20 0,-1 1 0,-1 0 0,-3 0 0,-6 52 0,-35 154 0,33-200 0,-49 289 0,56-395 0,3-21 0,12-568 0,39 7 0,-45 588 0,-8 49 0,-3 12 0,-5 17 0,-35 95 0,-5-2 0,-5-3 0,-97 150 0,142-248 0,5-6 0,0-2 0,0 1 0,-1 0 0,1-1 0,-1 0 0,-1 0 0,1-1 0,-1 1 0,-7 4 0,13-10 0,-1 1 0,0-1 0,1 0 0,-1 0 0,0 1 0,1-1 0,-1 0 0,1 0 0,-1 0 0,0 0 0,1 0 0,-1 0 0,0 0 0,1 0 0,-1 0 0,0 0 0,1 0 0,-1 0 0,0 0 0,1-1 0,-1 1 0,0 0 0,1 0 0,-1-1 0,1 1 0,-1 0 0,1-1 0,-1 1 0,1-1 0,-1 1 0,1-1 0,-1 1 0,1-1 0,-1 1 0,1-1 0,0 1 0,-1-2 0,-8-25 0,4-12 0,1-1 0,2 0 0,5-56 0,-1 36 0,-1-22 0,10-158 0,-6 216 0,-5 24 0,0 0 0,0 0 0,0 0 0,1 0 0,-1 0 0,0 1 0,0-1 0,0 0 0,0 0 0,0 0 0,0 0 0,0 0 0,0 0 0,0 0 0,0 1 0,0-1 0,1 0 0,-1 0 0,0 0 0,0 0 0,0 0 0,0 0 0,0 0 0,0 0 0,1 0 0,-1 0 0,0 0 0,0 0 0,0 0 0,0 0 0,0 0 0,0 0 0,1 0 0,-1 0 0,0 0 0,0 0 0,0 0 0,0 0 0,0 0 0,1 0 0,-1 0 0,0 0 0,0 0 0,0 0 0,0 0 0,0 0 0,0 0 0,1 0 0,-1 0 0,0-1 0,0 1 0,0 0 0,0 0 0,0 0 0,0 0 0,0 0 0,0 0 0,0 0 0,0-1 0,0 1 0,1 0 0,-1 0 0,0 0 0,0 0 0,0 0 0,0-1 0,3 10 0,0 0 0,0 0 0,-1 1 0,0-1 0,2 19 0,-3-15 0,20 328 0,-8-77 0,-5-210 0,-8-53 0,0 0 0,0-1 0,0 1 0,0 0 0,0-1 0,0 1 0,0 0 0,1 0 0,-1-1 0,0 1 0,1 0 0,-1-1 0,0 1 0,1 0 0,-1-1 0,1 1 0,-1-1 0,1 1 0,-1 0 0,1-1 0,-1 1 0,1-1 0,0 0 0,-1 1 0,1-1 0,1 1 0,-2-1 0,1-1 0,0 1 0,0-1 0,0 1 0,0-1 0,0 0 0,-1 1 0,1-1 0,0 0 0,-1 1 0,1-1 0,0 0 0,-1 0 0,1 0 0,-1 0 0,1 1 0,0-3 0,8-15 0,-1-2 0,-1 1 0,8-29 0,1-7 0,4-1 0,39-78 0,-47 112 0,0 0 0,1 1 0,2 0 0,0 2 0,1-1 0,22-19 0,-35 36 0,1 0 0,0 0 0,0 0 0,0 0 0,0 1 0,0-1 0,0 1 0,1 0 0,-1 1 0,7-3 0,-9 4 0,0 0 0,1 0 0,-1 0 0,0 0 0,0 0 0,0 0 0,0 0 0,0 1 0,0-1 0,1 1 0,-1 0 0,0-1 0,0 1 0,0 0 0,-1 0 0,1 1 0,0-1 0,0 0 0,-1 0 0,1 1 0,0-1 0,-1 1 0,1-1 0,1 4 0,2 3 0,0 0 0,0 0 0,-1 0 0,0 1 0,-1-1 0,5 19 0,8 58 0,-12-61 0,15 160 0,-6-42 0,-12-140 0,-1 1 0,0-1 0,0 0 0,1 0 0,-1 0 0,1 0 0,0 0 0,0 0 0,1 3 0,-1-5 0,-1 0 0,0 1 0,0-1 0,0 0 0,1 0 0,-1 0 0,0 0 0,0 0 0,0 0 0,1 0 0,-1 0 0,0 0 0,0 0 0,1 0 0,-1 0 0,0 0 0,0 0 0,1 0 0,-1 0 0,0 0 0,0 0 0,0 0 0,1 0 0,-1 0 0,0 0 0,0 0 0,1 0 0,-1-1 0,0 1 0,0 0 0,0 0 0,0 0 0,1 0 0,-1 0 0,0-1 0,0 1 0,0 0 0,0 0 0,1 0 0,-1-1 0,0 1 0,0 0 0,0 0 0,0-1 0,4-6 0,-1 0 0,0 0 0,4-12 0,39-140 0,-13 43 0,48-111 0,-79 223 0,0-2 0,1-1 0,-1 1 0,1 0 0,1 1 0,-1-1 0,1 0 0,0 1 0,0 0 0,7-6 0,-11 10 0,0 1 0,1-1 0,-1 1 0,1 0 0,-1-1 0,1 1 0,-1 0 0,1 0 0,-1-1 0,1 1 0,-1 0 0,1 0 0,0 0 0,-1 0 0,1-1 0,-1 1 0,1 0 0,-1 0 0,1 0 0,0 0 0,-1 0 0,1 1 0,-1-1 0,1 0 0,-1 0 0,1 0 0,0 0 0,-1 1 0,1-1 0,-1 0 0,1 1 0,-1-1 0,1 1 0,1 1 0,-1-1 0,0 1 0,0 0 0,0 0 0,0 0 0,0-1 0,0 1 0,0 0 0,0 3 0,4 19 0,-1 1 0,-1-1 0,-1 1 0,-2 45 0,0-37 0,-4 136 0,-30 193 0,30-342 0,2-19 0,1-5 0,0-35 0,7-31 0,21-105 0,34-71 0,-58 233 0,48-155 0,-38 131 0,1 1 0,27-48 0,-39 80 0,17-25 0,-18 28 0,0 0 0,0 0 0,0 0 0,-1 0 0,1 0 0,0 0 0,0 0 0,0 0 0,1 0 0,-1 1 0,0-1 0,0 0 0,0 1 0,0-1 0,1 1 0,-1-1 0,0 1 0,0 0 0,3-1 0,-3 1 0,0 1 0,-1-1 0,1 0 0,0 1 0,0-1 0,-1 1 0,1-1 0,0 1 0,-1-1 0,1 1 0,0 0 0,-1-1 0,1 1 0,-1 0 0,1-1 0,-1 1 0,0 0 0,1 0 0,-1 0 0,0-1 0,1 1 0,-1 0 0,0 1 0,4 15 0,-1 0 0,0 0 0,-2 0 0,0 29 0,-1-39 0,-1 110 0,-6 0 0,-4-1 0,-6 0 0,-4-1 0,-61 185 0,77-283 0,-1-2 0,-9 17 0,14-31 0,1 1 0,-1-1 0,0 0 0,0 0 0,0 0 0,0 0 0,0 1 0,0-1 0,0 0 0,0-1 0,-2 2 0,3-1 0,0-1 0,-1 0 0,1 0 0,0 0 0,-1 0 0,1 0 0,0 0 0,0 0 0,-1 0 0,1 0 0,0 0 0,-1 0 0,1 0 0,0 0 0,-1 0 0,1 0 0,0 0 0,-1-1 0,1 1 0,0 0 0,0 0 0,-1 0 0,1 0 0,0-1 0,0 1 0,-1 0 0,1 0 0,0 0 0,0-1 0,-1 1 0,0-3 0,-1-1 0,1 1 0,-1 0 0,1 0 0,0 0 0,1-1 0,-2-3 0,-2-22 0,1-1 0,1 0 0,3-47 0,18-95 0,-17 149 0,1 2 0,9-80 0,48-189 0,-58 286 0,-1-1 0,1 0 0,0 1 0,0-1 0,4-6 0,-5 11 0,-1-1 0,0 1 0,0 0 0,0 0 0,0 0 0,1-1 0,-1 1 0,0 0 0,0 0 0,0 0 0,1 0 0,-1 0 0,0-1 0,0 1 0,1 0 0,-1 0 0,0 0 0,0 0 0,1 0 0,-1 0 0,0 0 0,0 0 0,1 0 0,-1 0 0,0 0 0,0 0 0,1 0 0,-1 0 0,0 0 0,0 0 0,1 0 0,-1 0 0,0 0 0,0 1 0,1-1 0,-1 0 0,0 0 0,0 0 0,0 0 0,1 1 0,-1-1 0,0 0 0,0 0 0,0 0 0,0 0 0,1 1 0,-1-1 0,0 0 0,0 0 0,0 1 0,0-1 0,0 0 0,0 0 0,0 1 0,0-1 0,0 0 0,0 0 0,0 1 0,0-1 0,3 10 0,-1 0 0,-1 1 0,0-1 0,0 0 0,-1 0 0,0 1 0,-2 10 0,1-13 0,-4 72 0,-26 126 0,25-187 0,6-19 0,0 0 0,0 0 0,0 0 0,0 1 0,0-1 0,0 0 0,0 0 0,-1 0 0,1 0 0,0 0 0,0 0 0,0 0 0,0 0 0,0 0 0,0 1 0,0-1 0,0 0 0,0 0 0,0 0 0,0 0 0,0 0 0,-1 0 0,1 0 0,0 0 0,0 0 0,0 0 0,0 0 0,0 0 0,0 0 0,0 0 0,0 0 0,0 0 0,-1 0 0,1 0 0,0 0 0,0 0 0,0 0 0,0 0 0,0 0 0,0 0 0,0 0 0,0 0 0,-1 0 0,1 0 0,0 0 0,0 0 0,0 0 0,0 0 0,0 0 0,0 0 0,0 0 0,0 0 0,0 0 0,0-1 0,-1 1 0,1 0 0,0 0 0,0 0 0,0 0 0,0 0 0,0 0 0,0 0 0,0 0 0,-1-4 0,1 1 0,-1 0 0,1 0 0,0-1 0,0 1 0,0 0 0,1-7 0,4-18 0,1-1 0,1 1 0,20-47 0,45-78 0,-64 137 0,1-2 0,1 0 0,0 1 0,2 0 0,23-28 0,-34 44 0,0 0 0,0 0 0,0 0 0,0 0 0,0 0 0,0 0 0,0 1 0,1-1 0,-1 0 0,0 1 0,0-1 0,1 1 0,-1 0 0,2-1 0,-3 1 0,1 0 0,0 0 0,-1 0 0,1 0 0,0 0 0,-1 0 0,1 1 0,-1-1 0,1 0 0,0 0 0,-1 1 0,1-1 0,-1 0 0,1 1 0,-1-1 0,1 0 0,-1 1 0,1-1 0,-1 1 0,1-1 0,0 2 0,1 1 0,-1 1 0,1 0 0,0 0 0,-1-1 0,0 1 0,0 0 0,0 1 0,0 3 0,7 68 0,-4 1 0,-7 92 0,1-63 0,2-61 0,0-8 0,-1 1 0,-1-1 0,-9 41 0,11-78 0,0 1 0,0-1 0,0 1 0,0-1 0,0 1 0,0-1 0,0 0 0,0 1 0,0-1 0,0 1 0,0-1 0,0 0 0,0 1 0,0-1 0,-1 0 0,1 1 0,0-1 0,0 0 0,0 1 0,-1-1 0,1 0 0,0 1 0,-1-1 0,1 0 0,0 1 0,-1-1 0,1 0 0,0 0 0,-1 0 0,1 1 0,-1-1 0,-3-14 0,-2-41 0,3-99 0,4 86 0,-2-11 0,5-161 0,-3 233 0,-1 2 0,0 0 0,0 0 0,1 0 0,0 1 0,0-1 0,0 0 0,0 1 0,1-1 0,2-4 0,-4 9 0,0 0 0,1 0 0,-1 0 0,0 0 0,0 0 0,1 0 0,-1 0 0,0 0 0,0 0 0,0 0 0,1 0 0,-1 0 0,0 1 0,0-1 0,1 0 0,-1 0 0,0 0 0,0 0 0,0 0 0,0 0 0,1 1 0,-1-1 0,0 0 0,0 0 0,0 0 0,0 1 0,0-1 0,0 0 0,1 0 0,-1 0 0,0 1 0,0-1 0,0 0 0,0 0 0,0 0 0,0 1 0,0-1 0,0 0 0,0 0 0,0 1 0,0-1 0,0 0 0,0 0 0,0 0 0,0 1 0,0-1 0,5 28 0,-2 1 0,0 0 0,-2-1 0,-3 33 0,2-3 0,-39 672 0,38-711 0,3-31 0,0 0 0,34-180 0,8 2 0,72-194 0,-110 366 0,-2 6 0,0-1 0,0 0 0,2 1 0,0 0 0,0 1 0,1-1 0,14-17 0,-21 28 0,0 1 0,1-1 0,-1 1 0,0-1 0,1 1 0,-1-1 0,1 1 0,-1 0 0,0-1 0,1 1 0,-1 0 0,1-1 0,-1 1 0,1 0 0,-1 0 0,1-1 0,0 1 0,-1 0 0,1 0 0,-1 0 0,1 0 0,-1 0 0,1 0 0,0-1 0,-1 2 0,1-1 0,-1 0 0,1 0 0,0 0 0,-1 0 0,1 0 0,-1 0 0,1 0 0,-1 1 0,1-1 0,-1 0 0,1 1 0,-1-1 0,1 0 0,-1 1 0,1-1 0,-1 0 0,1 1 0,-1-1 0,0 1 0,1-1 0,-1 1 0,1 0 0,1 3 0,-1-1 0,1 1 0,-1 0 0,1 0 0,0 8 0,5 39 0,-3 0 0,-3 91 0,-2-81 0,1-40 0,0 19 0,-1-1 0,-11 68 0,12-106 0,0-1 0,0 1 0,0 0 0,-1 0 0,1-1 0,0 1 0,0 0 0,0 0 0,-1-1 0,1 1 0,0 0 0,-1-1 0,1 1 0,-1 0 0,1-1 0,-1 1 0,1-1 0,-1 2 0,0-3 0,0 0 0,1 1 0,-1-1 0,1 0 0,-1 1 0,1-1 0,-1 0 0,1 0 0,-1 1 0,1-1 0,0 0 0,0 0 0,-1 0 0,1 1 0,0-1 0,0 0 0,0-1 0,-7-34 0,-3-62 0,6 41 0,-23-532 0,30 540 0,2 36 0,1 13 0,-5 1 0,0 0 0,1 1 0,-1-1 0,0 1 0,0-1 0,0 1 0,-1-1 0,1 1 0,0 0 0,0 2 0,6 23 0,-1 1 0,-1 0 0,-1 1 0,0 44 0,-2-39 0,4 335 0,-10-286 0,-4 0 0,-24 114 0,31-194 0,-1 9 0,-1-1 0,-1 0 0,1 0 0,-7 12 0,10-23 0,0 1 0,0-1 0,0 1 0,0-1 0,-1 1 0,1-1 0,0 1 0,0-1 0,-1 1 0,1-1 0,0 1 0,0-1 0,-1 1 0,1-1 0,-1 0 0,1 1 0,0-1 0,-1 0 0,1 1 0,-1-1 0,1 0 0,-1 1 0,1-1 0,-1 0 0,1 0 0,-1 0 0,1 1 0,-1-1 0,1 0 0,-1 0 0,0 0 0,1 0 0,-1 0 0,1 0 0,-1 0 0,1 0 0,-1 0 0,1 0 0,-1-1 0,1 1 0,-1 0 0,0 0 0,1 0 0,0-1 0,-1 1 0,1 0 0,-1-1 0,1 1 0,-1 0 0,1-1 0,-1 1 0,1 0 0,-1-2 0,-2-1 0,1-1 0,-1 0 0,1 0 0,0 0 0,-3-8 0,-7-23 0,2-1 0,1 0 0,-6-61 0,0-114 0,14 197 0,-2-33 0,1 3 0,3-59 0,5 151 0,-1-2 0,20 248 0,-23-233 0,-3 0 0,-15 111 0,-3-87 0,16-75 0,0 0 0,-1 0 0,0 0 0,0-1 0,-12 17 0,15-25 0,1 0 0,-1 0 0,0 0 0,1 0 0,-1 0 0,0 0 0,0 0 0,0 0 0,0-1 0,0 1 0,0 0 0,0-1 0,0 1 0,0-1 0,0 1 0,-1 0 0,1-2 0,1 1 0,-1 0 0,1 0 0,-1 0 0,1 0 0,-1 0 0,1 0 0,-1 0 0,1-1 0,0 1 0,-1 0 0,1 0 0,-1-1 0,1 1 0,0 0 0,-1-1 0,1 1 0,0 0 0,-1-1 0,1 1 0,0-1 0,-1 1 0,1 0 0,0-1 0,0 1 0,-1-1 0,0-5 0,-1 1 0,0-1 0,1 1 0,0-1 0,0-7 0,-7-137 0,8 97 0,-3 0 0,-3 1 0,-21-97 0,26 145 0,0 0 0,-1 0 0,1 0 0,-1 0 0,0 1 0,0-1 0,0 0 0,-1 1 0,1-1 0,-1 1 0,0 0 0,-3-3 0,4 4 0,-1 1 0,0-1 0,0 0 0,0 1 0,0 0 0,0 0 0,0 0 0,0 0 0,0 0 0,0 1 0,0-1 0,0 1 0,-1 0 0,1 0 0,0 0 0,-4 1 0,-14 3 0,0 2 0,0 0 0,0 1 0,1 1 0,-23 12 0,3-2 0,-55 20 0,-1-4 0,-1-5 0,-2-4 0,-156 20 0,250-44 0,0-1 0,1 1 0,-1-1 0,1 0 0,-1-1 0,0 1 0,-8-2 0,11 1 0,-1-1 0,0 1 0,0-1 0,1 1 0,-1-1 0,1 0 0,0 0 0,-1 0 0,1 0 0,0 0 0,0 0 0,-2-4 0,2 3 0,-1 0 0,1 1 0,-1-1 0,1 1 0,-1-1 0,0 1 0,0 0 0,0 0 0,0 0 0,0 0 0,0 0 0,0 1 0,-1 0 0,1 0 0,-1 0 0,1 0 0,-5-1 0,-1 2 0,-1 0 0,1 0 0,0 1 0,-1 1 0,-13 2 0,-20 5 0,1 1 0,0 3 0,0 1 0,-66 33 0,76-25 0,27-18 0,-1 0 0,1 0 0,-1 0 0,0-1 0,0 0 0,0 0 0,-8 2 0,-7 3 0,1 0 0,0 1 0,0 2 0,-32 21 0,-19 11 0,69-42 0,-1 0 0,1 0 0,0 0 0,0-1 0,-1 1 0,1 0 0,0-1 0,-1 0 0,1 1 0,0-1 0,-1 0 0,1 0 0,-1-1 0,1 1 0,0 0 0,-1-1 0,1 1 0,-4-2 0,5 1 0,1 1 0,-1-1 0,0 1 0,1-1 0,-1 1 0,0-1 0,1 1 0,-1-1 0,1 1 0,-1-1 0,1 0 0,-1 0 0,1 1 0,-1-1 0,1 0 0,0 0 0,-1 1 0,1-1 0,0 0 0,0 0 0,-1 0 0,1-1 0,0 0 0,1 0 0,-1 0 0,0 1 0,0-1 0,1 0 0,-1 1 0,1-1 0,0 0 0,0 1 0,-1-1 0,1 0 0,2-2 0,3-3 0,1-1 0,-1 1 0,1 1 0,0-1 0,1 1 0,0 0 0,0 1 0,0 0 0,0 0 0,14-5 0,13-4 0,47-12 0,-79 25 0,153-39 0,95-30 0,-188 47 0,0-3 0,-1-3 0,-2-3 0,-1-2 0,87-66 0,-37 12 0,153-118 0,-243 191 0,-1-1 0,0 0 0,-2-2 0,0 0 0,-1 0 0,0-2 0,-2 0 0,0 0 0,-2-1 0,0-1 0,-1 0 0,-1 0 0,-1-1 0,5-27 0,-8 5 0,-5 38 0,0 0 0,1 0 0,0 0 0,0-1 0,3-7 0,-7 23 0,-1-1 0,0 0 0,-1 0 0,0 0 0,0 0 0,0-1 0,-1 0 0,0 0 0,0 0 0,-1-1 0,1 0 0,-1 0 0,0-1 0,-1 0 0,1 0 0,-1-1 0,1 0 0,-9 3 0,0 0 0,0 1 0,0 1 0,1 0 0,0 1 0,1 1 0,0 0 0,-18 19 0,14-14 0,13-12 0,-81 75 0,77-70 0,0 2 0,2-1 0,-1 1 0,1 0 0,0 1 0,1-1 0,-6 16 0,11-22 0,-1 0 0,1-1 0,0 1 0,1 0 0,-1 0 0,1 1 0,0-1 0,0 0 0,0 5 0,8-20 0,7-13-1365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25:32.364"/>
    </inkml:context>
    <inkml:brush xml:id="br0">
      <inkml:brushProperty name="width" value="0.2" units="cm"/>
      <inkml:brushProperty name="height" value="0.2" units="cm"/>
      <inkml:brushProperty name="color" value="#FFFFFF"/>
    </inkml:brush>
  </inkml:definitions>
  <inkml:trace contextRef="#ctx0" brushRef="#br0">3 0 24575,'0'3'0,"-2"5"0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11:39:18.509"/>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94 0,'-3'0,"-2"0,-4 0,-2 0,-5 0,-1 0,0 0,2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5T11:39:29.471"/>
    </inkml:context>
    <inkml:brush xml:id="br0">
      <inkml:brushProperty name="width" value="0.4" units="cm"/>
      <inkml:brushProperty name="height" value="0.8" units="cm"/>
      <inkml:brushProperty name="color" value="#FFFC00"/>
      <inkml:brushProperty name="tip" value="rectangle"/>
      <inkml:brushProperty name="rasterOp" value="maskPen"/>
      <inkml:brushProperty name="ignorePressure" value="1"/>
    </inkml:brush>
  </inkml:definitions>
  <inkml:trace contextRef="#ctx0" brushRef="#br0">846 18 0,'-846'-18'0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C7FD6-3FE5-4A5F-960E-8984DBB8385E}" type="datetimeFigureOut">
              <a:rPr lang="ro-RO" smtClean="0"/>
              <a:t>15.04.2026</a:t>
            </a:fld>
            <a:endParaRPr lang="ro-R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o-R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2FE60D-9D23-4696-9690-79486EB8BF94}" type="slidenum">
              <a:rPr lang="ro-RO" smtClean="0"/>
              <a:t>‹#›</a:t>
            </a:fld>
            <a:endParaRPr lang="ro-RO"/>
          </a:p>
        </p:txBody>
      </p:sp>
    </p:spTree>
    <p:extLst>
      <p:ext uri="{BB962C8B-B14F-4D97-AF65-F5344CB8AC3E}">
        <p14:creationId xmlns:p14="http://schemas.microsoft.com/office/powerpoint/2010/main" val="1314697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81D2A-F197-FEE6-4DCE-69127FD8A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9D2F8-33C3-5C14-A9C2-089E5E7FA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ADE90-6AE5-1265-94E5-A013982D6D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C1F021-7736-301D-412A-959BB8CD711F}"/>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777115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BAE06-7038-F27B-AEC7-7F9DC4D5A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2D02B-D2BC-14E5-CA6B-A029E9188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13E67-AF8E-B708-9B68-F01E32C22E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D6E339-77A4-C68D-DBB3-9907D3CA62BC}"/>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11348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553AB-839E-211C-EEDC-F137C8621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B4DC2D-E48C-44C6-BCA6-2D965DF88D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97802-2856-A209-921E-311278B59D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628A9F-620F-FD5D-1645-E8579F92DD7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40870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6DBC7-B1B1-6560-3EF3-CB5B62AEA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FCB49-32BD-1D03-5C4C-05DE87C4B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8264F-1D95-38EA-E562-6CECD6C0E9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F039D7-F823-E24A-1709-A6AE3615D92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06428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89862-31EC-2511-5656-32D16A206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230DCD-B11B-20C5-FFE5-37DDB449D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2A960-6F8B-E1A5-904A-E4D00BE07D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52FE0F-BB70-81CD-6247-274C9F16C77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9194880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B9D1-BC35-B9B9-FBBC-F99575334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DFD08-293E-1363-3A47-27DA270E3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E29255-A8E2-4E29-98F5-169161A847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7CDF1E-004B-2148-3B08-0B01408714CA}"/>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145525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4E902-2A07-74CE-DF1C-C24CE6B10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5AF2C-3EE7-9C5B-BF2D-2F85AB85E9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6FC0CA-B169-F7B8-F927-88E96FF781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90577C-1033-B947-4554-C74C3EA93735}"/>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128637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3ABDC-6147-CF42-9323-F2563633D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AE73F9-60FC-5E8A-114E-6B241B2320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B5D38-AF66-2F0B-8433-A07D7479F8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6E6C89-CD59-ECE1-141F-9015BB627B31}"/>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7353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62959-23CD-E2E5-301A-FEEA885236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893AA-2F58-829B-E17F-5EB2E40E06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D13BD0-774D-6F5F-169A-755FC60863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D2D2E6-F0F7-5CC0-C8EE-DE3EA620CAB0}"/>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016943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5470D-CF3B-FE1B-1CE6-99FB760F8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7C403-6F2A-46AB-25E9-4DABFA9CC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12D10-FC8A-7142-C2A3-A31BE520FD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CDA66F-652D-20C1-5087-EB31CCE35C37}"/>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179791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52571-6400-1C87-6E93-C2723594C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BEB6B1-54CE-A342-A0F8-317B44C2B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2D352-34CB-B21A-03F6-E5A6E71760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71FC65-40FF-02DE-7044-376BECCB23D7}"/>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6597516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BEF67-632F-3D5B-1BD7-B43ABEED62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B69B4-1E79-9221-8974-7280E529F5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2412B-E62C-A5DF-2556-A85A7C7487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0F1C35-E43E-EE3A-6871-04B3E5FC95AB}"/>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18400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54CF6-F725-F90F-8905-F8FD46293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EB8E0F-434E-957C-62E0-44274AB92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32896-A504-DEE8-703A-5F244C99EC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3B8615-0DD7-89C2-38BB-4451321D06B5}"/>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6658987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8DD7D-E663-1B7F-13EA-761F0958E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FAD2CD-8EE6-D4F5-BA4A-45C0FF647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5639DE-2FC1-D2BB-DB00-8585D3E497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376FA9-DF12-0639-D1E8-B0B05D4698A2}"/>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972272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B6707-F378-FDAB-D66A-1BBB36927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1F17D-0407-005F-3E70-6012E6B2DD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ABD31-4990-2D66-2AC9-750461C8B3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C0E648-5127-1E9D-B473-FC7E818622AA}"/>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8199036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8B2C3-702E-1186-4E23-52538F3E6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6A7AE-45EF-3FF9-A792-A28424C64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CB123-F734-652E-D4FA-8D58E5BDC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482599-3D74-AC74-E9C6-34441FC008C0}"/>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095691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59764-FDA0-117A-9C40-3C948A884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31B66A-F4A9-26CC-5260-AAC4874B9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76CBD-F804-3451-6D04-D0B234C899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50747D-14E3-446A-B27C-C7D211273730}"/>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4266959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9AAFB-2C42-469D-0160-50AB55B5E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65E78-9AE7-DC4C-5455-F26521270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780640-59F0-814E-FD77-EC14DB8016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9AD617-0CAD-59D6-6F10-8D132B50AB4F}"/>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3768257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E6C19-EC1E-75C4-C552-023E0BCA85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CAFEE1-91EA-F340-0C54-C55F81F679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3191EB-D411-9FEE-019B-F4A82729D9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BD54EF-1742-641F-3C4D-AFAB30769CA5}"/>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4853888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C165B-1E42-6DF8-49CE-041F0B8D7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75493-5B6F-7241-739A-7F934D043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07D1B-A5BB-AB11-C089-5DE56F212E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20BCFB-3664-2570-ECA9-25DCE3CC6CF6}"/>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37303320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A3339-8AFF-BD45-70FC-36CF8056D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97708-B4C1-459E-5042-8B3286D05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6B83B-77E5-6B22-ED5D-4F5E138E16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39F663-63B4-4595-9F8A-FBEB28A0608F}"/>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861090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D2E53-23B1-AEA8-AA74-96411B9A6B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B7895-CC35-E2B1-3011-CEAA74FA8E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52A56-1878-442A-D75C-81D23500BE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F462DE-E5EC-F50F-E0E2-AEB332ADC502}"/>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318244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3515-BFE0-7B25-7F0B-32260BB53F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08A0DC-5A8E-0E3C-3826-007CFBB15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51F19F-7538-6987-B450-FE2F5F6491FD}"/>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5" name="Footer Placeholder 4">
            <a:extLst>
              <a:ext uri="{FF2B5EF4-FFF2-40B4-BE49-F238E27FC236}">
                <a16:creationId xmlns:a16="http://schemas.microsoft.com/office/drawing/2014/main" id="{8AD55DCE-30C4-D761-DAF6-51D8B58AA3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E2389-25DB-1FB6-513C-618A054F48EF}"/>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3693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17A5-7342-D2E4-F868-8B47BB9F5D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221C5-2045-1B0A-D2BF-188A2E61A3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9F058-BBFF-5CAB-CC6D-94D514C03B9A}"/>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5" name="Footer Placeholder 4">
            <a:extLst>
              <a:ext uri="{FF2B5EF4-FFF2-40B4-BE49-F238E27FC236}">
                <a16:creationId xmlns:a16="http://schemas.microsoft.com/office/drawing/2014/main" id="{DD6BEC2B-48AA-5F12-535B-67C035E93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D0081-0992-0625-8D5E-D57F4461C45C}"/>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252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9B8-49CB-3E76-C5E7-C5A92D2294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E7EAA7-2CA6-EEEA-6E6F-C44BFDA073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A3902E-C8D4-EAA7-81F7-10FFD5669466}"/>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5" name="Footer Placeholder 4">
            <a:extLst>
              <a:ext uri="{FF2B5EF4-FFF2-40B4-BE49-F238E27FC236}">
                <a16:creationId xmlns:a16="http://schemas.microsoft.com/office/drawing/2014/main" id="{78A22FB0-8B9A-CBF7-321C-481E1297B1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B2E63-0C39-0A1B-3F07-0610ABD58AF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115260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E26B0-8F8B-3240-6C98-6C67E0A0A8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0137B1-03F3-BE84-95C9-758FAC90DD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99A3D0-BF22-648C-3983-9974F8B3F1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CA61B3-6E35-B596-0872-114A25A5F585}"/>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6" name="Footer Placeholder 5">
            <a:extLst>
              <a:ext uri="{FF2B5EF4-FFF2-40B4-BE49-F238E27FC236}">
                <a16:creationId xmlns:a16="http://schemas.microsoft.com/office/drawing/2014/main" id="{5914AEC8-0542-13AF-2BB3-4FF2BB0ACB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A2C0C5-0CFD-C094-3239-C54E5CE1E83A}"/>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651412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57E4C-F6D0-33E9-7A8C-9FD77931BF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7B0CF4-609B-E0A1-FAC6-1BFED5247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993A1-C36B-2A5A-3A20-88B716578B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577821-B0A9-048E-3802-3C20DA9D47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BF9B33-E74B-3ACC-8A14-DBC9A54623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B4D3E6-EEF7-FC2E-6A9E-299F93884B9E}"/>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8" name="Footer Placeholder 7">
            <a:extLst>
              <a:ext uri="{FF2B5EF4-FFF2-40B4-BE49-F238E27FC236}">
                <a16:creationId xmlns:a16="http://schemas.microsoft.com/office/drawing/2014/main" id="{6D3737C6-3E0F-3C05-A1D5-D3D812EABB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214843-AFA6-1381-287E-7381AB6F4BF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080925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713A-C285-62F8-FF8B-2500E1E7E3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19304-A5D7-828B-DE08-29C2EFCBB791}"/>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4" name="Footer Placeholder 3">
            <a:extLst>
              <a:ext uri="{FF2B5EF4-FFF2-40B4-BE49-F238E27FC236}">
                <a16:creationId xmlns:a16="http://schemas.microsoft.com/office/drawing/2014/main" id="{5AC68B91-ABE1-1264-FD5B-5A68D518B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852361-74D9-BD99-44F7-86366D3BFC12}"/>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85227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F187FC-EC45-E1B7-C765-E1CA042280A9}"/>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3" name="Footer Placeholder 2">
            <a:extLst>
              <a:ext uri="{FF2B5EF4-FFF2-40B4-BE49-F238E27FC236}">
                <a16:creationId xmlns:a16="http://schemas.microsoft.com/office/drawing/2014/main" id="{DCC53A21-7D71-1EDA-2C2E-3163C4D9E1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99BD65-2A37-FBEA-AA7E-7DCC1CFFBB2E}"/>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4267615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2B7B-8244-B427-632C-E4BADD2315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46EC17-4AB3-FE8C-37E2-549B31173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3B5036-D51E-C813-C4DC-42DBB9299D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086E1B-ED14-4DD8-D450-47796C8AE836}"/>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6" name="Footer Placeholder 5">
            <a:extLst>
              <a:ext uri="{FF2B5EF4-FFF2-40B4-BE49-F238E27FC236}">
                <a16:creationId xmlns:a16="http://schemas.microsoft.com/office/drawing/2014/main" id="{47E2D815-945C-01E3-E522-3B1563533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929CD3-3BCC-509E-7E18-FBE7BDCEFF1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51736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BDEE9-E1F2-A7B7-7387-D94579520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E8F011-B056-465D-D499-C91BAED175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087D3A-793D-5493-E4AE-7E156CEBC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0FD8F4-FE3E-2564-582F-D9ED561E57F9}"/>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6" name="Footer Placeholder 5">
            <a:extLst>
              <a:ext uri="{FF2B5EF4-FFF2-40B4-BE49-F238E27FC236}">
                <a16:creationId xmlns:a16="http://schemas.microsoft.com/office/drawing/2014/main" id="{60217821-7F27-7B5B-F516-CDDD4D326B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F200FC-B01C-CD78-9585-59CD6F9E15E6}"/>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6020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3C79-6514-827E-9B05-D39301F284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1B4939-3A1C-7789-83ED-705872C7FA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CD7480-1B82-8DC5-F3A2-A2DD1CC13C84}"/>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5" name="Footer Placeholder 4">
            <a:extLst>
              <a:ext uri="{FF2B5EF4-FFF2-40B4-BE49-F238E27FC236}">
                <a16:creationId xmlns:a16="http://schemas.microsoft.com/office/drawing/2014/main" id="{68B32D53-7276-EB49-B3EF-D792631C1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4F04F-B346-50FB-B677-4BFA12D0A2C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173068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FE6BE-0116-01AA-D59A-2998208A7E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02BD1D-C6C5-78E2-FFAD-4B3A9F6FF0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5363ED-1E78-49E4-A0C5-08435E72A43C}"/>
              </a:ext>
            </a:extLst>
          </p:cNvPr>
          <p:cNvSpPr>
            <a:spLocks noGrp="1"/>
          </p:cNvSpPr>
          <p:nvPr>
            <p:ph type="dt" sz="half" idx="10"/>
          </p:nvPr>
        </p:nvSpPr>
        <p:spPr/>
        <p:txBody>
          <a:bodyPr/>
          <a:lstStyle/>
          <a:p>
            <a:fld id="{0DCDD99F-EB8C-4284-A1FF-6A8FAD5F29B4}" type="datetimeFigureOut">
              <a:rPr lang="en-US" smtClean="0"/>
              <a:t>4/15/2026</a:t>
            </a:fld>
            <a:endParaRPr lang="en-US"/>
          </a:p>
        </p:txBody>
      </p:sp>
      <p:sp>
        <p:nvSpPr>
          <p:cNvPr id="5" name="Footer Placeholder 4">
            <a:extLst>
              <a:ext uri="{FF2B5EF4-FFF2-40B4-BE49-F238E27FC236}">
                <a16:creationId xmlns:a16="http://schemas.microsoft.com/office/drawing/2014/main" id="{4F54C6DF-5541-FE0F-5366-C62807AC7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90F133-9AEA-AD29-1DB8-DBFC63D87BB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301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6764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69C6A-2F2F-7DFF-F209-5978BE081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1CD4C4-F7B9-F59A-6371-1D9137B3C1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07F3C-CEF5-246C-6364-3400EE320B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CDD99F-EB8C-4284-A1FF-6A8FAD5F29B4}" type="datetimeFigureOut">
              <a:rPr lang="en-US" smtClean="0"/>
              <a:t>4/15/2026</a:t>
            </a:fld>
            <a:endParaRPr lang="en-US"/>
          </a:p>
        </p:txBody>
      </p:sp>
      <p:sp>
        <p:nvSpPr>
          <p:cNvPr id="5" name="Footer Placeholder 4">
            <a:extLst>
              <a:ext uri="{FF2B5EF4-FFF2-40B4-BE49-F238E27FC236}">
                <a16:creationId xmlns:a16="http://schemas.microsoft.com/office/drawing/2014/main" id="{77EB2E7C-1B58-FF56-9254-13AC936CFC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7CFB4B-65BD-C19B-674C-8E8E05BD62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6FE916-C29D-4283-ABA6-E3D372BD3E58}" type="slidenum">
              <a:rPr lang="en-US" smtClean="0"/>
              <a:t>‹#›</a:t>
            </a:fld>
            <a:endParaRPr lang="en-US"/>
          </a:p>
        </p:txBody>
      </p:sp>
    </p:spTree>
    <p:extLst>
      <p:ext uri="{BB962C8B-B14F-4D97-AF65-F5344CB8AC3E}">
        <p14:creationId xmlns:p14="http://schemas.microsoft.com/office/powerpoint/2010/main" val="2801246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3.xml"/><Relationship Id="rId16" Type="http://schemas.openxmlformats.org/officeDocument/2006/relationships/image" Target="../media/image14.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7.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customXml" Target="../ink/ink1.xml"/><Relationship Id="rId2" Type="http://schemas.openxmlformats.org/officeDocument/2006/relationships/image" Target="../media/image17.png"/><Relationship Id="rId16" Type="http://schemas.openxmlformats.org/officeDocument/2006/relationships/customXml" Target="../ink/ink3.xml"/><Relationship Id="rId1" Type="http://schemas.openxmlformats.org/officeDocument/2006/relationships/slideLayout" Target="../slideLayouts/slideLayout1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28.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customXml" Target="../ink/ink2.xml"/></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30.png"/><Relationship Id="rId18" Type="http://schemas.openxmlformats.org/officeDocument/2006/relationships/customXml" Target="../ink/ink7.xml"/><Relationship Id="rId26" Type="http://schemas.openxmlformats.org/officeDocument/2006/relationships/customXml" Target="../ink/ink11.xml"/><Relationship Id="rId3" Type="http://schemas.openxmlformats.org/officeDocument/2006/relationships/image" Target="../media/image18.png"/><Relationship Id="rId21" Type="http://schemas.openxmlformats.org/officeDocument/2006/relationships/image" Target="../media/image34.png"/><Relationship Id="rId7" Type="http://schemas.openxmlformats.org/officeDocument/2006/relationships/image" Target="../media/image21.png"/><Relationship Id="rId12" Type="http://schemas.openxmlformats.org/officeDocument/2006/relationships/customXml" Target="../ink/ink4.xml"/><Relationship Id="rId17" Type="http://schemas.openxmlformats.org/officeDocument/2006/relationships/image" Target="../media/image32.png"/><Relationship Id="rId25" Type="http://schemas.openxmlformats.org/officeDocument/2006/relationships/image" Target="../media/image36.png"/><Relationship Id="rId2" Type="http://schemas.openxmlformats.org/officeDocument/2006/relationships/image" Target="../media/image17.png"/><Relationship Id="rId16" Type="http://schemas.openxmlformats.org/officeDocument/2006/relationships/customXml" Target="../ink/ink6.xml"/><Relationship Id="rId20" Type="http://schemas.openxmlformats.org/officeDocument/2006/relationships/customXml" Target="../ink/ink8.xml"/><Relationship Id="rId29"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22.png"/><Relationship Id="rId11" Type="http://schemas.openxmlformats.org/officeDocument/2006/relationships/image" Target="../media/image29.jpeg"/><Relationship Id="rId24" Type="http://schemas.openxmlformats.org/officeDocument/2006/relationships/customXml" Target="../ink/ink10.xml"/><Relationship Id="rId5" Type="http://schemas.openxmlformats.org/officeDocument/2006/relationships/image" Target="../media/image20.png"/><Relationship Id="rId15" Type="http://schemas.openxmlformats.org/officeDocument/2006/relationships/image" Target="../media/image31.png"/><Relationship Id="rId23" Type="http://schemas.openxmlformats.org/officeDocument/2006/relationships/image" Target="../media/image35.png"/><Relationship Id="rId28" Type="http://schemas.openxmlformats.org/officeDocument/2006/relationships/customXml" Target="../ink/ink12.xml"/><Relationship Id="rId10" Type="http://schemas.openxmlformats.org/officeDocument/2006/relationships/image" Target="../media/image2.png"/><Relationship Id="rId19" Type="http://schemas.openxmlformats.org/officeDocument/2006/relationships/image" Target="../media/image33.png"/><Relationship Id="rId31" Type="http://schemas.openxmlformats.org/officeDocument/2006/relationships/image" Target="../media/image38.png"/><Relationship Id="rId4" Type="http://schemas.openxmlformats.org/officeDocument/2006/relationships/image" Target="../media/image19.png"/><Relationship Id="rId9" Type="http://schemas.openxmlformats.org/officeDocument/2006/relationships/image" Target="../media/image23.png"/><Relationship Id="rId14" Type="http://schemas.openxmlformats.org/officeDocument/2006/relationships/customXml" Target="../ink/ink5.xml"/><Relationship Id="rId22" Type="http://schemas.openxmlformats.org/officeDocument/2006/relationships/customXml" Target="../ink/ink9.xml"/><Relationship Id="rId27" Type="http://schemas.openxmlformats.org/officeDocument/2006/relationships/image" Target="../media/image28.png"/><Relationship Id="rId30" Type="http://schemas.openxmlformats.org/officeDocument/2006/relationships/customXml" Target="../ink/ink13.xml"/></Relationships>
</file>

<file path=ppt/slides/_rels/slide9.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customXml" Target="../ink/ink18.xml"/><Relationship Id="rId18" Type="http://schemas.openxmlformats.org/officeDocument/2006/relationships/image" Target="../media/image48.png"/><Relationship Id="rId3" Type="http://schemas.openxmlformats.org/officeDocument/2006/relationships/image" Target="../media/image40.png"/><Relationship Id="rId7" Type="http://schemas.openxmlformats.org/officeDocument/2006/relationships/customXml" Target="../ink/ink15.xml"/><Relationship Id="rId12" Type="http://schemas.openxmlformats.org/officeDocument/2006/relationships/image" Target="../media/image45.png"/><Relationship Id="rId17" Type="http://schemas.openxmlformats.org/officeDocument/2006/relationships/customXml" Target="../ink/ink20.xml"/><Relationship Id="rId2" Type="http://schemas.openxmlformats.org/officeDocument/2006/relationships/notesSlide" Target="../notesSlides/notesSlide7.xml"/><Relationship Id="rId16" Type="http://schemas.openxmlformats.org/officeDocument/2006/relationships/image" Target="../media/image47.png"/><Relationship Id="rId20" Type="http://schemas.openxmlformats.org/officeDocument/2006/relationships/image" Target="../media/image39.gif"/><Relationship Id="rId1" Type="http://schemas.openxmlformats.org/officeDocument/2006/relationships/slideLayout" Target="../slideLayouts/slideLayout12.xml"/><Relationship Id="rId6" Type="http://schemas.openxmlformats.org/officeDocument/2006/relationships/image" Target="../media/image42.png"/><Relationship Id="rId11" Type="http://schemas.openxmlformats.org/officeDocument/2006/relationships/customXml" Target="../ink/ink17.xml"/><Relationship Id="rId5" Type="http://schemas.openxmlformats.org/officeDocument/2006/relationships/customXml" Target="../ink/ink14.xml"/><Relationship Id="rId15" Type="http://schemas.openxmlformats.org/officeDocument/2006/relationships/customXml" Target="../ink/ink19.xml"/><Relationship Id="rId10" Type="http://schemas.openxmlformats.org/officeDocument/2006/relationships/image" Target="../media/image44.png"/><Relationship Id="rId19" Type="http://schemas.openxmlformats.org/officeDocument/2006/relationships/image" Target="../media/image49.png"/><Relationship Id="rId4" Type="http://schemas.openxmlformats.org/officeDocument/2006/relationships/image" Target="../media/image41.png"/><Relationship Id="rId9" Type="http://schemas.openxmlformats.org/officeDocument/2006/relationships/customXml" Target="../ink/ink16.xml"/><Relationship Id="rId14"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customXml" Target="../ink/ink25.xml"/><Relationship Id="rId18" Type="http://schemas.openxmlformats.org/officeDocument/2006/relationships/image" Target="../media/image55.png"/><Relationship Id="rId3" Type="http://schemas.openxmlformats.org/officeDocument/2006/relationships/image" Target="../media/image40.png"/><Relationship Id="rId21" Type="http://schemas.openxmlformats.org/officeDocument/2006/relationships/image" Target="../media/image57.gif"/><Relationship Id="rId7" Type="http://schemas.openxmlformats.org/officeDocument/2006/relationships/customXml" Target="../ink/ink22.xml"/><Relationship Id="rId12" Type="http://schemas.openxmlformats.org/officeDocument/2006/relationships/image" Target="../media/image52.png"/><Relationship Id="rId17" Type="http://schemas.openxmlformats.org/officeDocument/2006/relationships/customXml" Target="../ink/ink27.xml"/><Relationship Id="rId2" Type="http://schemas.openxmlformats.org/officeDocument/2006/relationships/notesSlide" Target="../notesSlides/notesSlide8.xml"/><Relationship Id="rId16" Type="http://schemas.openxmlformats.org/officeDocument/2006/relationships/image" Target="../media/image54.png"/><Relationship Id="rId20" Type="http://schemas.openxmlformats.org/officeDocument/2006/relationships/image" Target="../media/image56.gif"/><Relationship Id="rId1" Type="http://schemas.openxmlformats.org/officeDocument/2006/relationships/slideLayout" Target="../slideLayouts/slideLayout12.xml"/><Relationship Id="rId6" Type="http://schemas.openxmlformats.org/officeDocument/2006/relationships/image" Target="../media/image42.png"/><Relationship Id="rId11" Type="http://schemas.openxmlformats.org/officeDocument/2006/relationships/customXml" Target="../ink/ink24.xml"/><Relationship Id="rId5" Type="http://schemas.openxmlformats.org/officeDocument/2006/relationships/customXml" Target="../ink/ink21.xml"/><Relationship Id="rId15" Type="http://schemas.openxmlformats.org/officeDocument/2006/relationships/customXml" Target="../ink/ink26.xml"/><Relationship Id="rId10" Type="http://schemas.openxmlformats.org/officeDocument/2006/relationships/image" Target="../media/image51.png"/><Relationship Id="rId19" Type="http://schemas.openxmlformats.org/officeDocument/2006/relationships/image" Target="../media/image49.png"/><Relationship Id="rId4" Type="http://schemas.openxmlformats.org/officeDocument/2006/relationships/image" Target="../media/image41.png"/><Relationship Id="rId9" Type="http://schemas.openxmlformats.org/officeDocument/2006/relationships/customXml" Target="../ink/ink23.xml"/><Relationship Id="rId14" Type="http://schemas.openxmlformats.org/officeDocument/2006/relationships/image" Target="../media/image53.png"/><Relationship Id="rId22" Type="http://schemas.openxmlformats.org/officeDocument/2006/relationships/image" Target="../media/image58.png"/></Relationships>
</file>

<file path=ppt/slides/_rels/slide12.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customXml" Target="../ink/ink32.xml"/><Relationship Id="rId18" Type="http://schemas.openxmlformats.org/officeDocument/2006/relationships/image" Target="../media/image55.png"/><Relationship Id="rId3" Type="http://schemas.openxmlformats.org/officeDocument/2006/relationships/image" Target="../media/image40.png"/><Relationship Id="rId21" Type="http://schemas.openxmlformats.org/officeDocument/2006/relationships/image" Target="../media/image59.png"/><Relationship Id="rId7" Type="http://schemas.openxmlformats.org/officeDocument/2006/relationships/customXml" Target="../ink/ink29.xml"/><Relationship Id="rId12" Type="http://schemas.openxmlformats.org/officeDocument/2006/relationships/image" Target="../media/image52.png"/><Relationship Id="rId17" Type="http://schemas.openxmlformats.org/officeDocument/2006/relationships/customXml" Target="../ink/ink34.xml"/><Relationship Id="rId2" Type="http://schemas.openxmlformats.org/officeDocument/2006/relationships/notesSlide" Target="../notesSlides/notesSlide9.xml"/><Relationship Id="rId16" Type="http://schemas.openxmlformats.org/officeDocument/2006/relationships/image" Target="../media/image54.png"/><Relationship Id="rId20" Type="http://schemas.openxmlformats.org/officeDocument/2006/relationships/customXml" Target="../ink/ink35.xml"/><Relationship Id="rId1" Type="http://schemas.openxmlformats.org/officeDocument/2006/relationships/slideLayout" Target="../slideLayouts/slideLayout12.xml"/><Relationship Id="rId6" Type="http://schemas.openxmlformats.org/officeDocument/2006/relationships/image" Target="../media/image42.png"/><Relationship Id="rId11" Type="http://schemas.openxmlformats.org/officeDocument/2006/relationships/customXml" Target="../ink/ink31.xml"/><Relationship Id="rId24" Type="http://schemas.openxmlformats.org/officeDocument/2006/relationships/image" Target="../media/image61.png"/><Relationship Id="rId5" Type="http://schemas.openxmlformats.org/officeDocument/2006/relationships/customXml" Target="../ink/ink28.xml"/><Relationship Id="rId15" Type="http://schemas.openxmlformats.org/officeDocument/2006/relationships/customXml" Target="../ink/ink33.xml"/><Relationship Id="rId23" Type="http://schemas.openxmlformats.org/officeDocument/2006/relationships/image" Target="../media/image60.png"/><Relationship Id="rId10" Type="http://schemas.openxmlformats.org/officeDocument/2006/relationships/image" Target="../media/image51.png"/><Relationship Id="rId19" Type="http://schemas.openxmlformats.org/officeDocument/2006/relationships/image" Target="../media/image49.png"/><Relationship Id="rId4" Type="http://schemas.openxmlformats.org/officeDocument/2006/relationships/image" Target="../media/image41.png"/><Relationship Id="rId9" Type="http://schemas.openxmlformats.org/officeDocument/2006/relationships/customXml" Target="../ink/ink30.xml"/><Relationship Id="rId14" Type="http://schemas.openxmlformats.org/officeDocument/2006/relationships/image" Target="../media/image53.png"/><Relationship Id="rId22" Type="http://schemas.openxmlformats.org/officeDocument/2006/relationships/customXml" Target="../ink/ink36.xml"/></Relationships>
</file>

<file path=ppt/slides/_rels/slide1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7.gi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2.xml"/><Relationship Id="rId4" Type="http://schemas.openxmlformats.org/officeDocument/2006/relationships/image" Target="../media/image7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hyperlink" Target="https://rockt.ai/2018/04/30/einsum"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3.png"/><Relationship Id="rId4"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74.png"/><Relationship Id="rId7"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82.png"/></Relationships>
</file>

<file path=ppt/slides/_rels/slide41.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1524000" y="1122363"/>
            <a:ext cx="9297880" cy="2387600"/>
          </a:xfrm>
        </p:spPr>
        <p:txBody>
          <a:bodyPr/>
          <a:lstStyle/>
          <a:p>
            <a:r>
              <a:rPr lang="en-US" dirty="0" err="1"/>
              <a:t>Grafică</a:t>
            </a:r>
            <a:r>
              <a:rPr lang="en-US" dirty="0"/>
              <a:t> </a:t>
            </a:r>
            <a:r>
              <a:rPr lang="en-US" dirty="0" err="1"/>
              <a:t>asistată</a:t>
            </a:r>
            <a:r>
              <a:rPr lang="en-US" dirty="0"/>
              <a:t> de calculator</a:t>
            </a:r>
          </a:p>
        </p:txBody>
      </p:sp>
      <p:sp>
        <p:nvSpPr>
          <p:cNvPr id="3" name="Subtitle 2">
            <a:extLst>
              <a:ext uri="{FF2B5EF4-FFF2-40B4-BE49-F238E27FC236}">
                <a16:creationId xmlns:a16="http://schemas.microsoft.com/office/drawing/2014/main" id="{6C37E701-8695-5CB0-A905-07547C6513FA}"/>
              </a:ext>
            </a:extLst>
          </p:cNvPr>
          <p:cNvSpPr>
            <a:spLocks noGrp="1"/>
          </p:cNvSpPr>
          <p:nvPr>
            <p:ph type="subTitle" idx="1"/>
          </p:nvPr>
        </p:nvSpPr>
        <p:spPr/>
        <p:txBody>
          <a:bodyPr/>
          <a:lstStyle/>
          <a:p>
            <a:r>
              <a:rPr lang="en-US" dirty="0" err="1"/>
              <a:t>Laborator</a:t>
            </a:r>
            <a:r>
              <a:rPr lang="en-US" dirty="0"/>
              <a:t> – Grigore </a:t>
            </a:r>
            <a:r>
              <a:rPr lang="en-US" dirty="0" err="1"/>
              <a:t>Ionuț</a:t>
            </a:r>
            <a:endParaRPr lang="en-US" dirty="0"/>
          </a:p>
        </p:txBody>
      </p:sp>
    </p:spTree>
    <p:extLst>
      <p:ext uri="{BB962C8B-B14F-4D97-AF65-F5344CB8AC3E}">
        <p14:creationId xmlns:p14="http://schemas.microsoft.com/office/powerpoint/2010/main" val="270464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53440" y="975360"/>
            <a:ext cx="8534400" cy="609600"/>
          </a:xfrm>
          <a:prstGeom prst="rect">
            <a:avLst/>
          </a:prstGeom>
          <a:noFill/>
          <a:ln/>
        </p:spPr>
        <p:txBody>
          <a:bodyPr wrap="square" lIns="0" tIns="0" rIns="0" bIns="0" rtlCol="0" anchor="ctr"/>
          <a:lstStyle/>
          <a:p>
            <a:r>
              <a:rPr lang="en-US" sz="2800" dirty="0">
                <a:solidFill>
                  <a:schemeClr val="tx2">
                    <a:lumMod val="75000"/>
                    <a:lumOff val="25000"/>
                  </a:schemeClr>
                </a:solidFill>
                <a:latin typeface="Calibri" pitchFamily="34" charset="0"/>
                <a:ea typeface="Calibri" pitchFamily="34" charset="-122"/>
                <a:cs typeface="Calibri" pitchFamily="34" charset="-120"/>
              </a:rPr>
              <a:t>Laboratory 6</a:t>
            </a:r>
            <a:endParaRPr lang="en-US" sz="2800" dirty="0">
              <a:solidFill>
                <a:schemeClr val="tx2">
                  <a:lumMod val="75000"/>
                  <a:lumOff val="25000"/>
                </a:schemeClr>
              </a:solidFill>
            </a:endParaRPr>
          </a:p>
        </p:txBody>
      </p:sp>
      <p:sp>
        <p:nvSpPr>
          <p:cNvPr id="5" name="Text 3"/>
          <p:cNvSpPr/>
          <p:nvPr/>
        </p:nvSpPr>
        <p:spPr>
          <a:xfrm>
            <a:off x="853440" y="1524000"/>
            <a:ext cx="9144000" cy="2682240"/>
          </a:xfrm>
          <a:prstGeom prst="rect">
            <a:avLst/>
          </a:prstGeom>
          <a:noFill/>
          <a:ln/>
        </p:spPr>
        <p:txBody>
          <a:bodyPr wrap="square" lIns="0" tIns="0" rIns="0" bIns="0" rtlCol="0" anchor="t"/>
          <a:lstStyle/>
          <a:p>
            <a:r>
              <a:rPr lang="en-US" sz="6133" b="1" dirty="0">
                <a:solidFill>
                  <a:srgbClr val="FF0000"/>
                </a:solidFill>
                <a:latin typeface="Calibri" pitchFamily="34" charset="0"/>
                <a:ea typeface="Calibri" pitchFamily="34" charset="-122"/>
                <a:cs typeface="Calibri" pitchFamily="34" charset="-120"/>
              </a:rPr>
              <a:t>Generating</a:t>
            </a:r>
          </a:p>
          <a:p>
            <a:r>
              <a:rPr lang="en-US" sz="6133" b="1" dirty="0">
                <a:solidFill>
                  <a:srgbClr val="FF0000"/>
                </a:solidFill>
                <a:latin typeface="Calibri" pitchFamily="34" charset="0"/>
                <a:ea typeface="Calibri" pitchFamily="34" charset="-122"/>
                <a:cs typeface="Calibri" pitchFamily="34" charset="-120"/>
              </a:rPr>
              <a:t>High-Resolution</a:t>
            </a:r>
          </a:p>
          <a:p>
            <a:r>
              <a:rPr lang="en-US" sz="6133" b="1" dirty="0">
                <a:solidFill>
                  <a:srgbClr val="FF0000"/>
                </a:solidFill>
                <a:latin typeface="Calibri" pitchFamily="34" charset="0"/>
                <a:ea typeface="Calibri" pitchFamily="34" charset="-122"/>
                <a:cs typeface="Calibri" pitchFamily="34" charset="-120"/>
              </a:rPr>
              <a:t>Images with</a:t>
            </a:r>
          </a:p>
          <a:p>
            <a:r>
              <a:rPr lang="en-US" sz="6133" b="1" dirty="0">
                <a:solidFill>
                  <a:srgbClr val="FF0000"/>
                </a:solidFill>
                <a:latin typeface="Calibri" pitchFamily="34" charset="0"/>
                <a:ea typeface="Calibri" pitchFamily="34" charset="-122"/>
                <a:cs typeface="Calibri" pitchFamily="34" charset="-120"/>
              </a:rPr>
              <a:t>Diffusion Models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Text 1"/>
          <p:cNvSpPr/>
          <p:nvPr/>
        </p:nvSpPr>
        <p:spPr>
          <a:xfrm>
            <a:off x="487680" y="170688"/>
            <a:ext cx="1121664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Lab Overview</a:t>
            </a:r>
            <a:endParaRPr lang="en-US" sz="2933" dirty="0"/>
          </a:p>
        </p:txBody>
      </p:sp>
      <p:sp>
        <p:nvSpPr>
          <p:cNvPr id="4" name="Shape 2"/>
          <p:cNvSpPr/>
          <p:nvPr/>
        </p:nvSpPr>
        <p:spPr>
          <a:xfrm>
            <a:off x="463296" y="999744"/>
            <a:ext cx="5559552" cy="1633728"/>
          </a:xfrm>
          <a:prstGeom prst="rect">
            <a:avLst/>
          </a:prstGeom>
          <a:solidFill>
            <a:srgbClr val="FFFFFF"/>
          </a:solidFill>
          <a:ln w="6350">
            <a:solidFill>
              <a:srgbClr val="D0D9E8"/>
            </a:solidFill>
            <a:prstDash val="solid"/>
          </a:ln>
          <a:effectLst>
            <a:outerShdw blurRad="63500" dist="25400" dir="8100000" algn="bl" rotWithShape="0">
              <a:srgbClr val="000000">
                <a:alpha val="7000"/>
              </a:srgbClr>
            </a:outerShdw>
          </a:effectLst>
        </p:spPr>
      </p:sp>
      <p:sp>
        <p:nvSpPr>
          <p:cNvPr id="5" name="Shape 3"/>
          <p:cNvSpPr/>
          <p:nvPr/>
        </p:nvSpPr>
        <p:spPr>
          <a:xfrm>
            <a:off x="463296" y="999744"/>
            <a:ext cx="877824" cy="1633728"/>
          </a:xfrm>
          <a:prstGeom prst="rect">
            <a:avLst/>
          </a:prstGeom>
          <a:solidFill>
            <a:srgbClr val="1565C0"/>
          </a:solidFill>
          <a:ln w="12700">
            <a:solidFill>
              <a:srgbClr val="1565C0"/>
            </a:solidFill>
            <a:prstDash val="solid"/>
          </a:ln>
        </p:spPr>
      </p:sp>
      <p:sp>
        <p:nvSpPr>
          <p:cNvPr id="6" name="Text 4"/>
          <p:cNvSpPr/>
          <p:nvPr/>
        </p:nvSpPr>
        <p:spPr>
          <a:xfrm>
            <a:off x="463296" y="999744"/>
            <a:ext cx="877824" cy="1633728"/>
          </a:xfrm>
          <a:prstGeom prst="rect">
            <a:avLst/>
          </a:prstGeom>
          <a:noFill/>
          <a:ln/>
        </p:spPr>
        <p:txBody>
          <a:bodyPr wrap="square" lIns="0" tIns="0" rIns="0" bIns="0" rtlCol="0" anchor="ctr"/>
          <a:lstStyle/>
          <a:p>
            <a:pPr algn="ctr"/>
            <a:r>
              <a:rPr lang="en-US" sz="2933" b="1" dirty="0">
                <a:solidFill>
                  <a:srgbClr val="FFFFFF"/>
                </a:solidFill>
                <a:latin typeface="Calibri" pitchFamily="34" charset="0"/>
                <a:ea typeface="Calibri" pitchFamily="34" charset="-122"/>
                <a:cs typeface="Calibri" pitchFamily="34" charset="-120"/>
              </a:rPr>
              <a:t>01</a:t>
            </a:r>
            <a:endParaRPr lang="en-US" sz="2933" dirty="0"/>
          </a:p>
        </p:txBody>
      </p:sp>
      <p:sp>
        <p:nvSpPr>
          <p:cNvPr id="7" name="Text 5"/>
          <p:cNvSpPr/>
          <p:nvPr/>
        </p:nvSpPr>
        <p:spPr>
          <a:xfrm>
            <a:off x="1487424" y="1146048"/>
            <a:ext cx="4389120" cy="414528"/>
          </a:xfrm>
          <a:prstGeom prst="rect">
            <a:avLst/>
          </a:prstGeom>
          <a:noFill/>
          <a:ln/>
        </p:spPr>
        <p:txBody>
          <a:bodyPr wrap="square" lIns="0" tIns="0" rIns="0" bIns="0" rtlCol="0" anchor="ctr"/>
          <a:lstStyle/>
          <a:p>
            <a:r>
              <a:rPr lang="en-US" sz="1533" b="1" dirty="0">
                <a:solidFill>
                  <a:srgbClr val="0D1B2A"/>
                </a:solidFill>
                <a:latin typeface="Calibri" pitchFamily="34" charset="0"/>
                <a:ea typeface="Calibri" pitchFamily="34" charset="-122"/>
                <a:cs typeface="Calibri" pitchFamily="34" charset="-120"/>
              </a:rPr>
              <a:t>DDIM vs DDPM</a:t>
            </a:r>
          </a:p>
        </p:txBody>
      </p:sp>
      <p:sp>
        <p:nvSpPr>
          <p:cNvPr id="8" name="Text 6"/>
          <p:cNvSpPr/>
          <p:nvPr/>
        </p:nvSpPr>
        <p:spPr>
          <a:xfrm>
            <a:off x="1487424" y="1609344"/>
            <a:ext cx="4389120" cy="877824"/>
          </a:xfrm>
          <a:prstGeom prst="rect">
            <a:avLst/>
          </a:prstGeom>
          <a:noFill/>
          <a:ln/>
        </p:spPr>
        <p:txBody>
          <a:bodyPr wrap="square" lIns="0" tIns="0" rIns="0" bIns="0" rtlCol="0" anchor="t"/>
          <a:lstStyle/>
          <a:p>
            <a:r>
              <a:rPr lang="en-US" sz="1267" dirty="0">
                <a:solidFill>
                  <a:srgbClr val="555555"/>
                </a:solidFill>
                <a:latin typeface="Calibri" pitchFamily="34" charset="0"/>
                <a:ea typeface="Calibri" pitchFamily="34" charset="-122"/>
                <a:cs typeface="Calibri" pitchFamily="34" charset="-120"/>
              </a:rPr>
              <a:t>Understand why DDIM needs only 50 steps instead of 1000, and what deterministic sampling means.</a:t>
            </a:r>
          </a:p>
        </p:txBody>
      </p:sp>
      <p:sp>
        <p:nvSpPr>
          <p:cNvPr id="9" name="Shape 7"/>
          <p:cNvSpPr/>
          <p:nvPr/>
        </p:nvSpPr>
        <p:spPr>
          <a:xfrm>
            <a:off x="6339840" y="999744"/>
            <a:ext cx="5559552" cy="1633728"/>
          </a:xfrm>
          <a:prstGeom prst="rect">
            <a:avLst/>
          </a:prstGeom>
          <a:solidFill>
            <a:srgbClr val="FFFFFF"/>
          </a:solidFill>
          <a:ln w="6350">
            <a:solidFill>
              <a:srgbClr val="D0D9E8"/>
            </a:solidFill>
            <a:prstDash val="solid"/>
          </a:ln>
          <a:effectLst>
            <a:outerShdw blurRad="63500" dist="25400" dir="8100000" algn="bl" rotWithShape="0">
              <a:srgbClr val="000000">
                <a:alpha val="7000"/>
              </a:srgbClr>
            </a:outerShdw>
          </a:effectLst>
        </p:spPr>
      </p:sp>
      <p:sp>
        <p:nvSpPr>
          <p:cNvPr id="10" name="Shape 8"/>
          <p:cNvSpPr/>
          <p:nvPr/>
        </p:nvSpPr>
        <p:spPr>
          <a:xfrm>
            <a:off x="6339840" y="999744"/>
            <a:ext cx="877824" cy="1633728"/>
          </a:xfrm>
          <a:prstGeom prst="rect">
            <a:avLst/>
          </a:prstGeom>
          <a:solidFill>
            <a:srgbClr val="1565C0"/>
          </a:solidFill>
          <a:ln w="12700">
            <a:solidFill>
              <a:srgbClr val="1565C0"/>
            </a:solidFill>
            <a:prstDash val="solid"/>
          </a:ln>
        </p:spPr>
      </p:sp>
      <p:sp>
        <p:nvSpPr>
          <p:cNvPr id="11" name="Text 9"/>
          <p:cNvSpPr/>
          <p:nvPr/>
        </p:nvSpPr>
        <p:spPr>
          <a:xfrm>
            <a:off x="6339840" y="999744"/>
            <a:ext cx="877824" cy="1633728"/>
          </a:xfrm>
          <a:prstGeom prst="rect">
            <a:avLst/>
          </a:prstGeom>
          <a:noFill/>
          <a:ln/>
        </p:spPr>
        <p:txBody>
          <a:bodyPr wrap="square" lIns="0" tIns="0" rIns="0" bIns="0" rtlCol="0" anchor="ctr"/>
          <a:lstStyle/>
          <a:p>
            <a:pPr algn="ctr"/>
            <a:r>
              <a:rPr lang="en-US" sz="2933" b="1" dirty="0">
                <a:solidFill>
                  <a:srgbClr val="FFFFFF"/>
                </a:solidFill>
                <a:latin typeface="Calibri" pitchFamily="34" charset="0"/>
                <a:ea typeface="Calibri" pitchFamily="34" charset="-122"/>
                <a:cs typeface="Calibri" pitchFamily="34" charset="-120"/>
              </a:rPr>
              <a:t>02</a:t>
            </a:r>
            <a:endParaRPr lang="en-US" sz="2933" dirty="0"/>
          </a:p>
        </p:txBody>
      </p:sp>
      <p:sp>
        <p:nvSpPr>
          <p:cNvPr id="12" name="Text 10"/>
          <p:cNvSpPr/>
          <p:nvPr/>
        </p:nvSpPr>
        <p:spPr>
          <a:xfrm>
            <a:off x="7363968" y="1146048"/>
            <a:ext cx="4389120" cy="414528"/>
          </a:xfrm>
          <a:prstGeom prst="rect">
            <a:avLst/>
          </a:prstGeom>
          <a:noFill/>
          <a:ln/>
        </p:spPr>
        <p:txBody>
          <a:bodyPr wrap="square" lIns="0" tIns="0" rIns="0" bIns="0" rtlCol="0" anchor="ctr"/>
          <a:lstStyle/>
          <a:p>
            <a:r>
              <a:rPr lang="en-US" sz="1533" b="1" dirty="0">
                <a:solidFill>
                  <a:srgbClr val="0D1B2A"/>
                </a:solidFill>
                <a:latin typeface="Calibri" pitchFamily="34" charset="0"/>
                <a:ea typeface="Calibri" pitchFamily="34" charset="-122"/>
                <a:cs typeface="Calibri" pitchFamily="34" charset="-120"/>
              </a:rPr>
              <a:t>Oxford Flowers dataset</a:t>
            </a:r>
          </a:p>
        </p:txBody>
      </p:sp>
      <p:sp>
        <p:nvSpPr>
          <p:cNvPr id="13" name="Text 11"/>
          <p:cNvSpPr/>
          <p:nvPr/>
        </p:nvSpPr>
        <p:spPr>
          <a:xfrm>
            <a:off x="7363968" y="1609344"/>
            <a:ext cx="4389120" cy="877824"/>
          </a:xfrm>
          <a:prstGeom prst="rect">
            <a:avLst/>
          </a:prstGeom>
          <a:noFill/>
          <a:ln/>
        </p:spPr>
        <p:txBody>
          <a:bodyPr wrap="square" lIns="0" tIns="0" rIns="0" bIns="0" rtlCol="0" anchor="t"/>
          <a:lstStyle/>
          <a:p>
            <a:r>
              <a:rPr lang="en-US" sz="1267" dirty="0">
                <a:solidFill>
                  <a:srgbClr val="555555"/>
                </a:solidFill>
                <a:latin typeface="Calibri" pitchFamily="34" charset="0"/>
                <a:ea typeface="Calibri" pitchFamily="34" charset="-122"/>
                <a:cs typeface="Calibri" pitchFamily="34" charset="-120"/>
              </a:rPr>
              <a:t>Download 8 000 color images and prepare them for training.</a:t>
            </a:r>
          </a:p>
        </p:txBody>
      </p:sp>
      <p:sp>
        <p:nvSpPr>
          <p:cNvPr id="14" name="Shape 12"/>
          <p:cNvSpPr/>
          <p:nvPr/>
        </p:nvSpPr>
        <p:spPr>
          <a:xfrm>
            <a:off x="463296" y="2852928"/>
            <a:ext cx="5559552" cy="1633728"/>
          </a:xfrm>
          <a:prstGeom prst="rect">
            <a:avLst/>
          </a:prstGeom>
          <a:solidFill>
            <a:srgbClr val="FFFFFF"/>
          </a:solidFill>
          <a:ln w="6350">
            <a:solidFill>
              <a:srgbClr val="D0D9E8"/>
            </a:solidFill>
            <a:prstDash val="solid"/>
          </a:ln>
          <a:effectLst>
            <a:outerShdw blurRad="63500" dist="25400" dir="8100000" algn="bl" rotWithShape="0">
              <a:srgbClr val="000000">
                <a:alpha val="7000"/>
              </a:srgbClr>
            </a:outerShdw>
          </a:effectLst>
        </p:spPr>
      </p:sp>
      <p:sp>
        <p:nvSpPr>
          <p:cNvPr id="15" name="Shape 13"/>
          <p:cNvSpPr/>
          <p:nvPr/>
        </p:nvSpPr>
        <p:spPr>
          <a:xfrm>
            <a:off x="463296" y="2852928"/>
            <a:ext cx="877824" cy="1633728"/>
          </a:xfrm>
          <a:prstGeom prst="rect">
            <a:avLst/>
          </a:prstGeom>
          <a:solidFill>
            <a:srgbClr val="1565C0"/>
          </a:solidFill>
          <a:ln w="12700">
            <a:solidFill>
              <a:srgbClr val="1565C0"/>
            </a:solidFill>
            <a:prstDash val="solid"/>
          </a:ln>
        </p:spPr>
      </p:sp>
      <p:sp>
        <p:nvSpPr>
          <p:cNvPr id="16" name="Text 14"/>
          <p:cNvSpPr/>
          <p:nvPr/>
        </p:nvSpPr>
        <p:spPr>
          <a:xfrm>
            <a:off x="463296" y="2852928"/>
            <a:ext cx="877824" cy="1633728"/>
          </a:xfrm>
          <a:prstGeom prst="rect">
            <a:avLst/>
          </a:prstGeom>
          <a:noFill/>
          <a:ln/>
        </p:spPr>
        <p:txBody>
          <a:bodyPr wrap="square" lIns="0" tIns="0" rIns="0" bIns="0" rtlCol="0" anchor="ctr"/>
          <a:lstStyle/>
          <a:p>
            <a:pPr algn="ctr"/>
            <a:r>
              <a:rPr lang="en-US" sz="2933" b="1" dirty="0">
                <a:solidFill>
                  <a:srgbClr val="FFFFFF"/>
                </a:solidFill>
                <a:latin typeface="Calibri" pitchFamily="34" charset="0"/>
                <a:ea typeface="Calibri" pitchFamily="34" charset="-122"/>
                <a:cs typeface="Calibri" pitchFamily="34" charset="-120"/>
              </a:rPr>
              <a:t>03</a:t>
            </a:r>
            <a:endParaRPr lang="en-US" sz="2933" dirty="0"/>
          </a:p>
        </p:txBody>
      </p:sp>
      <p:sp>
        <p:nvSpPr>
          <p:cNvPr id="17" name="Text 15"/>
          <p:cNvSpPr/>
          <p:nvPr/>
        </p:nvSpPr>
        <p:spPr>
          <a:xfrm>
            <a:off x="1487424" y="2999232"/>
            <a:ext cx="4389120" cy="414528"/>
          </a:xfrm>
          <a:prstGeom prst="rect">
            <a:avLst/>
          </a:prstGeom>
          <a:noFill/>
          <a:ln/>
        </p:spPr>
        <p:txBody>
          <a:bodyPr wrap="square" lIns="0" tIns="0" rIns="0" bIns="0" rtlCol="0" anchor="ctr"/>
          <a:lstStyle/>
          <a:p>
            <a:r>
              <a:rPr lang="en-US" sz="1533" b="1" dirty="0">
                <a:solidFill>
                  <a:srgbClr val="0D1B2A"/>
                </a:solidFill>
                <a:latin typeface="Calibri" pitchFamily="34" charset="0"/>
                <a:ea typeface="Calibri" pitchFamily="34" charset="-122"/>
                <a:cs typeface="Calibri" pitchFamily="34" charset="-120"/>
              </a:rPr>
              <a:t>Attention in U-Net</a:t>
            </a:r>
          </a:p>
        </p:txBody>
      </p:sp>
      <p:sp>
        <p:nvSpPr>
          <p:cNvPr id="18" name="Text 16"/>
          <p:cNvSpPr/>
          <p:nvPr/>
        </p:nvSpPr>
        <p:spPr>
          <a:xfrm>
            <a:off x="1487424" y="3462528"/>
            <a:ext cx="4389120" cy="877824"/>
          </a:xfrm>
          <a:prstGeom prst="rect">
            <a:avLst/>
          </a:prstGeom>
          <a:noFill/>
          <a:ln/>
        </p:spPr>
        <p:txBody>
          <a:bodyPr wrap="square" lIns="0" tIns="0" rIns="0" bIns="0" rtlCol="0" anchor="t"/>
          <a:lstStyle/>
          <a:p>
            <a:r>
              <a:rPr lang="en-US" sz="1267" dirty="0">
                <a:solidFill>
                  <a:srgbClr val="555555"/>
                </a:solidFill>
                <a:latin typeface="Calibri" pitchFamily="34" charset="0"/>
                <a:ea typeface="Calibri" pitchFamily="34" charset="-122"/>
                <a:cs typeface="Calibri" pitchFamily="34" charset="-120"/>
              </a:rPr>
              <a:t>Add self-attention layers so the model focuses on the most relevant pixel regions.</a:t>
            </a:r>
          </a:p>
        </p:txBody>
      </p:sp>
      <p:sp>
        <p:nvSpPr>
          <p:cNvPr id="19" name="Shape 17"/>
          <p:cNvSpPr/>
          <p:nvPr/>
        </p:nvSpPr>
        <p:spPr>
          <a:xfrm>
            <a:off x="6339840" y="2852928"/>
            <a:ext cx="5559552" cy="1633728"/>
          </a:xfrm>
          <a:prstGeom prst="rect">
            <a:avLst/>
          </a:prstGeom>
          <a:solidFill>
            <a:srgbClr val="FFFFFF"/>
          </a:solidFill>
          <a:ln w="6350">
            <a:solidFill>
              <a:srgbClr val="D0D9E8"/>
            </a:solidFill>
            <a:prstDash val="solid"/>
          </a:ln>
          <a:effectLst>
            <a:outerShdw blurRad="63500" dist="25400" dir="8100000" algn="bl" rotWithShape="0">
              <a:srgbClr val="000000">
                <a:alpha val="7000"/>
              </a:srgbClr>
            </a:outerShdw>
          </a:effectLst>
        </p:spPr>
      </p:sp>
      <p:sp>
        <p:nvSpPr>
          <p:cNvPr id="20" name="Shape 18"/>
          <p:cNvSpPr/>
          <p:nvPr/>
        </p:nvSpPr>
        <p:spPr>
          <a:xfrm>
            <a:off x="6339840" y="2852928"/>
            <a:ext cx="877824" cy="1633728"/>
          </a:xfrm>
          <a:prstGeom prst="rect">
            <a:avLst/>
          </a:prstGeom>
          <a:solidFill>
            <a:srgbClr val="1565C0"/>
          </a:solidFill>
          <a:ln w="12700">
            <a:solidFill>
              <a:srgbClr val="1565C0"/>
            </a:solidFill>
            <a:prstDash val="solid"/>
          </a:ln>
        </p:spPr>
      </p:sp>
      <p:sp>
        <p:nvSpPr>
          <p:cNvPr id="21" name="Text 19"/>
          <p:cNvSpPr/>
          <p:nvPr/>
        </p:nvSpPr>
        <p:spPr>
          <a:xfrm>
            <a:off x="6339840" y="2852928"/>
            <a:ext cx="877824" cy="1633728"/>
          </a:xfrm>
          <a:prstGeom prst="rect">
            <a:avLst/>
          </a:prstGeom>
          <a:noFill/>
          <a:ln/>
        </p:spPr>
        <p:txBody>
          <a:bodyPr wrap="square" lIns="0" tIns="0" rIns="0" bIns="0" rtlCol="0" anchor="ctr"/>
          <a:lstStyle/>
          <a:p>
            <a:pPr algn="ctr"/>
            <a:r>
              <a:rPr lang="en-US" sz="2933" b="1" dirty="0">
                <a:solidFill>
                  <a:srgbClr val="FFFFFF"/>
                </a:solidFill>
                <a:latin typeface="Calibri" pitchFamily="34" charset="0"/>
                <a:ea typeface="Calibri" pitchFamily="34" charset="-122"/>
                <a:cs typeface="Calibri" pitchFamily="34" charset="-120"/>
              </a:rPr>
              <a:t>04</a:t>
            </a:r>
            <a:endParaRPr lang="en-US" sz="2933" dirty="0"/>
          </a:p>
        </p:txBody>
      </p:sp>
      <p:sp>
        <p:nvSpPr>
          <p:cNvPr id="22" name="Text 20"/>
          <p:cNvSpPr/>
          <p:nvPr/>
        </p:nvSpPr>
        <p:spPr>
          <a:xfrm>
            <a:off x="7363968" y="2999232"/>
            <a:ext cx="4389120" cy="414528"/>
          </a:xfrm>
          <a:prstGeom prst="rect">
            <a:avLst/>
          </a:prstGeom>
          <a:noFill/>
          <a:ln/>
        </p:spPr>
        <p:txBody>
          <a:bodyPr wrap="square" lIns="0" tIns="0" rIns="0" bIns="0" rtlCol="0" anchor="ctr"/>
          <a:lstStyle/>
          <a:p>
            <a:r>
              <a:rPr lang="en-US" sz="1533" b="1" dirty="0">
                <a:solidFill>
                  <a:srgbClr val="0D1B2A"/>
                </a:solidFill>
                <a:latin typeface="Calibri" pitchFamily="34" charset="0"/>
                <a:ea typeface="Calibri" pitchFamily="34" charset="-122"/>
                <a:cs typeface="Calibri" pitchFamily="34" charset="-120"/>
              </a:rPr>
              <a:t>Training the Model</a:t>
            </a:r>
          </a:p>
        </p:txBody>
      </p:sp>
      <p:sp>
        <p:nvSpPr>
          <p:cNvPr id="23" name="Text 21"/>
          <p:cNvSpPr/>
          <p:nvPr/>
        </p:nvSpPr>
        <p:spPr>
          <a:xfrm>
            <a:off x="7363968" y="3462528"/>
            <a:ext cx="4389120" cy="877824"/>
          </a:xfrm>
          <a:prstGeom prst="rect">
            <a:avLst/>
          </a:prstGeom>
          <a:noFill/>
          <a:ln/>
        </p:spPr>
        <p:txBody>
          <a:bodyPr wrap="square" lIns="0" tIns="0" rIns="0" bIns="0" rtlCol="0" anchor="t"/>
          <a:lstStyle/>
          <a:p>
            <a:r>
              <a:rPr lang="en-US" sz="1267" dirty="0">
                <a:solidFill>
                  <a:srgbClr val="555555"/>
                </a:solidFill>
                <a:latin typeface="Calibri" pitchFamily="34" charset="0"/>
                <a:ea typeface="Calibri" pitchFamily="34" charset="-122"/>
                <a:cs typeface="Calibri" pitchFamily="34" charset="-120"/>
              </a:rPr>
              <a:t>Train the 133 M-parameter U-Net on flowers dataset.</a:t>
            </a:r>
          </a:p>
        </p:txBody>
      </p:sp>
      <p:sp>
        <p:nvSpPr>
          <p:cNvPr id="24" name="Shape 22"/>
          <p:cNvSpPr/>
          <p:nvPr/>
        </p:nvSpPr>
        <p:spPr>
          <a:xfrm>
            <a:off x="463296" y="4706112"/>
            <a:ext cx="5559552" cy="1633728"/>
          </a:xfrm>
          <a:prstGeom prst="rect">
            <a:avLst/>
          </a:prstGeom>
          <a:solidFill>
            <a:srgbClr val="FFFFFF"/>
          </a:solidFill>
          <a:ln w="6350">
            <a:solidFill>
              <a:srgbClr val="D0D9E8"/>
            </a:solidFill>
            <a:prstDash val="solid"/>
          </a:ln>
          <a:effectLst>
            <a:outerShdw blurRad="63500" dist="25400" dir="8100000" algn="bl" rotWithShape="0">
              <a:srgbClr val="000000">
                <a:alpha val="7000"/>
              </a:srgbClr>
            </a:outerShdw>
          </a:effectLst>
        </p:spPr>
      </p:sp>
      <p:sp>
        <p:nvSpPr>
          <p:cNvPr id="25" name="Shape 23"/>
          <p:cNvSpPr/>
          <p:nvPr/>
        </p:nvSpPr>
        <p:spPr>
          <a:xfrm>
            <a:off x="463296" y="4706112"/>
            <a:ext cx="877824" cy="1633728"/>
          </a:xfrm>
          <a:prstGeom prst="rect">
            <a:avLst/>
          </a:prstGeom>
          <a:solidFill>
            <a:srgbClr val="1565C0"/>
          </a:solidFill>
          <a:ln w="12700">
            <a:solidFill>
              <a:srgbClr val="1565C0"/>
            </a:solidFill>
            <a:prstDash val="solid"/>
          </a:ln>
        </p:spPr>
      </p:sp>
      <p:sp>
        <p:nvSpPr>
          <p:cNvPr id="26" name="Text 24"/>
          <p:cNvSpPr/>
          <p:nvPr/>
        </p:nvSpPr>
        <p:spPr>
          <a:xfrm>
            <a:off x="463296" y="4706112"/>
            <a:ext cx="877824" cy="1633728"/>
          </a:xfrm>
          <a:prstGeom prst="rect">
            <a:avLst/>
          </a:prstGeom>
          <a:noFill/>
          <a:ln/>
        </p:spPr>
        <p:txBody>
          <a:bodyPr wrap="square" lIns="0" tIns="0" rIns="0" bIns="0" rtlCol="0" anchor="ctr"/>
          <a:lstStyle/>
          <a:p>
            <a:pPr algn="ctr"/>
            <a:r>
              <a:rPr lang="en-US" sz="2933" b="1" dirty="0">
                <a:solidFill>
                  <a:srgbClr val="FFFFFF"/>
                </a:solidFill>
                <a:latin typeface="Calibri" pitchFamily="34" charset="0"/>
                <a:ea typeface="Calibri" pitchFamily="34" charset="-122"/>
                <a:cs typeface="Calibri" pitchFamily="34" charset="-120"/>
              </a:rPr>
              <a:t>05</a:t>
            </a:r>
            <a:endParaRPr lang="en-US" sz="2933" dirty="0"/>
          </a:p>
        </p:txBody>
      </p:sp>
      <p:sp>
        <p:nvSpPr>
          <p:cNvPr id="27" name="Text 25"/>
          <p:cNvSpPr/>
          <p:nvPr/>
        </p:nvSpPr>
        <p:spPr>
          <a:xfrm>
            <a:off x="1487424" y="4852416"/>
            <a:ext cx="4389120" cy="414528"/>
          </a:xfrm>
          <a:prstGeom prst="rect">
            <a:avLst/>
          </a:prstGeom>
          <a:noFill/>
          <a:ln/>
        </p:spPr>
        <p:txBody>
          <a:bodyPr wrap="square" lIns="0" tIns="0" rIns="0" bIns="0" rtlCol="0" anchor="ctr"/>
          <a:lstStyle/>
          <a:p>
            <a:r>
              <a:rPr lang="en-US" sz="1533" b="1" dirty="0">
                <a:solidFill>
                  <a:srgbClr val="0D1B2A"/>
                </a:solidFill>
                <a:latin typeface="Calibri" pitchFamily="34" charset="0"/>
                <a:ea typeface="Calibri" pitchFamily="34" charset="-122"/>
                <a:cs typeface="Calibri" pitchFamily="34" charset="-120"/>
              </a:rPr>
              <a:t>Interpolation</a:t>
            </a:r>
          </a:p>
        </p:txBody>
      </p:sp>
      <p:sp>
        <p:nvSpPr>
          <p:cNvPr id="28" name="Text 26"/>
          <p:cNvSpPr/>
          <p:nvPr/>
        </p:nvSpPr>
        <p:spPr>
          <a:xfrm>
            <a:off x="1487424" y="5315712"/>
            <a:ext cx="4389120" cy="877824"/>
          </a:xfrm>
          <a:prstGeom prst="rect">
            <a:avLst/>
          </a:prstGeom>
          <a:noFill/>
          <a:ln/>
        </p:spPr>
        <p:txBody>
          <a:bodyPr wrap="square" lIns="0" tIns="0" rIns="0" bIns="0" rtlCol="0" anchor="t"/>
          <a:lstStyle/>
          <a:p>
            <a:r>
              <a:rPr lang="en-US" sz="1267" dirty="0">
                <a:solidFill>
                  <a:srgbClr val="555555"/>
                </a:solidFill>
                <a:latin typeface="Calibri" pitchFamily="34" charset="0"/>
                <a:ea typeface="Calibri" pitchFamily="34" charset="-122"/>
                <a:cs typeface="Calibri" pitchFamily="34" charset="-120"/>
              </a:rPr>
              <a:t>Blend two noise tensors to generate images that smoothly transition between two flowers.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4E0F1-4B10-425C-78E8-C31B4FFC01D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888A022-5924-8F3F-FB3E-A896E5D7DD7B}"/>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55BC3D52-4072-E7F4-20A4-CB4966F07CAF}"/>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What Problem Are We Solving?</a:t>
            </a:r>
          </a:p>
        </p:txBody>
      </p:sp>
      <p:sp>
        <p:nvSpPr>
          <p:cNvPr id="4" name="Shape 2">
            <a:extLst>
              <a:ext uri="{FF2B5EF4-FFF2-40B4-BE49-F238E27FC236}">
                <a16:creationId xmlns:a16="http://schemas.microsoft.com/office/drawing/2014/main" id="{2E2206EA-D356-FE07-DD84-4B934B03E7E9}"/>
              </a:ext>
            </a:extLst>
          </p:cNvPr>
          <p:cNvSpPr/>
          <p:nvPr/>
        </p:nvSpPr>
        <p:spPr>
          <a:xfrm>
            <a:off x="426720" y="1072896"/>
            <a:ext cx="5303520" cy="512064"/>
          </a:xfrm>
          <a:prstGeom prst="rect">
            <a:avLst/>
          </a:prstGeom>
          <a:solidFill>
            <a:srgbClr val="1F5BAD"/>
          </a:solidFill>
          <a:ln w="12700">
            <a:solidFill>
              <a:srgbClr val="1F5BAD"/>
            </a:solidFill>
            <a:prstDash val="solid"/>
          </a:ln>
        </p:spPr>
      </p:sp>
      <p:sp>
        <p:nvSpPr>
          <p:cNvPr id="5" name="Text 3">
            <a:extLst>
              <a:ext uri="{FF2B5EF4-FFF2-40B4-BE49-F238E27FC236}">
                <a16:creationId xmlns:a16="http://schemas.microsoft.com/office/drawing/2014/main" id="{6A54ED83-580B-0068-F799-2DD197D7CE61}"/>
              </a:ext>
            </a:extLst>
          </p:cNvPr>
          <p:cNvSpPr/>
          <p:nvPr/>
        </p:nvSpPr>
        <p:spPr>
          <a:xfrm>
            <a:off x="426720" y="1072896"/>
            <a:ext cx="5303520" cy="512064"/>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Labs 4 &amp; 5 — what we had</a:t>
            </a:r>
            <a:endParaRPr lang="en-US" sz="1733" dirty="0"/>
          </a:p>
        </p:txBody>
      </p:sp>
      <p:sp>
        <p:nvSpPr>
          <p:cNvPr id="7" name="Text 5">
            <a:extLst>
              <a:ext uri="{FF2B5EF4-FFF2-40B4-BE49-F238E27FC236}">
                <a16:creationId xmlns:a16="http://schemas.microsoft.com/office/drawing/2014/main" id="{E1787A8A-262C-A28B-F6A6-00FDC4A5A11C}"/>
              </a:ext>
            </a:extLst>
          </p:cNvPr>
          <p:cNvSpPr/>
          <p:nvPr/>
        </p:nvSpPr>
        <p:spPr>
          <a:xfrm>
            <a:off x="548640" y="1760030"/>
            <a:ext cx="4998720" cy="63398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  Grayscale 28×28 Fashion MNIST images</a:t>
            </a:r>
            <a:endParaRPr lang="en-US" sz="1600" dirty="0"/>
          </a:p>
        </p:txBody>
      </p:sp>
      <p:sp>
        <p:nvSpPr>
          <p:cNvPr id="9" name="Text 7">
            <a:extLst>
              <a:ext uri="{FF2B5EF4-FFF2-40B4-BE49-F238E27FC236}">
                <a16:creationId xmlns:a16="http://schemas.microsoft.com/office/drawing/2014/main" id="{5697832C-18EF-359B-7603-828B91541FDE}"/>
              </a:ext>
            </a:extLst>
          </p:cNvPr>
          <p:cNvSpPr/>
          <p:nvPr/>
        </p:nvSpPr>
        <p:spPr>
          <a:xfrm>
            <a:off x="562090" y="2773876"/>
            <a:ext cx="4998720" cy="63398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  </a:t>
            </a:r>
            <a:r>
              <a:rPr lang="en-US" sz="1600" b="1" dirty="0">
                <a:solidFill>
                  <a:srgbClr val="595959"/>
                </a:solidFill>
                <a:latin typeface="Calibri" pitchFamily="34" charset="0"/>
                <a:ea typeface="Calibri" pitchFamily="34" charset="-122"/>
                <a:cs typeface="Calibri" pitchFamily="34" charset="-120"/>
              </a:rPr>
              <a:t>Conditional</a:t>
            </a:r>
            <a:r>
              <a:rPr lang="en-US" sz="1600" dirty="0">
                <a:solidFill>
                  <a:srgbClr val="595959"/>
                </a:solidFill>
                <a:latin typeface="Calibri" pitchFamily="34" charset="0"/>
                <a:ea typeface="Calibri" pitchFamily="34" charset="-122"/>
                <a:cs typeface="Calibri" pitchFamily="34" charset="-120"/>
              </a:rPr>
              <a:t> generation with class labels</a:t>
            </a:r>
            <a:endParaRPr lang="en-US" sz="1600" dirty="0"/>
          </a:p>
        </p:txBody>
      </p:sp>
      <p:sp>
        <p:nvSpPr>
          <p:cNvPr id="15" name="Shape 13">
            <a:extLst>
              <a:ext uri="{FF2B5EF4-FFF2-40B4-BE49-F238E27FC236}">
                <a16:creationId xmlns:a16="http://schemas.microsoft.com/office/drawing/2014/main" id="{1B7F3878-99AF-15F6-B001-F5A3E2B16317}"/>
              </a:ext>
            </a:extLst>
          </p:cNvPr>
          <p:cNvSpPr/>
          <p:nvPr/>
        </p:nvSpPr>
        <p:spPr>
          <a:xfrm>
            <a:off x="6522720" y="1072896"/>
            <a:ext cx="5242560" cy="512064"/>
          </a:xfrm>
          <a:prstGeom prst="rect">
            <a:avLst/>
          </a:prstGeom>
          <a:solidFill>
            <a:srgbClr val="1B6B60"/>
          </a:solidFill>
          <a:ln w="12700">
            <a:solidFill>
              <a:srgbClr val="1B6B60"/>
            </a:solidFill>
            <a:prstDash val="solid"/>
          </a:ln>
        </p:spPr>
      </p:sp>
      <p:sp>
        <p:nvSpPr>
          <p:cNvPr id="16" name="Text 14">
            <a:extLst>
              <a:ext uri="{FF2B5EF4-FFF2-40B4-BE49-F238E27FC236}">
                <a16:creationId xmlns:a16="http://schemas.microsoft.com/office/drawing/2014/main" id="{16EC6368-0366-C366-3B25-B9D981583239}"/>
              </a:ext>
            </a:extLst>
          </p:cNvPr>
          <p:cNvSpPr/>
          <p:nvPr/>
        </p:nvSpPr>
        <p:spPr>
          <a:xfrm>
            <a:off x="6522720" y="1072896"/>
            <a:ext cx="5242560" cy="512064"/>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Lab 6 — what we want</a:t>
            </a:r>
            <a:endParaRPr lang="en-US" sz="1733" dirty="0"/>
          </a:p>
        </p:txBody>
      </p:sp>
      <p:sp>
        <p:nvSpPr>
          <p:cNvPr id="18" name="Text 16">
            <a:extLst>
              <a:ext uri="{FF2B5EF4-FFF2-40B4-BE49-F238E27FC236}">
                <a16:creationId xmlns:a16="http://schemas.microsoft.com/office/drawing/2014/main" id="{7E5C1075-1407-7FA9-9779-01E3D22A5C41}"/>
              </a:ext>
            </a:extLst>
          </p:cNvPr>
          <p:cNvSpPr/>
          <p:nvPr/>
        </p:nvSpPr>
        <p:spPr>
          <a:xfrm>
            <a:off x="6681216" y="1755648"/>
            <a:ext cx="4937760" cy="63398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  Color 64×64 Oxford Flowers images</a:t>
            </a:r>
            <a:endParaRPr lang="en-US" sz="1600" dirty="0"/>
          </a:p>
        </p:txBody>
      </p:sp>
      <p:sp>
        <p:nvSpPr>
          <p:cNvPr id="20" name="Text 18">
            <a:extLst>
              <a:ext uri="{FF2B5EF4-FFF2-40B4-BE49-F238E27FC236}">
                <a16:creationId xmlns:a16="http://schemas.microsoft.com/office/drawing/2014/main" id="{0D3DEC68-1937-F87F-D1AC-F10679DD3DDB}"/>
              </a:ext>
            </a:extLst>
          </p:cNvPr>
          <p:cNvSpPr/>
          <p:nvPr/>
        </p:nvSpPr>
        <p:spPr>
          <a:xfrm>
            <a:off x="6705600" y="2807072"/>
            <a:ext cx="4937760" cy="63398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  </a:t>
            </a:r>
            <a:r>
              <a:rPr lang="en-US" sz="1600" b="1" dirty="0">
                <a:solidFill>
                  <a:srgbClr val="595959"/>
                </a:solidFill>
                <a:latin typeface="Calibri" pitchFamily="34" charset="0"/>
                <a:ea typeface="Calibri" pitchFamily="34" charset="-122"/>
                <a:cs typeface="Calibri" pitchFamily="34" charset="-120"/>
              </a:rPr>
              <a:t>Unconditional</a:t>
            </a:r>
            <a:r>
              <a:rPr lang="en-US" sz="1600" dirty="0">
                <a:solidFill>
                  <a:srgbClr val="595959"/>
                </a:solidFill>
                <a:latin typeface="Calibri" pitchFamily="34" charset="0"/>
                <a:ea typeface="Calibri" pitchFamily="34" charset="-122"/>
                <a:cs typeface="Calibri" pitchFamily="34" charset="-120"/>
              </a:rPr>
              <a:t> generation (no labels)</a:t>
            </a:r>
            <a:endParaRPr lang="en-US" sz="1600" dirty="0"/>
          </a:p>
        </p:txBody>
      </p:sp>
      <p:sp>
        <p:nvSpPr>
          <p:cNvPr id="27" name="Shape 0">
            <a:extLst>
              <a:ext uri="{FF2B5EF4-FFF2-40B4-BE49-F238E27FC236}">
                <a16:creationId xmlns:a16="http://schemas.microsoft.com/office/drawing/2014/main" id="{76208CA3-5974-E173-50E6-DBD94BD05EC2}"/>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30" name="Picture 29">
            <a:extLst>
              <a:ext uri="{FF2B5EF4-FFF2-40B4-BE49-F238E27FC236}">
                <a16:creationId xmlns:a16="http://schemas.microsoft.com/office/drawing/2014/main" id="{0494CF32-3B89-1D15-CFBD-41F52D673285}"/>
              </a:ext>
            </a:extLst>
          </p:cNvPr>
          <p:cNvPicPr>
            <a:picLocks noChangeAspect="1"/>
          </p:cNvPicPr>
          <p:nvPr/>
        </p:nvPicPr>
        <p:blipFill>
          <a:blip r:embed="rId3"/>
          <a:stretch>
            <a:fillRect/>
          </a:stretch>
        </p:blipFill>
        <p:spPr>
          <a:xfrm>
            <a:off x="10276396" y="1685213"/>
            <a:ext cx="738375" cy="754253"/>
          </a:xfrm>
          <a:prstGeom prst="rect">
            <a:avLst/>
          </a:prstGeom>
        </p:spPr>
      </p:pic>
      <p:pic>
        <p:nvPicPr>
          <p:cNvPr id="51" name="Picture 6" descr="U-NET: Computer Vision's neural network ...">
            <a:extLst>
              <a:ext uri="{FF2B5EF4-FFF2-40B4-BE49-F238E27FC236}">
                <a16:creationId xmlns:a16="http://schemas.microsoft.com/office/drawing/2014/main" id="{5A8C250E-B965-8192-85DD-77857C2CFB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45177" y="3408112"/>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57E86774-DEC5-E281-F7F8-51E96FD73845}"/>
              </a:ext>
            </a:extLst>
          </p:cNvPr>
          <p:cNvSpPr txBox="1"/>
          <p:nvPr/>
        </p:nvSpPr>
        <p:spPr>
          <a:xfrm>
            <a:off x="7681913" y="4137322"/>
            <a:ext cx="688009" cy="261610"/>
          </a:xfrm>
          <a:prstGeom prst="rect">
            <a:avLst/>
          </a:prstGeom>
          <a:noFill/>
        </p:spPr>
        <p:txBody>
          <a:bodyPr wrap="none" rtlCol="0">
            <a:spAutoFit/>
          </a:bodyPr>
          <a:lstStyle/>
          <a:p>
            <a:r>
              <a:rPr lang="en-US" sz="1100" dirty="0"/>
              <a:t>encoder</a:t>
            </a:r>
            <a:endParaRPr lang="ro-RO" sz="1100" dirty="0"/>
          </a:p>
        </p:txBody>
      </p:sp>
      <p:sp>
        <p:nvSpPr>
          <p:cNvPr id="53" name="TextBox 52">
            <a:extLst>
              <a:ext uri="{FF2B5EF4-FFF2-40B4-BE49-F238E27FC236}">
                <a16:creationId xmlns:a16="http://schemas.microsoft.com/office/drawing/2014/main" id="{C5BA1425-7928-9708-1D2E-E3B18D1EA3F4}"/>
              </a:ext>
            </a:extLst>
          </p:cNvPr>
          <p:cNvSpPr txBox="1"/>
          <p:nvPr/>
        </p:nvSpPr>
        <p:spPr>
          <a:xfrm>
            <a:off x="8856250" y="4137322"/>
            <a:ext cx="688009" cy="261610"/>
          </a:xfrm>
          <a:prstGeom prst="rect">
            <a:avLst/>
          </a:prstGeom>
          <a:noFill/>
        </p:spPr>
        <p:txBody>
          <a:bodyPr wrap="none" rtlCol="0">
            <a:spAutoFit/>
          </a:bodyPr>
          <a:lstStyle/>
          <a:p>
            <a:r>
              <a:rPr lang="en-US" sz="1100" dirty="0"/>
              <a:t>decoder</a:t>
            </a:r>
            <a:endParaRPr lang="ro-RO" sz="1100" dirty="0"/>
          </a:p>
        </p:txBody>
      </p:sp>
      <p:sp>
        <p:nvSpPr>
          <p:cNvPr id="54" name="TextBox 53">
            <a:extLst>
              <a:ext uri="{FF2B5EF4-FFF2-40B4-BE49-F238E27FC236}">
                <a16:creationId xmlns:a16="http://schemas.microsoft.com/office/drawing/2014/main" id="{53F0E46D-9010-44C4-D6C7-945065CC4CC6}"/>
              </a:ext>
            </a:extLst>
          </p:cNvPr>
          <p:cNvSpPr txBox="1"/>
          <p:nvPr/>
        </p:nvSpPr>
        <p:spPr>
          <a:xfrm>
            <a:off x="8095155" y="3495965"/>
            <a:ext cx="1035861" cy="230832"/>
          </a:xfrm>
          <a:prstGeom prst="rect">
            <a:avLst/>
          </a:prstGeom>
          <a:noFill/>
        </p:spPr>
        <p:txBody>
          <a:bodyPr wrap="none" rtlCol="0">
            <a:spAutoFit/>
          </a:bodyPr>
          <a:lstStyle/>
          <a:p>
            <a:r>
              <a:rPr lang="en-US" sz="900" dirty="0"/>
              <a:t>skip connections</a:t>
            </a:r>
            <a:endParaRPr lang="ro-RO" sz="900" dirty="0"/>
          </a:p>
        </p:txBody>
      </p:sp>
      <p:pic>
        <p:nvPicPr>
          <p:cNvPr id="55" name="Picture 54">
            <a:extLst>
              <a:ext uri="{FF2B5EF4-FFF2-40B4-BE49-F238E27FC236}">
                <a16:creationId xmlns:a16="http://schemas.microsoft.com/office/drawing/2014/main" id="{38C3240E-8B78-286D-41E8-BEAAA5E5B8CA}"/>
              </a:ext>
            </a:extLst>
          </p:cNvPr>
          <p:cNvPicPr>
            <a:picLocks noChangeAspect="1"/>
          </p:cNvPicPr>
          <p:nvPr/>
        </p:nvPicPr>
        <p:blipFill>
          <a:blip r:embed="rId5"/>
          <a:stretch>
            <a:fillRect/>
          </a:stretch>
        </p:blipFill>
        <p:spPr>
          <a:xfrm>
            <a:off x="6643926" y="3474207"/>
            <a:ext cx="688008" cy="818786"/>
          </a:xfrm>
          <a:prstGeom prst="rect">
            <a:avLst/>
          </a:prstGeom>
        </p:spPr>
      </p:pic>
      <p:pic>
        <p:nvPicPr>
          <p:cNvPr id="56" name="Picture 55">
            <a:extLst>
              <a:ext uri="{FF2B5EF4-FFF2-40B4-BE49-F238E27FC236}">
                <a16:creationId xmlns:a16="http://schemas.microsoft.com/office/drawing/2014/main" id="{A73359A3-DB37-0513-B3B3-374FADE35AF2}"/>
              </a:ext>
            </a:extLst>
          </p:cNvPr>
          <p:cNvPicPr>
            <a:picLocks noChangeAspect="1"/>
          </p:cNvPicPr>
          <p:nvPr/>
        </p:nvPicPr>
        <p:blipFill>
          <a:blip r:embed="rId6"/>
          <a:stretch>
            <a:fillRect/>
          </a:stretch>
        </p:blipFill>
        <p:spPr>
          <a:xfrm>
            <a:off x="11139829" y="3440048"/>
            <a:ext cx="736463" cy="887103"/>
          </a:xfrm>
          <a:prstGeom prst="rect">
            <a:avLst/>
          </a:prstGeom>
        </p:spPr>
      </p:pic>
      <p:sp>
        <p:nvSpPr>
          <p:cNvPr id="57" name="Rectangle 56">
            <a:extLst>
              <a:ext uri="{FF2B5EF4-FFF2-40B4-BE49-F238E27FC236}">
                <a16:creationId xmlns:a16="http://schemas.microsoft.com/office/drawing/2014/main" id="{58E6622A-F31E-F493-F891-FF71FEB74E41}"/>
              </a:ext>
            </a:extLst>
          </p:cNvPr>
          <p:cNvSpPr/>
          <p:nvPr/>
        </p:nvSpPr>
        <p:spPr>
          <a:xfrm>
            <a:off x="6229248" y="3902164"/>
            <a:ext cx="416113" cy="30432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cxnSp>
        <p:nvCxnSpPr>
          <p:cNvPr id="58" name="Straight Arrow Connector 57">
            <a:extLst>
              <a:ext uri="{FF2B5EF4-FFF2-40B4-BE49-F238E27FC236}">
                <a16:creationId xmlns:a16="http://schemas.microsoft.com/office/drawing/2014/main" id="{BABC58A3-CA5D-D6AA-71D8-084D3F63800B}"/>
              </a:ext>
            </a:extLst>
          </p:cNvPr>
          <p:cNvCxnSpPr>
            <a:stCxn id="55" idx="3"/>
            <a:endCxn id="51" idx="1"/>
          </p:cNvCxnSpPr>
          <p:nvPr/>
        </p:nvCxnSpPr>
        <p:spPr>
          <a:xfrm>
            <a:off x="7331934" y="3883600"/>
            <a:ext cx="4132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TextBox 58">
            <a:extLst>
              <a:ext uri="{FF2B5EF4-FFF2-40B4-BE49-F238E27FC236}">
                <a16:creationId xmlns:a16="http://schemas.microsoft.com/office/drawing/2014/main" id="{54132F29-D999-207D-2B86-450FBF3902A0}"/>
              </a:ext>
            </a:extLst>
          </p:cNvPr>
          <p:cNvSpPr txBox="1"/>
          <p:nvPr/>
        </p:nvSpPr>
        <p:spPr>
          <a:xfrm>
            <a:off x="9948490" y="3701249"/>
            <a:ext cx="779646" cy="369332"/>
          </a:xfrm>
          <a:prstGeom prst="rect">
            <a:avLst/>
          </a:prstGeom>
          <a:noFill/>
        </p:spPr>
        <p:txBody>
          <a:bodyPr wrap="square" rtlCol="0">
            <a:spAutoFit/>
          </a:bodyPr>
          <a:lstStyle/>
          <a:p>
            <a:pPr algn="ctr"/>
            <a:r>
              <a:rPr lang="ro-RO" i="1" dirty="0"/>
              <a:t>...</a:t>
            </a:r>
          </a:p>
        </p:txBody>
      </p:sp>
      <p:cxnSp>
        <p:nvCxnSpPr>
          <p:cNvPr id="60" name="Straight Arrow Connector 59">
            <a:extLst>
              <a:ext uri="{FF2B5EF4-FFF2-40B4-BE49-F238E27FC236}">
                <a16:creationId xmlns:a16="http://schemas.microsoft.com/office/drawing/2014/main" id="{7B37625B-994E-2F5B-7217-2221148379AD}"/>
              </a:ext>
            </a:extLst>
          </p:cNvPr>
          <p:cNvCxnSpPr>
            <a:stCxn id="51" idx="3"/>
            <a:endCxn id="59" idx="1"/>
          </p:cNvCxnSpPr>
          <p:nvPr/>
        </p:nvCxnSpPr>
        <p:spPr>
          <a:xfrm>
            <a:off x="9480995" y="3883600"/>
            <a:ext cx="467495" cy="23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86E9D5C8-6D2A-B8C4-C957-F7082EECE05D}"/>
              </a:ext>
            </a:extLst>
          </p:cNvPr>
          <p:cNvCxnSpPr>
            <a:stCxn id="59" idx="3"/>
            <a:endCxn id="56" idx="1"/>
          </p:cNvCxnSpPr>
          <p:nvPr/>
        </p:nvCxnSpPr>
        <p:spPr>
          <a:xfrm flipV="1">
            <a:off x="10728136" y="3883600"/>
            <a:ext cx="411693" cy="23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62" name="Picture 61">
            <a:extLst>
              <a:ext uri="{FF2B5EF4-FFF2-40B4-BE49-F238E27FC236}">
                <a16:creationId xmlns:a16="http://schemas.microsoft.com/office/drawing/2014/main" id="{552B0B93-7569-9EFB-2FC7-CAD0DFF84025}"/>
              </a:ext>
            </a:extLst>
          </p:cNvPr>
          <p:cNvPicPr>
            <a:picLocks noChangeAspect="1"/>
          </p:cNvPicPr>
          <p:nvPr/>
        </p:nvPicPr>
        <p:blipFill>
          <a:blip r:embed="rId7"/>
          <a:stretch>
            <a:fillRect/>
          </a:stretch>
        </p:blipFill>
        <p:spPr>
          <a:xfrm>
            <a:off x="11132366" y="3619964"/>
            <a:ext cx="733527" cy="771633"/>
          </a:xfrm>
          <a:prstGeom prst="rect">
            <a:avLst/>
          </a:prstGeom>
        </p:spPr>
      </p:pic>
      <p:pic>
        <p:nvPicPr>
          <p:cNvPr id="63" name="Picture 6" descr="U-NET: Computer Vision's neural network ...">
            <a:extLst>
              <a:ext uri="{FF2B5EF4-FFF2-40B4-BE49-F238E27FC236}">
                <a16:creationId xmlns:a16="http://schemas.microsoft.com/office/drawing/2014/main" id="{01C1A439-8D19-8CEA-2615-BFD6C9FA87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2377" y="3387710"/>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64" name="TextBox 63">
            <a:extLst>
              <a:ext uri="{FF2B5EF4-FFF2-40B4-BE49-F238E27FC236}">
                <a16:creationId xmlns:a16="http://schemas.microsoft.com/office/drawing/2014/main" id="{55995C39-7759-F6E6-3AA6-78CA0EFAE9FF}"/>
              </a:ext>
            </a:extLst>
          </p:cNvPr>
          <p:cNvSpPr txBox="1"/>
          <p:nvPr/>
        </p:nvSpPr>
        <p:spPr>
          <a:xfrm>
            <a:off x="1569113" y="4116920"/>
            <a:ext cx="688009" cy="261610"/>
          </a:xfrm>
          <a:prstGeom prst="rect">
            <a:avLst/>
          </a:prstGeom>
          <a:noFill/>
        </p:spPr>
        <p:txBody>
          <a:bodyPr wrap="none" rtlCol="0">
            <a:spAutoFit/>
          </a:bodyPr>
          <a:lstStyle/>
          <a:p>
            <a:r>
              <a:rPr lang="en-US" sz="1100" dirty="0"/>
              <a:t>encoder</a:t>
            </a:r>
            <a:endParaRPr lang="ro-RO" sz="1100" dirty="0"/>
          </a:p>
        </p:txBody>
      </p:sp>
      <p:sp>
        <p:nvSpPr>
          <p:cNvPr id="65" name="TextBox 64">
            <a:extLst>
              <a:ext uri="{FF2B5EF4-FFF2-40B4-BE49-F238E27FC236}">
                <a16:creationId xmlns:a16="http://schemas.microsoft.com/office/drawing/2014/main" id="{F727E4D3-0618-06D6-6EC6-88CFE368A734}"/>
              </a:ext>
            </a:extLst>
          </p:cNvPr>
          <p:cNvSpPr txBox="1"/>
          <p:nvPr/>
        </p:nvSpPr>
        <p:spPr>
          <a:xfrm>
            <a:off x="2743450" y="4116920"/>
            <a:ext cx="688009" cy="261610"/>
          </a:xfrm>
          <a:prstGeom prst="rect">
            <a:avLst/>
          </a:prstGeom>
          <a:noFill/>
        </p:spPr>
        <p:txBody>
          <a:bodyPr wrap="none" rtlCol="0">
            <a:spAutoFit/>
          </a:bodyPr>
          <a:lstStyle/>
          <a:p>
            <a:r>
              <a:rPr lang="en-US" sz="1100" dirty="0"/>
              <a:t>decoder</a:t>
            </a:r>
            <a:endParaRPr lang="ro-RO" sz="1100" dirty="0"/>
          </a:p>
        </p:txBody>
      </p:sp>
      <p:sp>
        <p:nvSpPr>
          <p:cNvPr id="66" name="TextBox 65">
            <a:extLst>
              <a:ext uri="{FF2B5EF4-FFF2-40B4-BE49-F238E27FC236}">
                <a16:creationId xmlns:a16="http://schemas.microsoft.com/office/drawing/2014/main" id="{AE119F90-5450-A7B5-A7A9-4EF0705E96F8}"/>
              </a:ext>
            </a:extLst>
          </p:cNvPr>
          <p:cNvSpPr txBox="1"/>
          <p:nvPr/>
        </p:nvSpPr>
        <p:spPr>
          <a:xfrm>
            <a:off x="1982355" y="3475563"/>
            <a:ext cx="1035861" cy="230832"/>
          </a:xfrm>
          <a:prstGeom prst="rect">
            <a:avLst/>
          </a:prstGeom>
          <a:noFill/>
        </p:spPr>
        <p:txBody>
          <a:bodyPr wrap="none" rtlCol="0">
            <a:spAutoFit/>
          </a:bodyPr>
          <a:lstStyle/>
          <a:p>
            <a:r>
              <a:rPr lang="en-US" sz="900" dirty="0"/>
              <a:t>skip connections</a:t>
            </a:r>
            <a:endParaRPr lang="ro-RO" sz="900" dirty="0"/>
          </a:p>
        </p:txBody>
      </p:sp>
      <p:pic>
        <p:nvPicPr>
          <p:cNvPr id="67" name="Picture 66">
            <a:extLst>
              <a:ext uri="{FF2B5EF4-FFF2-40B4-BE49-F238E27FC236}">
                <a16:creationId xmlns:a16="http://schemas.microsoft.com/office/drawing/2014/main" id="{2E5428B7-2B7C-2C34-84E3-4818264122AE}"/>
              </a:ext>
            </a:extLst>
          </p:cNvPr>
          <p:cNvPicPr>
            <a:picLocks noChangeAspect="1"/>
          </p:cNvPicPr>
          <p:nvPr/>
        </p:nvPicPr>
        <p:blipFill>
          <a:blip r:embed="rId5"/>
          <a:stretch>
            <a:fillRect/>
          </a:stretch>
        </p:blipFill>
        <p:spPr>
          <a:xfrm>
            <a:off x="531126" y="3453805"/>
            <a:ext cx="688008" cy="818786"/>
          </a:xfrm>
          <a:prstGeom prst="rect">
            <a:avLst/>
          </a:prstGeom>
        </p:spPr>
      </p:pic>
      <p:pic>
        <p:nvPicPr>
          <p:cNvPr id="68" name="Picture 67">
            <a:extLst>
              <a:ext uri="{FF2B5EF4-FFF2-40B4-BE49-F238E27FC236}">
                <a16:creationId xmlns:a16="http://schemas.microsoft.com/office/drawing/2014/main" id="{DFBB4195-3CCD-9819-5983-9420AC9EBA6A}"/>
              </a:ext>
            </a:extLst>
          </p:cNvPr>
          <p:cNvPicPr>
            <a:picLocks noChangeAspect="1"/>
          </p:cNvPicPr>
          <p:nvPr/>
        </p:nvPicPr>
        <p:blipFill>
          <a:blip r:embed="rId6"/>
          <a:stretch>
            <a:fillRect/>
          </a:stretch>
        </p:blipFill>
        <p:spPr>
          <a:xfrm>
            <a:off x="5027029" y="3419646"/>
            <a:ext cx="736463" cy="887103"/>
          </a:xfrm>
          <a:prstGeom prst="rect">
            <a:avLst/>
          </a:prstGeom>
        </p:spPr>
      </p:pic>
      <p:cxnSp>
        <p:nvCxnSpPr>
          <p:cNvPr id="69" name="Straight Arrow Connector 68">
            <a:extLst>
              <a:ext uri="{FF2B5EF4-FFF2-40B4-BE49-F238E27FC236}">
                <a16:creationId xmlns:a16="http://schemas.microsoft.com/office/drawing/2014/main" id="{DCA95AD7-55C4-05D4-AE2B-50C7D6DD9F92}"/>
              </a:ext>
            </a:extLst>
          </p:cNvPr>
          <p:cNvCxnSpPr>
            <a:stCxn id="67" idx="3"/>
            <a:endCxn id="63" idx="1"/>
          </p:cNvCxnSpPr>
          <p:nvPr/>
        </p:nvCxnSpPr>
        <p:spPr>
          <a:xfrm>
            <a:off x="1219134" y="3863198"/>
            <a:ext cx="4132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7AD07A73-CFC4-2CF0-644D-FF2499F5EE5F}"/>
              </a:ext>
            </a:extLst>
          </p:cNvPr>
          <p:cNvSpPr txBox="1"/>
          <p:nvPr/>
        </p:nvSpPr>
        <p:spPr>
          <a:xfrm>
            <a:off x="3807789" y="3678532"/>
            <a:ext cx="779646" cy="369332"/>
          </a:xfrm>
          <a:prstGeom prst="rect">
            <a:avLst/>
          </a:prstGeom>
          <a:noFill/>
        </p:spPr>
        <p:txBody>
          <a:bodyPr wrap="square" rtlCol="0">
            <a:spAutoFit/>
          </a:bodyPr>
          <a:lstStyle/>
          <a:p>
            <a:pPr algn="ctr"/>
            <a:r>
              <a:rPr lang="ro-RO" i="1" dirty="0"/>
              <a:t>...</a:t>
            </a:r>
          </a:p>
        </p:txBody>
      </p:sp>
      <p:cxnSp>
        <p:nvCxnSpPr>
          <p:cNvPr id="71" name="Straight Arrow Connector 70">
            <a:extLst>
              <a:ext uri="{FF2B5EF4-FFF2-40B4-BE49-F238E27FC236}">
                <a16:creationId xmlns:a16="http://schemas.microsoft.com/office/drawing/2014/main" id="{96141C15-6776-C0E8-8E75-7FBA68FB62ED}"/>
              </a:ext>
            </a:extLst>
          </p:cNvPr>
          <p:cNvCxnSpPr>
            <a:stCxn id="63" idx="3"/>
            <a:endCxn id="70" idx="1"/>
          </p:cNvCxnSpPr>
          <p:nvPr/>
        </p:nvCxnSpPr>
        <p:spPr>
          <a:xfrm>
            <a:off x="3368195" y="3863198"/>
            <a:ext cx="4395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56041AD3-79E0-AD65-EF41-3C9804B21EBE}"/>
              </a:ext>
            </a:extLst>
          </p:cNvPr>
          <p:cNvCxnSpPr>
            <a:stCxn id="70" idx="3"/>
            <a:endCxn id="68" idx="1"/>
          </p:cNvCxnSpPr>
          <p:nvPr/>
        </p:nvCxnSpPr>
        <p:spPr>
          <a:xfrm>
            <a:off x="4587435" y="3863198"/>
            <a:ext cx="43959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73" name="Picture 72">
            <a:extLst>
              <a:ext uri="{FF2B5EF4-FFF2-40B4-BE49-F238E27FC236}">
                <a16:creationId xmlns:a16="http://schemas.microsoft.com/office/drawing/2014/main" id="{EEA287A5-1F10-6D9C-7A2B-93B796B30E01}"/>
              </a:ext>
            </a:extLst>
          </p:cNvPr>
          <p:cNvPicPr>
            <a:picLocks noChangeAspect="1"/>
          </p:cNvPicPr>
          <p:nvPr/>
        </p:nvPicPr>
        <p:blipFill>
          <a:blip r:embed="rId8"/>
          <a:stretch>
            <a:fillRect/>
          </a:stretch>
        </p:blipFill>
        <p:spPr>
          <a:xfrm>
            <a:off x="5042965" y="3563078"/>
            <a:ext cx="762106" cy="771633"/>
          </a:xfrm>
          <a:prstGeom prst="rect">
            <a:avLst/>
          </a:prstGeom>
        </p:spPr>
      </p:pic>
      <p:cxnSp>
        <p:nvCxnSpPr>
          <p:cNvPr id="75" name="Straight Arrow Connector 74">
            <a:extLst>
              <a:ext uri="{FF2B5EF4-FFF2-40B4-BE49-F238E27FC236}">
                <a16:creationId xmlns:a16="http://schemas.microsoft.com/office/drawing/2014/main" id="{FDBB6C28-8761-6400-5F6A-CDDB8EDB724E}"/>
              </a:ext>
            </a:extLst>
          </p:cNvPr>
          <p:cNvCxnSpPr>
            <a:cxnSpLocks/>
            <a:endCxn id="63" idx="2"/>
          </p:cNvCxnSpPr>
          <p:nvPr/>
        </p:nvCxnSpPr>
        <p:spPr>
          <a:xfrm flipV="1">
            <a:off x="2500286" y="4338686"/>
            <a:ext cx="0" cy="2834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76" name="Picture 75">
            <a:extLst>
              <a:ext uri="{FF2B5EF4-FFF2-40B4-BE49-F238E27FC236}">
                <a16:creationId xmlns:a16="http://schemas.microsoft.com/office/drawing/2014/main" id="{BAC23718-AF26-B76E-92AB-2877B065A23D}"/>
              </a:ext>
            </a:extLst>
          </p:cNvPr>
          <p:cNvPicPr>
            <a:picLocks noChangeAspect="1"/>
          </p:cNvPicPr>
          <p:nvPr/>
        </p:nvPicPr>
        <p:blipFill>
          <a:blip r:embed="rId3"/>
          <a:stretch>
            <a:fillRect/>
          </a:stretch>
        </p:blipFill>
        <p:spPr>
          <a:xfrm>
            <a:off x="11181100" y="3608485"/>
            <a:ext cx="738375" cy="774835"/>
          </a:xfrm>
          <a:prstGeom prst="rect">
            <a:avLst/>
          </a:prstGeom>
        </p:spPr>
      </p:pic>
      <p:pic>
        <p:nvPicPr>
          <p:cNvPr id="78" name="Picture 77">
            <a:extLst>
              <a:ext uri="{FF2B5EF4-FFF2-40B4-BE49-F238E27FC236}">
                <a16:creationId xmlns:a16="http://schemas.microsoft.com/office/drawing/2014/main" id="{513194CD-87AD-34F3-3495-DD527714509F}"/>
              </a:ext>
            </a:extLst>
          </p:cNvPr>
          <p:cNvPicPr>
            <a:picLocks noChangeAspect="1"/>
          </p:cNvPicPr>
          <p:nvPr/>
        </p:nvPicPr>
        <p:blipFill>
          <a:blip r:embed="rId9"/>
          <a:stretch>
            <a:fillRect/>
          </a:stretch>
        </p:blipFill>
        <p:spPr>
          <a:xfrm>
            <a:off x="4372990" y="1685213"/>
            <a:ext cx="733527" cy="695422"/>
          </a:xfrm>
          <a:prstGeom prst="rect">
            <a:avLst/>
          </a:prstGeom>
        </p:spPr>
      </p:pic>
      <p:sp>
        <p:nvSpPr>
          <p:cNvPr id="80" name="TextBox 79">
            <a:extLst>
              <a:ext uri="{FF2B5EF4-FFF2-40B4-BE49-F238E27FC236}">
                <a16:creationId xmlns:a16="http://schemas.microsoft.com/office/drawing/2014/main" id="{5CA22EA6-76A2-A8A2-69D6-8CE7F5C2C5E1}"/>
              </a:ext>
            </a:extLst>
          </p:cNvPr>
          <p:cNvSpPr txBox="1"/>
          <p:nvPr/>
        </p:nvSpPr>
        <p:spPr>
          <a:xfrm>
            <a:off x="1982355" y="4507985"/>
            <a:ext cx="1227874" cy="369332"/>
          </a:xfrm>
          <a:prstGeom prst="rect">
            <a:avLst/>
          </a:prstGeom>
          <a:noFill/>
        </p:spPr>
        <p:txBody>
          <a:bodyPr wrap="square">
            <a:spAutoFit/>
          </a:bodyPr>
          <a:lstStyle/>
          <a:p>
            <a:r>
              <a:rPr lang="ro-RO" dirty="0"/>
              <a:t>"</a:t>
            </a:r>
            <a:r>
              <a:rPr lang="en-US" sz="1800" dirty="0">
                <a:solidFill>
                  <a:srgbClr val="595959"/>
                </a:solidFill>
                <a:latin typeface="Calibri" pitchFamily="34" charset="0"/>
                <a:ea typeface="Calibri" pitchFamily="34" charset="-122"/>
                <a:cs typeface="Calibri" pitchFamily="34" charset="-120"/>
              </a:rPr>
              <a:t>sneaker</a:t>
            </a:r>
            <a:r>
              <a:rPr lang="ro-RO" dirty="0"/>
              <a:t>"</a:t>
            </a:r>
            <a:endParaRPr lang="en-US" sz="1800" dirty="0"/>
          </a:p>
        </p:txBody>
      </p:sp>
      <p:sp>
        <p:nvSpPr>
          <p:cNvPr id="6" name="Text 9">
            <a:extLst>
              <a:ext uri="{FF2B5EF4-FFF2-40B4-BE49-F238E27FC236}">
                <a16:creationId xmlns:a16="http://schemas.microsoft.com/office/drawing/2014/main" id="{6830EA57-81EB-8493-1BCA-0413B2CC0153}"/>
              </a:ext>
            </a:extLst>
          </p:cNvPr>
          <p:cNvSpPr/>
          <p:nvPr/>
        </p:nvSpPr>
        <p:spPr>
          <a:xfrm>
            <a:off x="588094" y="4957133"/>
            <a:ext cx="4998720" cy="63398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  </a:t>
            </a:r>
            <a:r>
              <a:rPr lang="en-US" sz="1600" b="1" dirty="0">
                <a:solidFill>
                  <a:srgbClr val="595959"/>
                </a:solidFill>
                <a:latin typeface="Calibri" pitchFamily="34" charset="0"/>
                <a:ea typeface="Calibri" pitchFamily="34" charset="-122"/>
                <a:cs typeface="Calibri" pitchFamily="34" charset="-120"/>
              </a:rPr>
              <a:t>DDPM</a:t>
            </a:r>
            <a:r>
              <a:rPr lang="en-US" sz="1600" dirty="0">
                <a:solidFill>
                  <a:srgbClr val="595959"/>
                </a:solidFill>
                <a:latin typeface="Calibri" pitchFamily="34" charset="0"/>
                <a:ea typeface="Calibri" pitchFamily="34" charset="-122"/>
                <a:cs typeface="Calibri" pitchFamily="34" charset="-120"/>
              </a:rPr>
              <a:t> noise scheduler (</a:t>
            </a:r>
            <a:r>
              <a:rPr lang="en-US" sz="1600" b="1" dirty="0">
                <a:solidFill>
                  <a:srgbClr val="595959"/>
                </a:solidFill>
                <a:latin typeface="Calibri" pitchFamily="34" charset="0"/>
                <a:ea typeface="Calibri" pitchFamily="34" charset="-122"/>
                <a:cs typeface="Calibri" pitchFamily="34" charset="-120"/>
              </a:rPr>
              <a:t>stochastic</a:t>
            </a:r>
            <a:r>
              <a:rPr lang="en-US" sz="1600" dirty="0">
                <a:solidFill>
                  <a:srgbClr val="595959"/>
                </a:solidFill>
                <a:latin typeface="Calibri" pitchFamily="34" charset="0"/>
                <a:ea typeface="Calibri" pitchFamily="34" charset="-122"/>
                <a:cs typeface="Calibri" pitchFamily="34" charset="-120"/>
              </a:rPr>
              <a:t>, 1000 steps)</a:t>
            </a:r>
            <a:endParaRPr lang="en-US" sz="1600" dirty="0"/>
          </a:p>
        </p:txBody>
      </p:sp>
      <p:sp>
        <p:nvSpPr>
          <p:cNvPr id="8" name="Text 20">
            <a:extLst>
              <a:ext uri="{FF2B5EF4-FFF2-40B4-BE49-F238E27FC236}">
                <a16:creationId xmlns:a16="http://schemas.microsoft.com/office/drawing/2014/main" id="{1AE3C490-734F-B105-3341-91AE384CA0DB}"/>
              </a:ext>
            </a:extLst>
          </p:cNvPr>
          <p:cNvSpPr/>
          <p:nvPr/>
        </p:nvSpPr>
        <p:spPr>
          <a:xfrm>
            <a:off x="6731374" y="4939040"/>
            <a:ext cx="4937760" cy="63398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  </a:t>
            </a:r>
            <a:r>
              <a:rPr lang="en-US" sz="1600" b="1" dirty="0">
                <a:solidFill>
                  <a:srgbClr val="595959"/>
                </a:solidFill>
                <a:latin typeface="Calibri" pitchFamily="34" charset="0"/>
                <a:ea typeface="Calibri" pitchFamily="34" charset="-122"/>
                <a:cs typeface="Calibri" pitchFamily="34" charset="-120"/>
              </a:rPr>
              <a:t>DDIM</a:t>
            </a:r>
            <a:r>
              <a:rPr lang="en-US" sz="1600" dirty="0">
                <a:solidFill>
                  <a:srgbClr val="595959"/>
                </a:solidFill>
                <a:latin typeface="Calibri" pitchFamily="34" charset="0"/>
                <a:ea typeface="Calibri" pitchFamily="34" charset="-122"/>
                <a:cs typeface="Calibri" pitchFamily="34" charset="-120"/>
              </a:rPr>
              <a:t> scheduler (</a:t>
            </a:r>
            <a:r>
              <a:rPr lang="en-US" sz="1600" b="1" dirty="0">
                <a:solidFill>
                  <a:srgbClr val="595959"/>
                </a:solidFill>
                <a:latin typeface="Calibri" pitchFamily="34" charset="0"/>
                <a:ea typeface="Calibri" pitchFamily="34" charset="-122"/>
                <a:cs typeface="Calibri" pitchFamily="34" charset="-120"/>
              </a:rPr>
              <a:t>deterministic</a:t>
            </a:r>
            <a:r>
              <a:rPr lang="en-US" sz="1600" dirty="0">
                <a:solidFill>
                  <a:srgbClr val="595959"/>
                </a:solidFill>
                <a:latin typeface="Calibri" pitchFamily="34" charset="0"/>
                <a:ea typeface="Calibri" pitchFamily="34" charset="-122"/>
                <a:cs typeface="Calibri" pitchFamily="34" charset="-120"/>
              </a:rPr>
              <a:t>, only 50 steps)</a:t>
            </a:r>
            <a:endParaRPr lang="en-US" sz="1600" dirty="0"/>
          </a:p>
        </p:txBody>
      </p:sp>
      <p:pic>
        <p:nvPicPr>
          <p:cNvPr id="10" name="Picture 9">
            <a:extLst>
              <a:ext uri="{FF2B5EF4-FFF2-40B4-BE49-F238E27FC236}">
                <a16:creationId xmlns:a16="http://schemas.microsoft.com/office/drawing/2014/main" id="{0019E85E-CD2A-A95C-727D-3F26679EB1FA}"/>
              </a:ext>
            </a:extLst>
          </p:cNvPr>
          <p:cNvPicPr>
            <a:picLocks noChangeAspect="1"/>
          </p:cNvPicPr>
          <p:nvPr/>
        </p:nvPicPr>
        <p:blipFill>
          <a:blip r:embed="rId5"/>
          <a:stretch>
            <a:fillRect/>
          </a:stretch>
        </p:blipFill>
        <p:spPr>
          <a:xfrm>
            <a:off x="548640" y="5582427"/>
            <a:ext cx="688008" cy="818786"/>
          </a:xfrm>
          <a:prstGeom prst="rect">
            <a:avLst/>
          </a:prstGeom>
        </p:spPr>
      </p:pic>
      <p:pic>
        <p:nvPicPr>
          <p:cNvPr id="14" name="Picture 13">
            <a:extLst>
              <a:ext uri="{FF2B5EF4-FFF2-40B4-BE49-F238E27FC236}">
                <a16:creationId xmlns:a16="http://schemas.microsoft.com/office/drawing/2014/main" id="{69F9BC79-B846-B968-0A7C-F69CB83122F8}"/>
              </a:ext>
            </a:extLst>
          </p:cNvPr>
          <p:cNvPicPr>
            <a:picLocks noChangeAspect="1"/>
          </p:cNvPicPr>
          <p:nvPr/>
        </p:nvPicPr>
        <p:blipFill>
          <a:blip r:embed="rId5"/>
          <a:stretch>
            <a:fillRect/>
          </a:stretch>
        </p:blipFill>
        <p:spPr>
          <a:xfrm>
            <a:off x="6641622" y="5582427"/>
            <a:ext cx="688008" cy="818786"/>
          </a:xfrm>
          <a:prstGeom prst="rect">
            <a:avLst/>
          </a:prstGeom>
        </p:spPr>
      </p:pic>
      <p:pic>
        <p:nvPicPr>
          <p:cNvPr id="19" name="Picture 18">
            <a:extLst>
              <a:ext uri="{FF2B5EF4-FFF2-40B4-BE49-F238E27FC236}">
                <a16:creationId xmlns:a16="http://schemas.microsoft.com/office/drawing/2014/main" id="{8065E864-E6F3-0DFC-FBCF-5CB42F3F04F6}"/>
              </a:ext>
            </a:extLst>
          </p:cNvPr>
          <p:cNvPicPr>
            <a:picLocks noChangeAspect="1"/>
          </p:cNvPicPr>
          <p:nvPr/>
        </p:nvPicPr>
        <p:blipFill>
          <a:blip r:embed="rId6"/>
          <a:stretch>
            <a:fillRect/>
          </a:stretch>
        </p:blipFill>
        <p:spPr>
          <a:xfrm>
            <a:off x="11139829" y="5454371"/>
            <a:ext cx="736463" cy="887103"/>
          </a:xfrm>
          <a:prstGeom prst="rect">
            <a:avLst/>
          </a:prstGeom>
        </p:spPr>
      </p:pic>
      <p:pic>
        <p:nvPicPr>
          <p:cNvPr id="21" name="Picture 20">
            <a:extLst>
              <a:ext uri="{FF2B5EF4-FFF2-40B4-BE49-F238E27FC236}">
                <a16:creationId xmlns:a16="http://schemas.microsoft.com/office/drawing/2014/main" id="{4B5A1DCE-1A92-B0B1-474D-DF22935967A9}"/>
              </a:ext>
            </a:extLst>
          </p:cNvPr>
          <p:cNvPicPr>
            <a:picLocks noChangeAspect="1"/>
          </p:cNvPicPr>
          <p:nvPr/>
        </p:nvPicPr>
        <p:blipFill>
          <a:blip r:embed="rId7"/>
          <a:stretch>
            <a:fillRect/>
          </a:stretch>
        </p:blipFill>
        <p:spPr>
          <a:xfrm>
            <a:off x="11132366" y="5634287"/>
            <a:ext cx="733527" cy="771633"/>
          </a:xfrm>
          <a:prstGeom prst="rect">
            <a:avLst/>
          </a:prstGeom>
        </p:spPr>
      </p:pic>
      <p:pic>
        <p:nvPicPr>
          <p:cNvPr id="23" name="Picture 22">
            <a:extLst>
              <a:ext uri="{FF2B5EF4-FFF2-40B4-BE49-F238E27FC236}">
                <a16:creationId xmlns:a16="http://schemas.microsoft.com/office/drawing/2014/main" id="{D577D612-F995-76FC-3B8C-0E3435E20449}"/>
              </a:ext>
            </a:extLst>
          </p:cNvPr>
          <p:cNvPicPr>
            <a:picLocks noChangeAspect="1"/>
          </p:cNvPicPr>
          <p:nvPr/>
        </p:nvPicPr>
        <p:blipFill>
          <a:blip r:embed="rId3"/>
          <a:stretch>
            <a:fillRect/>
          </a:stretch>
        </p:blipFill>
        <p:spPr>
          <a:xfrm>
            <a:off x="11181100" y="5622809"/>
            <a:ext cx="738375" cy="774835"/>
          </a:xfrm>
          <a:prstGeom prst="rect">
            <a:avLst/>
          </a:prstGeom>
        </p:spPr>
      </p:pic>
      <p:sp>
        <p:nvSpPr>
          <p:cNvPr id="28" name="Right Brace 27">
            <a:extLst>
              <a:ext uri="{FF2B5EF4-FFF2-40B4-BE49-F238E27FC236}">
                <a16:creationId xmlns:a16="http://schemas.microsoft.com/office/drawing/2014/main" id="{EDABA2B7-3D90-F8F6-22DE-5C2C852C3AC9}"/>
              </a:ext>
            </a:extLst>
          </p:cNvPr>
          <p:cNvSpPr/>
          <p:nvPr/>
        </p:nvSpPr>
        <p:spPr>
          <a:xfrm rot="5400000">
            <a:off x="3111479" y="3951221"/>
            <a:ext cx="95376" cy="514214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29" name="Right Brace 28">
            <a:extLst>
              <a:ext uri="{FF2B5EF4-FFF2-40B4-BE49-F238E27FC236}">
                <a16:creationId xmlns:a16="http://schemas.microsoft.com/office/drawing/2014/main" id="{F0A15C68-DD76-DAF3-F486-18CEC7F98AFD}"/>
              </a:ext>
            </a:extLst>
          </p:cNvPr>
          <p:cNvSpPr/>
          <p:nvPr/>
        </p:nvSpPr>
        <p:spPr>
          <a:xfrm rot="5400000">
            <a:off x="9241560" y="3890528"/>
            <a:ext cx="95376" cy="526045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41" name="TextBox 40">
            <a:extLst>
              <a:ext uri="{FF2B5EF4-FFF2-40B4-BE49-F238E27FC236}">
                <a16:creationId xmlns:a16="http://schemas.microsoft.com/office/drawing/2014/main" id="{4BCE3B69-3D6C-A9E8-D1A0-E09C871D14DA}"/>
              </a:ext>
            </a:extLst>
          </p:cNvPr>
          <p:cNvSpPr txBox="1"/>
          <p:nvPr/>
        </p:nvSpPr>
        <p:spPr>
          <a:xfrm>
            <a:off x="2611627" y="6520755"/>
            <a:ext cx="1197204" cy="369332"/>
          </a:xfrm>
          <a:prstGeom prst="rect">
            <a:avLst/>
          </a:prstGeom>
          <a:noFill/>
        </p:spPr>
        <p:txBody>
          <a:bodyPr wrap="square">
            <a:spAutoFit/>
          </a:bodyPr>
          <a:lstStyle/>
          <a:p>
            <a:r>
              <a:rPr lang="en-US" sz="1800" dirty="0">
                <a:solidFill>
                  <a:srgbClr val="595959"/>
                </a:solidFill>
                <a:latin typeface="Calibri" pitchFamily="34" charset="0"/>
                <a:ea typeface="Calibri" pitchFamily="34" charset="-122"/>
                <a:cs typeface="Calibri" pitchFamily="34" charset="-120"/>
              </a:rPr>
              <a:t>1000 steps</a:t>
            </a:r>
            <a:endParaRPr lang="ro-RO" dirty="0"/>
          </a:p>
        </p:txBody>
      </p:sp>
      <p:sp>
        <p:nvSpPr>
          <p:cNvPr id="42" name="TextBox 41">
            <a:extLst>
              <a:ext uri="{FF2B5EF4-FFF2-40B4-BE49-F238E27FC236}">
                <a16:creationId xmlns:a16="http://schemas.microsoft.com/office/drawing/2014/main" id="{733343A9-8611-B0A5-1A57-D7B8DCBF1CD1}"/>
              </a:ext>
            </a:extLst>
          </p:cNvPr>
          <p:cNvSpPr txBox="1"/>
          <p:nvPr/>
        </p:nvSpPr>
        <p:spPr>
          <a:xfrm>
            <a:off x="8751286" y="6520755"/>
            <a:ext cx="1197204" cy="369332"/>
          </a:xfrm>
          <a:prstGeom prst="rect">
            <a:avLst/>
          </a:prstGeom>
          <a:noFill/>
        </p:spPr>
        <p:txBody>
          <a:bodyPr wrap="square">
            <a:spAutoFit/>
          </a:bodyPr>
          <a:lstStyle/>
          <a:p>
            <a:r>
              <a:rPr lang="en-US" dirty="0">
                <a:solidFill>
                  <a:srgbClr val="595959"/>
                </a:solidFill>
                <a:latin typeface="Calibri" pitchFamily="34" charset="0"/>
                <a:ea typeface="Calibri" pitchFamily="34" charset="-122"/>
                <a:cs typeface="Calibri" pitchFamily="34" charset="-120"/>
              </a:rPr>
              <a:t>5</a:t>
            </a:r>
            <a:r>
              <a:rPr lang="en-US" sz="1800" dirty="0">
                <a:solidFill>
                  <a:srgbClr val="595959"/>
                </a:solidFill>
                <a:latin typeface="Calibri" pitchFamily="34" charset="0"/>
                <a:ea typeface="Calibri" pitchFamily="34" charset="-122"/>
                <a:cs typeface="Calibri" pitchFamily="34" charset="-120"/>
              </a:rPr>
              <a:t>0 steps</a:t>
            </a:r>
            <a:endParaRPr lang="ro-RO" dirty="0"/>
          </a:p>
        </p:txBody>
      </p:sp>
      <p:pic>
        <p:nvPicPr>
          <p:cNvPr id="11" name="Picture 10">
            <a:extLst>
              <a:ext uri="{FF2B5EF4-FFF2-40B4-BE49-F238E27FC236}">
                <a16:creationId xmlns:a16="http://schemas.microsoft.com/office/drawing/2014/main" id="{475AC166-B4F9-E794-F5E1-DADBF2C3C108}"/>
              </a:ext>
            </a:extLst>
          </p:cNvPr>
          <p:cNvPicPr>
            <a:picLocks noChangeAspect="1"/>
          </p:cNvPicPr>
          <p:nvPr/>
        </p:nvPicPr>
        <p:blipFill>
          <a:blip r:embed="rId6"/>
          <a:stretch>
            <a:fillRect/>
          </a:stretch>
        </p:blipFill>
        <p:spPr>
          <a:xfrm>
            <a:off x="5046847" y="5573024"/>
            <a:ext cx="736463" cy="887103"/>
          </a:xfrm>
          <a:prstGeom prst="rect">
            <a:avLst/>
          </a:prstGeom>
        </p:spPr>
      </p:pic>
      <p:pic>
        <p:nvPicPr>
          <p:cNvPr id="13" name="Picture 12">
            <a:extLst>
              <a:ext uri="{FF2B5EF4-FFF2-40B4-BE49-F238E27FC236}">
                <a16:creationId xmlns:a16="http://schemas.microsoft.com/office/drawing/2014/main" id="{C5894E83-5B2D-4460-C6EA-B7CD56C680D9}"/>
              </a:ext>
            </a:extLst>
          </p:cNvPr>
          <p:cNvPicPr>
            <a:picLocks noChangeAspect="1"/>
          </p:cNvPicPr>
          <p:nvPr/>
        </p:nvPicPr>
        <p:blipFill>
          <a:blip r:embed="rId8"/>
          <a:stretch>
            <a:fillRect/>
          </a:stretch>
        </p:blipFill>
        <p:spPr>
          <a:xfrm>
            <a:off x="5062783" y="5716456"/>
            <a:ext cx="762106" cy="771633"/>
          </a:xfrm>
          <a:prstGeom prst="rect">
            <a:avLst/>
          </a:prstGeom>
        </p:spPr>
      </p:pic>
      <p:pic>
        <p:nvPicPr>
          <p:cNvPr id="17" name="Picture 16">
            <a:extLst>
              <a:ext uri="{FF2B5EF4-FFF2-40B4-BE49-F238E27FC236}">
                <a16:creationId xmlns:a16="http://schemas.microsoft.com/office/drawing/2014/main" id="{61656F9D-7F53-4059-FB1F-DABCC4FF8A20}"/>
              </a:ext>
            </a:extLst>
          </p:cNvPr>
          <p:cNvPicPr>
            <a:picLocks noChangeAspect="1"/>
          </p:cNvPicPr>
          <p:nvPr/>
        </p:nvPicPr>
        <p:blipFill>
          <a:blip r:embed="rId10"/>
          <a:stretch>
            <a:fillRect/>
          </a:stretch>
        </p:blipFill>
        <p:spPr>
          <a:xfrm>
            <a:off x="10035807" y="5678079"/>
            <a:ext cx="733527" cy="727841"/>
          </a:xfrm>
          <a:prstGeom prst="rect">
            <a:avLst/>
          </a:prstGeom>
        </p:spPr>
      </p:pic>
      <p:pic>
        <p:nvPicPr>
          <p:cNvPr id="22" name="Picture 21">
            <a:extLst>
              <a:ext uri="{FF2B5EF4-FFF2-40B4-BE49-F238E27FC236}">
                <a16:creationId xmlns:a16="http://schemas.microsoft.com/office/drawing/2014/main" id="{86BE370A-DCAD-4C49-B14A-A49B407D4F5D}"/>
              </a:ext>
            </a:extLst>
          </p:cNvPr>
          <p:cNvPicPr>
            <a:picLocks noChangeAspect="1"/>
          </p:cNvPicPr>
          <p:nvPr/>
        </p:nvPicPr>
        <p:blipFill>
          <a:blip r:embed="rId11"/>
          <a:stretch>
            <a:fillRect/>
          </a:stretch>
        </p:blipFill>
        <p:spPr>
          <a:xfrm>
            <a:off x="7745177" y="5700747"/>
            <a:ext cx="639549" cy="682504"/>
          </a:xfrm>
          <a:prstGeom prst="rect">
            <a:avLst/>
          </a:prstGeom>
        </p:spPr>
      </p:pic>
      <p:pic>
        <p:nvPicPr>
          <p:cNvPr id="24" name="Picture 23">
            <a:extLst>
              <a:ext uri="{FF2B5EF4-FFF2-40B4-BE49-F238E27FC236}">
                <a16:creationId xmlns:a16="http://schemas.microsoft.com/office/drawing/2014/main" id="{C6188C35-B2FF-E062-957F-A5BA4A077603}"/>
              </a:ext>
            </a:extLst>
          </p:cNvPr>
          <p:cNvPicPr>
            <a:picLocks noChangeAspect="1"/>
          </p:cNvPicPr>
          <p:nvPr/>
        </p:nvPicPr>
        <p:blipFill>
          <a:blip r:embed="rId12"/>
          <a:stretch>
            <a:fillRect/>
          </a:stretch>
        </p:blipFill>
        <p:spPr>
          <a:xfrm>
            <a:off x="6647398" y="5706013"/>
            <a:ext cx="676456" cy="682504"/>
          </a:xfrm>
          <a:prstGeom prst="rect">
            <a:avLst/>
          </a:prstGeom>
        </p:spPr>
      </p:pic>
      <p:cxnSp>
        <p:nvCxnSpPr>
          <p:cNvPr id="25" name="Straight Arrow Connector 24">
            <a:extLst>
              <a:ext uri="{FF2B5EF4-FFF2-40B4-BE49-F238E27FC236}">
                <a16:creationId xmlns:a16="http://schemas.microsoft.com/office/drawing/2014/main" id="{20BDFBE7-FEDB-E538-50CC-FA55FE3D05A3}"/>
              </a:ext>
            </a:extLst>
          </p:cNvPr>
          <p:cNvCxnSpPr/>
          <p:nvPr/>
        </p:nvCxnSpPr>
        <p:spPr>
          <a:xfrm>
            <a:off x="7331934" y="6041999"/>
            <a:ext cx="4132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C8553AA4-8CF0-B388-F8ED-836F6566BAA4}"/>
              </a:ext>
            </a:extLst>
          </p:cNvPr>
          <p:cNvCxnSpPr/>
          <p:nvPr/>
        </p:nvCxnSpPr>
        <p:spPr>
          <a:xfrm flipV="1">
            <a:off x="10769407" y="6041999"/>
            <a:ext cx="411693" cy="23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BCC25C2B-C2F8-6DA3-7C7D-4961A2D02FAA}"/>
              </a:ext>
            </a:extLst>
          </p:cNvPr>
          <p:cNvCxnSpPr/>
          <p:nvPr/>
        </p:nvCxnSpPr>
        <p:spPr>
          <a:xfrm>
            <a:off x="8384726" y="6051498"/>
            <a:ext cx="4132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2661DB61-B233-4BDB-488C-A3500D797559}"/>
              </a:ext>
            </a:extLst>
          </p:cNvPr>
          <p:cNvCxnSpPr/>
          <p:nvPr/>
        </p:nvCxnSpPr>
        <p:spPr>
          <a:xfrm>
            <a:off x="9622564" y="6041999"/>
            <a:ext cx="4132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04AC4EB1-4D84-2B63-20CC-E839D7177E51}"/>
              </a:ext>
            </a:extLst>
          </p:cNvPr>
          <p:cNvSpPr txBox="1"/>
          <p:nvPr/>
        </p:nvSpPr>
        <p:spPr>
          <a:xfrm>
            <a:off x="8818551" y="5831909"/>
            <a:ext cx="779646" cy="369332"/>
          </a:xfrm>
          <a:prstGeom prst="rect">
            <a:avLst/>
          </a:prstGeom>
          <a:noFill/>
        </p:spPr>
        <p:txBody>
          <a:bodyPr wrap="square" rtlCol="0">
            <a:spAutoFit/>
          </a:bodyPr>
          <a:lstStyle/>
          <a:p>
            <a:pPr algn="ctr"/>
            <a:r>
              <a:rPr lang="ro-RO" i="1" dirty="0"/>
              <a:t>...</a:t>
            </a:r>
          </a:p>
        </p:txBody>
      </p:sp>
      <p:pic>
        <p:nvPicPr>
          <p:cNvPr id="34" name="Picture 33">
            <a:extLst>
              <a:ext uri="{FF2B5EF4-FFF2-40B4-BE49-F238E27FC236}">
                <a16:creationId xmlns:a16="http://schemas.microsoft.com/office/drawing/2014/main" id="{2EE85669-D0DF-40B2-86BC-58EC2E851649}"/>
              </a:ext>
            </a:extLst>
          </p:cNvPr>
          <p:cNvPicPr>
            <a:picLocks noChangeAspect="1"/>
          </p:cNvPicPr>
          <p:nvPr/>
        </p:nvPicPr>
        <p:blipFill>
          <a:blip r:embed="rId12"/>
          <a:stretch>
            <a:fillRect/>
          </a:stretch>
        </p:blipFill>
        <p:spPr>
          <a:xfrm>
            <a:off x="6659021" y="3608485"/>
            <a:ext cx="676456" cy="682504"/>
          </a:xfrm>
          <a:prstGeom prst="rect">
            <a:avLst/>
          </a:prstGeom>
        </p:spPr>
      </p:pic>
      <p:pic>
        <p:nvPicPr>
          <p:cNvPr id="35" name="Picture 34">
            <a:extLst>
              <a:ext uri="{FF2B5EF4-FFF2-40B4-BE49-F238E27FC236}">
                <a16:creationId xmlns:a16="http://schemas.microsoft.com/office/drawing/2014/main" id="{7ECB58DC-27CB-F210-0BAA-6B09D351A2BD}"/>
              </a:ext>
            </a:extLst>
          </p:cNvPr>
          <p:cNvPicPr>
            <a:picLocks noChangeAspect="1"/>
          </p:cNvPicPr>
          <p:nvPr/>
        </p:nvPicPr>
        <p:blipFill>
          <a:blip r:embed="rId12"/>
          <a:stretch>
            <a:fillRect/>
          </a:stretch>
        </p:blipFill>
        <p:spPr>
          <a:xfrm>
            <a:off x="554416" y="5714010"/>
            <a:ext cx="676456" cy="682504"/>
          </a:xfrm>
          <a:prstGeom prst="rect">
            <a:avLst/>
          </a:prstGeom>
        </p:spPr>
      </p:pic>
      <p:pic>
        <p:nvPicPr>
          <p:cNvPr id="36" name="Picture 35">
            <a:extLst>
              <a:ext uri="{FF2B5EF4-FFF2-40B4-BE49-F238E27FC236}">
                <a16:creationId xmlns:a16="http://schemas.microsoft.com/office/drawing/2014/main" id="{DE4FBF55-2E86-7EE4-3CB6-5543D3062A3C}"/>
              </a:ext>
            </a:extLst>
          </p:cNvPr>
          <p:cNvPicPr>
            <a:picLocks noChangeAspect="1"/>
          </p:cNvPicPr>
          <p:nvPr/>
        </p:nvPicPr>
        <p:blipFill>
          <a:blip r:embed="rId12"/>
          <a:stretch>
            <a:fillRect/>
          </a:stretch>
        </p:blipFill>
        <p:spPr>
          <a:xfrm>
            <a:off x="554416" y="3579849"/>
            <a:ext cx="676456" cy="682504"/>
          </a:xfrm>
          <a:prstGeom prst="rect">
            <a:avLst/>
          </a:prstGeom>
        </p:spPr>
      </p:pic>
      <p:cxnSp>
        <p:nvCxnSpPr>
          <p:cNvPr id="37" name="Straight Arrow Connector 36">
            <a:extLst>
              <a:ext uri="{FF2B5EF4-FFF2-40B4-BE49-F238E27FC236}">
                <a16:creationId xmlns:a16="http://schemas.microsoft.com/office/drawing/2014/main" id="{C82D8769-6094-AC81-FB72-EC132A3F05B7}"/>
              </a:ext>
            </a:extLst>
          </p:cNvPr>
          <p:cNvCxnSpPr/>
          <p:nvPr/>
        </p:nvCxnSpPr>
        <p:spPr>
          <a:xfrm>
            <a:off x="1248380" y="6056853"/>
            <a:ext cx="4132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9A242F7-270A-007F-F3B7-1B3E8FE3883E}"/>
              </a:ext>
            </a:extLst>
          </p:cNvPr>
          <p:cNvCxnSpPr/>
          <p:nvPr/>
        </p:nvCxnSpPr>
        <p:spPr>
          <a:xfrm>
            <a:off x="4613786" y="6051498"/>
            <a:ext cx="4132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12A1AE04-C0D2-A260-F4B9-976FC2720FD4}"/>
              </a:ext>
            </a:extLst>
          </p:cNvPr>
          <p:cNvSpPr txBox="1"/>
          <p:nvPr/>
        </p:nvSpPr>
        <p:spPr>
          <a:xfrm>
            <a:off x="2769344" y="5785169"/>
            <a:ext cx="779646" cy="369332"/>
          </a:xfrm>
          <a:prstGeom prst="rect">
            <a:avLst/>
          </a:prstGeom>
          <a:noFill/>
        </p:spPr>
        <p:txBody>
          <a:bodyPr wrap="square" rtlCol="0">
            <a:spAutoFit/>
          </a:bodyPr>
          <a:lstStyle/>
          <a:p>
            <a:pPr algn="ctr"/>
            <a:r>
              <a:rPr lang="ro-RO" i="1" dirty="0"/>
              <a:t>...</a:t>
            </a:r>
          </a:p>
        </p:txBody>
      </p:sp>
      <p:cxnSp>
        <p:nvCxnSpPr>
          <p:cNvPr id="40" name="Straight Arrow Connector 39">
            <a:extLst>
              <a:ext uri="{FF2B5EF4-FFF2-40B4-BE49-F238E27FC236}">
                <a16:creationId xmlns:a16="http://schemas.microsoft.com/office/drawing/2014/main" id="{469BE149-EF5F-1B4A-2CE0-AB734D47CE1D}"/>
              </a:ext>
            </a:extLst>
          </p:cNvPr>
          <p:cNvCxnSpPr/>
          <p:nvPr/>
        </p:nvCxnSpPr>
        <p:spPr>
          <a:xfrm>
            <a:off x="3465933" y="6048670"/>
            <a:ext cx="4132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C6BB38FE-7864-EC5F-A087-68E8F8AC9E34}"/>
              </a:ext>
            </a:extLst>
          </p:cNvPr>
          <p:cNvCxnSpPr/>
          <p:nvPr/>
        </p:nvCxnSpPr>
        <p:spPr>
          <a:xfrm>
            <a:off x="2293663" y="6041999"/>
            <a:ext cx="4132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8DD96867-4BEB-03B4-23FA-DB16FD702BAD}"/>
              </a:ext>
            </a:extLst>
          </p:cNvPr>
          <p:cNvPicPr>
            <a:picLocks noChangeAspect="1"/>
          </p:cNvPicPr>
          <p:nvPr/>
        </p:nvPicPr>
        <p:blipFill>
          <a:blip r:embed="rId11"/>
          <a:stretch>
            <a:fillRect/>
          </a:stretch>
        </p:blipFill>
        <p:spPr>
          <a:xfrm>
            <a:off x="1669683" y="5710246"/>
            <a:ext cx="639549" cy="682504"/>
          </a:xfrm>
          <a:prstGeom prst="rect">
            <a:avLst/>
          </a:prstGeom>
        </p:spPr>
      </p:pic>
      <p:pic>
        <p:nvPicPr>
          <p:cNvPr id="46" name="Picture 45">
            <a:extLst>
              <a:ext uri="{FF2B5EF4-FFF2-40B4-BE49-F238E27FC236}">
                <a16:creationId xmlns:a16="http://schemas.microsoft.com/office/drawing/2014/main" id="{EFE345E2-BA29-849A-F8A0-4B5A64F06E0C}"/>
              </a:ext>
            </a:extLst>
          </p:cNvPr>
          <p:cNvPicPr>
            <a:picLocks noChangeAspect="1"/>
          </p:cNvPicPr>
          <p:nvPr/>
        </p:nvPicPr>
        <p:blipFill>
          <a:blip r:embed="rId13"/>
          <a:stretch>
            <a:fillRect/>
          </a:stretch>
        </p:blipFill>
        <p:spPr>
          <a:xfrm>
            <a:off x="535681" y="3580741"/>
            <a:ext cx="710244" cy="691015"/>
          </a:xfrm>
          <a:prstGeom prst="rect">
            <a:avLst/>
          </a:prstGeom>
        </p:spPr>
      </p:pic>
      <p:pic>
        <p:nvPicPr>
          <p:cNvPr id="47" name="Picture 46">
            <a:extLst>
              <a:ext uri="{FF2B5EF4-FFF2-40B4-BE49-F238E27FC236}">
                <a16:creationId xmlns:a16="http://schemas.microsoft.com/office/drawing/2014/main" id="{9EA3E040-95A2-F3EE-3D74-729E3D470632}"/>
              </a:ext>
            </a:extLst>
          </p:cNvPr>
          <p:cNvPicPr>
            <a:picLocks noChangeAspect="1"/>
          </p:cNvPicPr>
          <p:nvPr/>
        </p:nvPicPr>
        <p:blipFill>
          <a:blip r:embed="rId13"/>
          <a:stretch>
            <a:fillRect/>
          </a:stretch>
        </p:blipFill>
        <p:spPr>
          <a:xfrm>
            <a:off x="534106" y="5709217"/>
            <a:ext cx="710244" cy="691015"/>
          </a:xfrm>
          <a:prstGeom prst="rect">
            <a:avLst/>
          </a:prstGeom>
        </p:spPr>
      </p:pic>
      <p:pic>
        <p:nvPicPr>
          <p:cNvPr id="49" name="Picture 48">
            <a:extLst>
              <a:ext uri="{FF2B5EF4-FFF2-40B4-BE49-F238E27FC236}">
                <a16:creationId xmlns:a16="http://schemas.microsoft.com/office/drawing/2014/main" id="{3F4F773F-1026-B798-E39C-301DBF45686D}"/>
              </a:ext>
            </a:extLst>
          </p:cNvPr>
          <p:cNvPicPr>
            <a:picLocks noChangeAspect="1"/>
          </p:cNvPicPr>
          <p:nvPr/>
        </p:nvPicPr>
        <p:blipFill>
          <a:blip r:embed="rId14"/>
          <a:stretch>
            <a:fillRect/>
          </a:stretch>
        </p:blipFill>
        <p:spPr>
          <a:xfrm>
            <a:off x="1659547" y="5700747"/>
            <a:ext cx="649685" cy="695847"/>
          </a:xfrm>
          <a:prstGeom prst="rect">
            <a:avLst/>
          </a:prstGeom>
        </p:spPr>
      </p:pic>
      <p:pic>
        <p:nvPicPr>
          <p:cNvPr id="74" name="Picture 73">
            <a:extLst>
              <a:ext uri="{FF2B5EF4-FFF2-40B4-BE49-F238E27FC236}">
                <a16:creationId xmlns:a16="http://schemas.microsoft.com/office/drawing/2014/main" id="{6CE9885B-E6B3-8BDB-E3AF-D5234370244E}"/>
              </a:ext>
            </a:extLst>
          </p:cNvPr>
          <p:cNvPicPr>
            <a:picLocks noChangeAspect="1"/>
          </p:cNvPicPr>
          <p:nvPr/>
        </p:nvPicPr>
        <p:blipFill>
          <a:blip r:embed="rId15"/>
          <a:stretch>
            <a:fillRect/>
          </a:stretch>
        </p:blipFill>
        <p:spPr>
          <a:xfrm>
            <a:off x="3879176" y="5716456"/>
            <a:ext cx="710243" cy="694192"/>
          </a:xfrm>
          <a:prstGeom prst="rect">
            <a:avLst/>
          </a:prstGeom>
        </p:spPr>
      </p:pic>
      <p:pic>
        <p:nvPicPr>
          <p:cNvPr id="82" name="Picture 81">
            <a:extLst>
              <a:ext uri="{FF2B5EF4-FFF2-40B4-BE49-F238E27FC236}">
                <a16:creationId xmlns:a16="http://schemas.microsoft.com/office/drawing/2014/main" id="{1AA6B99D-E6C9-8104-7F95-B45C505D7855}"/>
              </a:ext>
            </a:extLst>
          </p:cNvPr>
          <p:cNvPicPr>
            <a:picLocks noChangeAspect="1"/>
          </p:cNvPicPr>
          <p:nvPr/>
        </p:nvPicPr>
        <p:blipFill>
          <a:blip r:embed="rId16"/>
          <a:stretch>
            <a:fillRect/>
          </a:stretch>
        </p:blipFill>
        <p:spPr>
          <a:xfrm>
            <a:off x="1654027" y="5682438"/>
            <a:ext cx="655291" cy="717794"/>
          </a:xfrm>
          <a:prstGeom prst="rect">
            <a:avLst/>
          </a:prstGeom>
        </p:spPr>
      </p:pic>
    </p:spTree>
    <p:extLst>
      <p:ext uri="{BB962C8B-B14F-4D97-AF65-F5344CB8AC3E}">
        <p14:creationId xmlns:p14="http://schemas.microsoft.com/office/powerpoint/2010/main" val="760227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Context — What Problem Are We Solving?</a:t>
            </a:r>
          </a:p>
        </p:txBody>
      </p:sp>
      <p:sp>
        <p:nvSpPr>
          <p:cNvPr id="4" name="Shape 2"/>
          <p:cNvSpPr/>
          <p:nvPr/>
        </p:nvSpPr>
        <p:spPr>
          <a:xfrm>
            <a:off x="426720" y="1072896"/>
            <a:ext cx="5303520" cy="512064"/>
          </a:xfrm>
          <a:prstGeom prst="rect">
            <a:avLst/>
          </a:prstGeom>
          <a:solidFill>
            <a:srgbClr val="1F5BAD"/>
          </a:solidFill>
          <a:ln w="12700">
            <a:solidFill>
              <a:srgbClr val="1F5BAD"/>
            </a:solidFill>
            <a:prstDash val="solid"/>
          </a:ln>
        </p:spPr>
      </p:sp>
      <p:sp>
        <p:nvSpPr>
          <p:cNvPr id="5" name="Text 3"/>
          <p:cNvSpPr/>
          <p:nvPr/>
        </p:nvSpPr>
        <p:spPr>
          <a:xfrm>
            <a:off x="426720" y="1072896"/>
            <a:ext cx="5303520" cy="512064"/>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Labs 4 &amp; 5 — what we had</a:t>
            </a:r>
            <a:endParaRPr lang="en-US" sz="1733" dirty="0"/>
          </a:p>
        </p:txBody>
      </p:sp>
      <p:sp>
        <p:nvSpPr>
          <p:cNvPr id="13" name="Text 11"/>
          <p:cNvSpPr/>
          <p:nvPr/>
        </p:nvSpPr>
        <p:spPr>
          <a:xfrm>
            <a:off x="548640" y="1694383"/>
            <a:ext cx="4998720" cy="63398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  U-Net built from scratch (</a:t>
            </a:r>
            <a:r>
              <a:rPr lang="en-US" sz="1600" b="1" dirty="0">
                <a:solidFill>
                  <a:srgbClr val="595959"/>
                </a:solidFill>
                <a:latin typeface="Calibri" pitchFamily="34" charset="0"/>
                <a:ea typeface="Calibri" pitchFamily="34" charset="-122"/>
                <a:cs typeface="Calibri" pitchFamily="34" charset="-120"/>
              </a:rPr>
              <a:t>without attention</a:t>
            </a:r>
            <a:r>
              <a:rPr lang="en-US" sz="1600" dirty="0">
                <a:solidFill>
                  <a:srgbClr val="595959"/>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6522720" y="1072896"/>
            <a:ext cx="5242560" cy="512064"/>
          </a:xfrm>
          <a:prstGeom prst="rect">
            <a:avLst/>
          </a:prstGeom>
          <a:solidFill>
            <a:srgbClr val="1B6B60"/>
          </a:solidFill>
          <a:ln w="12700">
            <a:solidFill>
              <a:srgbClr val="1B6B60"/>
            </a:solidFill>
            <a:prstDash val="solid"/>
          </a:ln>
        </p:spPr>
      </p:sp>
      <p:sp>
        <p:nvSpPr>
          <p:cNvPr id="16" name="Text 14"/>
          <p:cNvSpPr/>
          <p:nvPr/>
        </p:nvSpPr>
        <p:spPr>
          <a:xfrm>
            <a:off x="6522720" y="1072896"/>
            <a:ext cx="5242560" cy="512064"/>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Lab 6 — what we want</a:t>
            </a:r>
            <a:endParaRPr lang="en-US" sz="1733" dirty="0"/>
          </a:p>
        </p:txBody>
      </p:sp>
      <p:sp>
        <p:nvSpPr>
          <p:cNvPr id="24" name="Text 22"/>
          <p:cNvSpPr/>
          <p:nvPr/>
        </p:nvSpPr>
        <p:spPr>
          <a:xfrm>
            <a:off x="6644642" y="1723165"/>
            <a:ext cx="4937760" cy="633984"/>
          </a:xfrm>
          <a:prstGeom prst="rect">
            <a:avLst/>
          </a:prstGeom>
          <a:noFill/>
          <a:ln/>
        </p:spPr>
        <p:txBody>
          <a:bodyPr wrap="square" rtlCol="0" anchor="ctr"/>
          <a:lstStyle/>
          <a:p>
            <a:r>
              <a:rPr lang="en-US" sz="1600" dirty="0">
                <a:solidFill>
                  <a:srgbClr val="595959"/>
                </a:solidFill>
                <a:latin typeface="Calibri" pitchFamily="34" charset="0"/>
                <a:ea typeface="Calibri" pitchFamily="34" charset="-122"/>
                <a:cs typeface="Calibri" pitchFamily="34" charset="-120"/>
              </a:rPr>
              <a:t>▸  U-Net </a:t>
            </a:r>
            <a:r>
              <a:rPr lang="en-US" sz="1600" b="1" dirty="0">
                <a:solidFill>
                  <a:srgbClr val="595959"/>
                </a:solidFill>
                <a:latin typeface="Calibri" pitchFamily="34" charset="0"/>
                <a:ea typeface="Calibri" pitchFamily="34" charset="-122"/>
                <a:cs typeface="Calibri" pitchFamily="34" charset="-120"/>
              </a:rPr>
              <a:t>with attention</a:t>
            </a:r>
            <a:endParaRPr lang="en-US" sz="1600" b="1" dirty="0"/>
          </a:p>
        </p:txBody>
      </p:sp>
      <p:sp>
        <p:nvSpPr>
          <p:cNvPr id="25" name="Shape 23"/>
          <p:cNvSpPr/>
          <p:nvPr/>
        </p:nvSpPr>
        <p:spPr>
          <a:xfrm>
            <a:off x="475488" y="3545210"/>
            <a:ext cx="11338560" cy="633984"/>
          </a:xfrm>
          <a:prstGeom prst="rect">
            <a:avLst/>
          </a:prstGeom>
          <a:solidFill>
            <a:srgbClr val="D6E4F7"/>
          </a:solidFill>
          <a:ln w="12700">
            <a:solidFill>
              <a:srgbClr val="1F5BAD"/>
            </a:solidFill>
            <a:prstDash val="solid"/>
          </a:ln>
        </p:spPr>
      </p:sp>
      <p:sp>
        <p:nvSpPr>
          <p:cNvPr id="26" name="Text 24"/>
          <p:cNvSpPr/>
          <p:nvPr/>
        </p:nvSpPr>
        <p:spPr>
          <a:xfrm>
            <a:off x="646176" y="3545210"/>
            <a:ext cx="10997184" cy="633984"/>
          </a:xfrm>
          <a:prstGeom prst="rect">
            <a:avLst/>
          </a:prstGeom>
          <a:noFill/>
          <a:ln/>
        </p:spPr>
        <p:txBody>
          <a:bodyPr wrap="square" rtlCol="0" anchor="ctr"/>
          <a:lstStyle/>
          <a:p>
            <a:r>
              <a:rPr lang="en-US" b="1" dirty="0">
                <a:solidFill>
                  <a:srgbClr val="1F3864"/>
                </a:solidFill>
                <a:latin typeface="Calibri" pitchFamily="34" charset="0"/>
                <a:ea typeface="Calibri" pitchFamily="34" charset="-122"/>
                <a:cs typeface="Calibri" pitchFamily="34" charset="-120"/>
              </a:rPr>
              <a:t>New in this lab</a:t>
            </a:r>
            <a:r>
              <a:rPr lang="en-US" dirty="0">
                <a:solidFill>
                  <a:srgbClr val="1F3864"/>
                </a:solidFill>
                <a:latin typeface="Calibri" pitchFamily="34" charset="0"/>
                <a:ea typeface="Calibri" pitchFamily="34" charset="-122"/>
                <a:cs typeface="Calibri" pitchFamily="34" charset="-120"/>
              </a:rPr>
              <a:t>: we also learn </a:t>
            </a:r>
            <a:r>
              <a:rPr lang="en-US" b="1" dirty="0">
                <a:solidFill>
                  <a:srgbClr val="1F3864"/>
                </a:solidFill>
                <a:latin typeface="Calibri" pitchFamily="34" charset="0"/>
                <a:ea typeface="Calibri" pitchFamily="34" charset="-122"/>
                <a:cs typeface="Calibri" pitchFamily="34" charset="-120"/>
              </a:rPr>
              <a:t>noise tensor interpolation </a:t>
            </a:r>
            <a:r>
              <a:rPr lang="en-US" dirty="0">
                <a:solidFill>
                  <a:srgbClr val="1F3864"/>
                </a:solidFill>
                <a:latin typeface="Calibri" pitchFamily="34" charset="0"/>
                <a:ea typeface="Calibri" pitchFamily="34" charset="-122"/>
                <a:cs typeface="Calibri" pitchFamily="34" charset="-120"/>
              </a:rPr>
              <a:t>— smoothly blending two noise seeds produces images that gradually transition from one flower to another.</a:t>
            </a:r>
            <a:endParaRPr lang="en-US" dirty="0"/>
          </a:p>
        </p:txBody>
      </p:sp>
      <p:sp>
        <p:nvSpPr>
          <p:cNvPr id="27" name="Shape 0">
            <a:extLst>
              <a:ext uri="{FF2B5EF4-FFF2-40B4-BE49-F238E27FC236}">
                <a16:creationId xmlns:a16="http://schemas.microsoft.com/office/drawing/2014/main" id="{5E537327-E12B-BC24-BFBF-E5DB92941DF9}"/>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33" name="Picture 6" descr="U-NET: Computer Vision's neural network ...">
            <a:extLst>
              <a:ext uri="{FF2B5EF4-FFF2-40B4-BE49-F238E27FC236}">
                <a16:creationId xmlns:a16="http://schemas.microsoft.com/office/drawing/2014/main" id="{09A8F37B-1259-C647-90FC-605B13B6C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0960" y="2357149"/>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FD042C16-C3D2-2755-88BC-D0582EB0B961}"/>
              </a:ext>
            </a:extLst>
          </p:cNvPr>
          <p:cNvSpPr txBox="1"/>
          <p:nvPr/>
        </p:nvSpPr>
        <p:spPr>
          <a:xfrm>
            <a:off x="1757696" y="3086359"/>
            <a:ext cx="688009" cy="261610"/>
          </a:xfrm>
          <a:prstGeom prst="rect">
            <a:avLst/>
          </a:prstGeom>
          <a:noFill/>
        </p:spPr>
        <p:txBody>
          <a:bodyPr wrap="none" rtlCol="0">
            <a:spAutoFit/>
          </a:bodyPr>
          <a:lstStyle/>
          <a:p>
            <a:r>
              <a:rPr lang="en-US" sz="1100" dirty="0"/>
              <a:t>encoder</a:t>
            </a:r>
            <a:endParaRPr lang="ro-RO" sz="1100" dirty="0"/>
          </a:p>
        </p:txBody>
      </p:sp>
      <p:sp>
        <p:nvSpPr>
          <p:cNvPr id="35" name="TextBox 34">
            <a:extLst>
              <a:ext uri="{FF2B5EF4-FFF2-40B4-BE49-F238E27FC236}">
                <a16:creationId xmlns:a16="http://schemas.microsoft.com/office/drawing/2014/main" id="{DCDD152F-352E-A821-FE07-2A3C24D4339C}"/>
              </a:ext>
            </a:extLst>
          </p:cNvPr>
          <p:cNvSpPr txBox="1"/>
          <p:nvPr/>
        </p:nvSpPr>
        <p:spPr>
          <a:xfrm>
            <a:off x="2932033" y="3086359"/>
            <a:ext cx="688009" cy="261610"/>
          </a:xfrm>
          <a:prstGeom prst="rect">
            <a:avLst/>
          </a:prstGeom>
          <a:noFill/>
        </p:spPr>
        <p:txBody>
          <a:bodyPr wrap="none" rtlCol="0">
            <a:spAutoFit/>
          </a:bodyPr>
          <a:lstStyle/>
          <a:p>
            <a:r>
              <a:rPr lang="en-US" sz="1100" dirty="0"/>
              <a:t>decoder</a:t>
            </a:r>
            <a:endParaRPr lang="ro-RO" sz="1100" dirty="0"/>
          </a:p>
        </p:txBody>
      </p:sp>
      <p:sp>
        <p:nvSpPr>
          <p:cNvPr id="36" name="TextBox 35">
            <a:extLst>
              <a:ext uri="{FF2B5EF4-FFF2-40B4-BE49-F238E27FC236}">
                <a16:creationId xmlns:a16="http://schemas.microsoft.com/office/drawing/2014/main" id="{6C6F8C1C-8591-84FE-EC70-E53A0F8F2D21}"/>
              </a:ext>
            </a:extLst>
          </p:cNvPr>
          <p:cNvSpPr txBox="1"/>
          <p:nvPr/>
        </p:nvSpPr>
        <p:spPr>
          <a:xfrm>
            <a:off x="2170938" y="2445002"/>
            <a:ext cx="1035861" cy="230832"/>
          </a:xfrm>
          <a:prstGeom prst="rect">
            <a:avLst/>
          </a:prstGeom>
          <a:noFill/>
        </p:spPr>
        <p:txBody>
          <a:bodyPr wrap="none" rtlCol="0">
            <a:spAutoFit/>
          </a:bodyPr>
          <a:lstStyle/>
          <a:p>
            <a:r>
              <a:rPr lang="en-US" sz="900" dirty="0"/>
              <a:t>skip connections</a:t>
            </a:r>
            <a:endParaRPr lang="ro-RO" sz="900" dirty="0"/>
          </a:p>
        </p:txBody>
      </p:sp>
      <p:pic>
        <p:nvPicPr>
          <p:cNvPr id="85" name="Picture 6" descr="U-NET: Computer Vision's neural network ...">
            <a:extLst>
              <a:ext uri="{FF2B5EF4-FFF2-40B4-BE49-F238E27FC236}">
                <a16:creationId xmlns:a16="http://schemas.microsoft.com/office/drawing/2014/main" id="{B03C0192-3307-B872-893D-DB8F7A28B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2076" y="2357149"/>
            <a:ext cx="1735818" cy="950976"/>
          </a:xfrm>
          <a:prstGeom prst="rect">
            <a:avLst/>
          </a:prstGeom>
          <a:noFill/>
          <a:extLst>
            <a:ext uri="{909E8E84-426E-40DD-AFC4-6F175D3DCCD1}">
              <a14:hiddenFill xmlns:a14="http://schemas.microsoft.com/office/drawing/2010/main">
                <a:solidFill>
                  <a:srgbClr val="FFFFFF"/>
                </a:solidFill>
              </a14:hiddenFill>
            </a:ext>
          </a:extLst>
        </p:spPr>
      </p:pic>
      <p:sp>
        <p:nvSpPr>
          <p:cNvPr id="86" name="TextBox 85">
            <a:extLst>
              <a:ext uri="{FF2B5EF4-FFF2-40B4-BE49-F238E27FC236}">
                <a16:creationId xmlns:a16="http://schemas.microsoft.com/office/drawing/2014/main" id="{37A6FBE4-EEE8-78BB-615A-6C9AFE217550}"/>
              </a:ext>
            </a:extLst>
          </p:cNvPr>
          <p:cNvSpPr txBox="1"/>
          <p:nvPr/>
        </p:nvSpPr>
        <p:spPr>
          <a:xfrm>
            <a:off x="6918812" y="3086359"/>
            <a:ext cx="688009" cy="261610"/>
          </a:xfrm>
          <a:prstGeom prst="rect">
            <a:avLst/>
          </a:prstGeom>
          <a:noFill/>
        </p:spPr>
        <p:txBody>
          <a:bodyPr wrap="none" rtlCol="0">
            <a:spAutoFit/>
          </a:bodyPr>
          <a:lstStyle/>
          <a:p>
            <a:r>
              <a:rPr lang="en-US" sz="1100" dirty="0"/>
              <a:t>encoder</a:t>
            </a:r>
            <a:endParaRPr lang="ro-RO" sz="1100" dirty="0"/>
          </a:p>
        </p:txBody>
      </p:sp>
      <p:sp>
        <p:nvSpPr>
          <p:cNvPr id="87" name="TextBox 86">
            <a:extLst>
              <a:ext uri="{FF2B5EF4-FFF2-40B4-BE49-F238E27FC236}">
                <a16:creationId xmlns:a16="http://schemas.microsoft.com/office/drawing/2014/main" id="{15BC067C-49BE-3380-836C-740985470AE5}"/>
              </a:ext>
            </a:extLst>
          </p:cNvPr>
          <p:cNvSpPr txBox="1"/>
          <p:nvPr/>
        </p:nvSpPr>
        <p:spPr>
          <a:xfrm>
            <a:off x="8093149" y="3086359"/>
            <a:ext cx="688009" cy="261610"/>
          </a:xfrm>
          <a:prstGeom prst="rect">
            <a:avLst/>
          </a:prstGeom>
          <a:noFill/>
        </p:spPr>
        <p:txBody>
          <a:bodyPr wrap="none" rtlCol="0">
            <a:spAutoFit/>
          </a:bodyPr>
          <a:lstStyle/>
          <a:p>
            <a:r>
              <a:rPr lang="en-US" sz="1100" dirty="0"/>
              <a:t>decoder</a:t>
            </a:r>
            <a:endParaRPr lang="ro-RO" sz="1100" dirty="0"/>
          </a:p>
        </p:txBody>
      </p:sp>
      <p:sp>
        <p:nvSpPr>
          <p:cNvPr id="88" name="TextBox 87">
            <a:extLst>
              <a:ext uri="{FF2B5EF4-FFF2-40B4-BE49-F238E27FC236}">
                <a16:creationId xmlns:a16="http://schemas.microsoft.com/office/drawing/2014/main" id="{C10A9A85-F532-DC86-3997-A9510735EC8F}"/>
              </a:ext>
            </a:extLst>
          </p:cNvPr>
          <p:cNvSpPr txBox="1"/>
          <p:nvPr/>
        </p:nvSpPr>
        <p:spPr>
          <a:xfrm>
            <a:off x="7332054" y="2445002"/>
            <a:ext cx="1035861" cy="230832"/>
          </a:xfrm>
          <a:prstGeom prst="rect">
            <a:avLst/>
          </a:prstGeom>
          <a:noFill/>
        </p:spPr>
        <p:txBody>
          <a:bodyPr wrap="none" rtlCol="0">
            <a:spAutoFit/>
          </a:bodyPr>
          <a:lstStyle/>
          <a:p>
            <a:r>
              <a:rPr lang="en-US" sz="900" dirty="0"/>
              <a:t>skip connections</a:t>
            </a:r>
            <a:endParaRPr lang="ro-RO" sz="900" dirty="0"/>
          </a:p>
        </p:txBody>
      </p:sp>
      <p:pic>
        <p:nvPicPr>
          <p:cNvPr id="89" name="Picture 88">
            <a:extLst>
              <a:ext uri="{FF2B5EF4-FFF2-40B4-BE49-F238E27FC236}">
                <a16:creationId xmlns:a16="http://schemas.microsoft.com/office/drawing/2014/main" id="{0D64D306-8A66-444B-2FD0-4755B127089C}"/>
              </a:ext>
            </a:extLst>
          </p:cNvPr>
          <p:cNvPicPr>
            <a:picLocks noChangeAspect="1"/>
          </p:cNvPicPr>
          <p:nvPr/>
        </p:nvPicPr>
        <p:blipFill>
          <a:blip r:embed="rId4"/>
          <a:stretch>
            <a:fillRect/>
          </a:stretch>
        </p:blipFill>
        <p:spPr>
          <a:xfrm>
            <a:off x="9329799" y="2429907"/>
            <a:ext cx="2776352" cy="583693"/>
          </a:xfrm>
          <a:prstGeom prst="rect">
            <a:avLst/>
          </a:prstGeom>
        </p:spPr>
      </p:pic>
      <p:sp>
        <p:nvSpPr>
          <p:cNvPr id="90" name="Plus Sign 89">
            <a:extLst>
              <a:ext uri="{FF2B5EF4-FFF2-40B4-BE49-F238E27FC236}">
                <a16:creationId xmlns:a16="http://schemas.microsoft.com/office/drawing/2014/main" id="{F6B82CF6-85D1-918D-B291-06C19556AC21}"/>
              </a:ext>
            </a:extLst>
          </p:cNvPr>
          <p:cNvSpPr/>
          <p:nvPr/>
        </p:nvSpPr>
        <p:spPr>
          <a:xfrm>
            <a:off x="8821551" y="2559320"/>
            <a:ext cx="404590" cy="400329"/>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92" name="Picture 91">
            <a:extLst>
              <a:ext uri="{FF2B5EF4-FFF2-40B4-BE49-F238E27FC236}">
                <a16:creationId xmlns:a16="http://schemas.microsoft.com/office/drawing/2014/main" id="{CEF61F34-14FF-153C-FD63-A68AE29AF1C2}"/>
              </a:ext>
            </a:extLst>
          </p:cNvPr>
          <p:cNvPicPr>
            <a:picLocks noChangeAspect="1"/>
          </p:cNvPicPr>
          <p:nvPr/>
        </p:nvPicPr>
        <p:blipFill>
          <a:blip r:embed="rId5"/>
          <a:stretch>
            <a:fillRect/>
          </a:stretch>
        </p:blipFill>
        <p:spPr>
          <a:xfrm>
            <a:off x="3913664" y="4288617"/>
            <a:ext cx="4593338" cy="252601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1</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1157050" cy="2194560"/>
          </a:xfrm>
          <a:prstGeom prst="rect">
            <a:avLst/>
          </a:prstGeom>
          <a:noFill/>
          <a:ln/>
        </p:spPr>
        <p:txBody>
          <a:bodyPr wrap="square" lIns="0" tIns="0" rIns="0" bIns="0" rtlCol="0" anchor="ctr"/>
          <a:lstStyle/>
          <a:p>
            <a:r>
              <a:rPr lang="en-US" sz="6000" b="1" dirty="0">
                <a:latin typeface="Calibri" pitchFamily="34" charset="0"/>
                <a:ea typeface="Calibri" pitchFamily="34" charset="-122"/>
                <a:cs typeface="Calibri" pitchFamily="34" charset="-120"/>
              </a:rPr>
              <a:t>DDIM vs DDPM:</a:t>
            </a:r>
          </a:p>
          <a:p>
            <a:r>
              <a:rPr lang="en-US" sz="6000" b="1" dirty="0">
                <a:latin typeface="Calibri" pitchFamily="34" charset="0"/>
                <a:ea typeface="Calibri" pitchFamily="34" charset="-122"/>
                <a:cs typeface="Calibri" pitchFamily="34" charset="-120"/>
              </a:rPr>
              <a:t>Faster, Deterministic Sampling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4">
            <a:extLst>
              <a:ext uri="{FF2B5EF4-FFF2-40B4-BE49-F238E27FC236}">
                <a16:creationId xmlns:a16="http://schemas.microsoft.com/office/drawing/2014/main" id="{9B37E413-CB65-FA39-1359-FA0752027FBF}"/>
              </a:ext>
            </a:extLst>
          </p:cNvPr>
          <p:cNvSpPr/>
          <p:nvPr/>
        </p:nvSpPr>
        <p:spPr>
          <a:xfrm>
            <a:off x="436309" y="149592"/>
            <a:ext cx="11216640" cy="341376"/>
          </a:xfrm>
          <a:prstGeom prst="rect">
            <a:avLst/>
          </a:prstGeom>
          <a:noFill/>
          <a:ln/>
        </p:spPr>
        <p:txBody>
          <a:bodyPr wrap="square" lIns="0" tIns="0" rIns="0" bIns="0" rtlCol="0" anchor="ctr"/>
          <a:lstStyle/>
          <a:p>
            <a:r>
              <a:rPr lang="en-US" b="1" dirty="0">
                <a:solidFill>
                  <a:srgbClr val="555555"/>
                </a:solidFill>
                <a:latin typeface="Calibri" pitchFamily="34" charset="0"/>
                <a:ea typeface="Calibri" pitchFamily="34" charset="-122"/>
                <a:cs typeface="Calibri" pitchFamily="34" charset="-120"/>
              </a:rPr>
              <a:t>① Training: Forward Process  —  the model learns by destroying images</a:t>
            </a:r>
            <a:endParaRPr lang="en-US" dirty="0"/>
          </a:p>
        </p:txBody>
      </p:sp>
      <p:sp>
        <p:nvSpPr>
          <p:cNvPr id="32" name="Shape 5">
            <a:extLst>
              <a:ext uri="{FF2B5EF4-FFF2-40B4-BE49-F238E27FC236}">
                <a16:creationId xmlns:a16="http://schemas.microsoft.com/office/drawing/2014/main" id="{3ADD3527-B8DA-E1A4-E541-53FC9F3EE03C}"/>
              </a:ext>
            </a:extLst>
          </p:cNvPr>
          <p:cNvSpPr/>
          <p:nvPr/>
        </p:nvSpPr>
        <p:spPr>
          <a:xfrm>
            <a:off x="436309" y="551928"/>
            <a:ext cx="2560320" cy="999744"/>
          </a:xfrm>
          <a:prstGeom prst="rect">
            <a:avLst/>
          </a:prstGeom>
          <a:solidFill>
            <a:srgbClr val="1565C0"/>
          </a:solidFill>
          <a:ln w="12700">
            <a:solidFill>
              <a:srgbClr val="1565C0"/>
            </a:solidFill>
            <a:prstDash val="solid"/>
          </a:ln>
        </p:spPr>
        <p:txBody>
          <a:bodyPr/>
          <a:lstStyle/>
          <a:p>
            <a:r>
              <a:rPr lang="en-US" dirty="0"/>
              <a:t>                                                         </a:t>
            </a:r>
            <a:endParaRPr lang="ro-RO" dirty="0"/>
          </a:p>
        </p:txBody>
      </p:sp>
      <p:sp>
        <p:nvSpPr>
          <p:cNvPr id="33" name="Text 6">
            <a:extLst>
              <a:ext uri="{FF2B5EF4-FFF2-40B4-BE49-F238E27FC236}">
                <a16:creationId xmlns:a16="http://schemas.microsoft.com/office/drawing/2014/main" id="{77D68F60-A740-F713-4AA0-A29DF51AE859}"/>
              </a:ext>
            </a:extLst>
          </p:cNvPr>
          <p:cNvSpPr/>
          <p:nvPr/>
        </p:nvSpPr>
        <p:spPr>
          <a:xfrm>
            <a:off x="497269" y="284974"/>
            <a:ext cx="2438400" cy="950976"/>
          </a:xfrm>
          <a:prstGeom prst="rect">
            <a:avLst/>
          </a:prstGeom>
          <a:noFill/>
          <a:ln/>
        </p:spPr>
        <p:txBody>
          <a:bodyPr wrap="square" lIns="0" tIns="0" rIns="0" bIns="0" rtlCol="0" anchor="ctr"/>
          <a:lstStyle/>
          <a:p>
            <a:pPr algn="ctr"/>
            <a:r>
              <a:rPr lang="en-US" sz="1267" dirty="0">
                <a:solidFill>
                  <a:srgbClr val="FFFFFF"/>
                </a:solidFill>
                <a:latin typeface="Calibri" pitchFamily="34" charset="0"/>
                <a:ea typeface="Calibri" pitchFamily="34" charset="-122"/>
                <a:cs typeface="Calibri" pitchFamily="34" charset="-120"/>
              </a:rPr>
              <a:t>Real image</a:t>
            </a:r>
            <a:endParaRPr lang="en-US" sz="1267" dirty="0"/>
          </a:p>
          <a:p>
            <a:pPr algn="ctr"/>
            <a:endParaRPr lang="en-US" sz="1267" dirty="0"/>
          </a:p>
        </p:txBody>
      </p:sp>
      <p:sp>
        <p:nvSpPr>
          <p:cNvPr id="34" name="Text 7">
            <a:extLst>
              <a:ext uri="{FF2B5EF4-FFF2-40B4-BE49-F238E27FC236}">
                <a16:creationId xmlns:a16="http://schemas.microsoft.com/office/drawing/2014/main" id="{9C93C15D-E44B-5BF5-FBFF-2C78877541A4}"/>
              </a:ext>
            </a:extLst>
          </p:cNvPr>
          <p:cNvSpPr/>
          <p:nvPr/>
        </p:nvSpPr>
        <p:spPr>
          <a:xfrm>
            <a:off x="2996629" y="783576"/>
            <a:ext cx="304800" cy="487680"/>
          </a:xfrm>
          <a:prstGeom prst="rect">
            <a:avLst/>
          </a:prstGeom>
          <a:noFill/>
          <a:ln/>
        </p:spPr>
        <p:txBody>
          <a:bodyPr wrap="square" lIns="0" tIns="0" rIns="0" bIns="0" rtlCol="0" anchor="ctr"/>
          <a:lstStyle/>
          <a:p>
            <a:pPr algn="ctr"/>
            <a:r>
              <a:rPr lang="en-US" sz="1000" b="1" dirty="0">
                <a:solidFill>
                  <a:srgbClr val="888888"/>
                </a:solidFill>
                <a:latin typeface="Calibri" pitchFamily="34" charset="0"/>
                <a:ea typeface="Calibri" pitchFamily="34" charset="-122"/>
                <a:cs typeface="Calibri" pitchFamily="34" charset="-120"/>
              </a:rPr>
              <a:t>+ noise →</a:t>
            </a:r>
            <a:endParaRPr lang="en-US" sz="1000" b="1" dirty="0"/>
          </a:p>
        </p:txBody>
      </p:sp>
      <p:sp>
        <p:nvSpPr>
          <p:cNvPr id="35" name="Shape 8">
            <a:extLst>
              <a:ext uri="{FF2B5EF4-FFF2-40B4-BE49-F238E27FC236}">
                <a16:creationId xmlns:a16="http://schemas.microsoft.com/office/drawing/2014/main" id="{52DFA518-E752-2401-C194-1D7EB1281818}"/>
              </a:ext>
            </a:extLst>
          </p:cNvPr>
          <p:cNvSpPr/>
          <p:nvPr/>
        </p:nvSpPr>
        <p:spPr>
          <a:xfrm>
            <a:off x="3301429" y="551928"/>
            <a:ext cx="2560320" cy="999744"/>
          </a:xfrm>
          <a:prstGeom prst="rect">
            <a:avLst/>
          </a:prstGeom>
          <a:solidFill>
            <a:srgbClr val="1976D2"/>
          </a:solidFill>
          <a:ln w="12700">
            <a:solidFill>
              <a:srgbClr val="1976D2"/>
            </a:solidFill>
            <a:prstDash val="solid"/>
          </a:ln>
        </p:spPr>
      </p:sp>
      <p:sp>
        <p:nvSpPr>
          <p:cNvPr id="36" name="Text 9">
            <a:extLst>
              <a:ext uri="{FF2B5EF4-FFF2-40B4-BE49-F238E27FC236}">
                <a16:creationId xmlns:a16="http://schemas.microsoft.com/office/drawing/2014/main" id="{DDA01ADF-7B7C-ED3B-9D73-5F43E46FA273}"/>
              </a:ext>
            </a:extLst>
          </p:cNvPr>
          <p:cNvSpPr/>
          <p:nvPr/>
        </p:nvSpPr>
        <p:spPr>
          <a:xfrm>
            <a:off x="3362389" y="271512"/>
            <a:ext cx="2438400" cy="950976"/>
          </a:xfrm>
          <a:prstGeom prst="rect">
            <a:avLst/>
          </a:prstGeom>
          <a:noFill/>
          <a:ln/>
        </p:spPr>
        <p:txBody>
          <a:bodyPr wrap="square" lIns="0" tIns="0" rIns="0" bIns="0" rtlCol="0" anchor="ctr"/>
          <a:lstStyle/>
          <a:p>
            <a:pPr algn="ctr"/>
            <a:r>
              <a:rPr lang="en-US" sz="1267" dirty="0">
                <a:solidFill>
                  <a:srgbClr val="FFFFFF"/>
                </a:solidFill>
                <a:latin typeface="Calibri" pitchFamily="34" charset="0"/>
                <a:ea typeface="Calibri" pitchFamily="34" charset="-122"/>
                <a:cs typeface="Calibri" pitchFamily="34" charset="-120"/>
              </a:rPr>
              <a:t>Slight</a:t>
            </a:r>
            <a:r>
              <a:rPr lang="en-US" sz="1267" dirty="0"/>
              <a:t> </a:t>
            </a:r>
            <a:r>
              <a:rPr lang="en-US" sz="1267" dirty="0">
                <a:solidFill>
                  <a:srgbClr val="FFFFFF"/>
                </a:solidFill>
                <a:latin typeface="Calibri" pitchFamily="34" charset="0"/>
                <a:ea typeface="Calibri" pitchFamily="34" charset="-122"/>
                <a:cs typeface="Calibri" pitchFamily="34" charset="-120"/>
              </a:rPr>
              <a:t>noise added</a:t>
            </a:r>
            <a:endParaRPr lang="en-US" sz="1267" dirty="0"/>
          </a:p>
          <a:p>
            <a:pPr algn="ctr"/>
            <a:endParaRPr lang="en-US" sz="1267" dirty="0"/>
          </a:p>
        </p:txBody>
      </p:sp>
      <p:sp>
        <p:nvSpPr>
          <p:cNvPr id="37" name="Text 10">
            <a:extLst>
              <a:ext uri="{FF2B5EF4-FFF2-40B4-BE49-F238E27FC236}">
                <a16:creationId xmlns:a16="http://schemas.microsoft.com/office/drawing/2014/main" id="{272EDB2F-98BD-DDAB-4F79-4AE1F01597E8}"/>
              </a:ext>
            </a:extLst>
          </p:cNvPr>
          <p:cNvSpPr/>
          <p:nvPr/>
        </p:nvSpPr>
        <p:spPr>
          <a:xfrm>
            <a:off x="5861749" y="783576"/>
            <a:ext cx="304800" cy="487680"/>
          </a:xfrm>
          <a:prstGeom prst="rect">
            <a:avLst/>
          </a:prstGeom>
          <a:noFill/>
          <a:ln/>
        </p:spPr>
        <p:txBody>
          <a:bodyPr wrap="square" lIns="0" tIns="0" rIns="0" bIns="0" rtlCol="0" anchor="ctr"/>
          <a:lstStyle/>
          <a:p>
            <a:pPr algn="ctr"/>
            <a:r>
              <a:rPr lang="en-US" sz="1000" b="1" dirty="0">
                <a:solidFill>
                  <a:srgbClr val="888888"/>
                </a:solidFill>
                <a:latin typeface="Calibri" pitchFamily="34" charset="0"/>
                <a:ea typeface="Calibri" pitchFamily="34" charset="-122"/>
                <a:cs typeface="Calibri" pitchFamily="34" charset="-120"/>
              </a:rPr>
              <a:t>+ noise →</a:t>
            </a:r>
            <a:endParaRPr lang="en-US" sz="1000" b="1" dirty="0"/>
          </a:p>
        </p:txBody>
      </p:sp>
      <p:sp>
        <p:nvSpPr>
          <p:cNvPr id="38" name="Shape 11">
            <a:extLst>
              <a:ext uri="{FF2B5EF4-FFF2-40B4-BE49-F238E27FC236}">
                <a16:creationId xmlns:a16="http://schemas.microsoft.com/office/drawing/2014/main" id="{6CB7CC5C-1D40-51E2-5DBD-199CBEA93A08}"/>
              </a:ext>
            </a:extLst>
          </p:cNvPr>
          <p:cNvSpPr/>
          <p:nvPr/>
        </p:nvSpPr>
        <p:spPr>
          <a:xfrm>
            <a:off x="6166549" y="551928"/>
            <a:ext cx="2560320" cy="999744"/>
          </a:xfrm>
          <a:prstGeom prst="rect">
            <a:avLst/>
          </a:prstGeom>
          <a:solidFill>
            <a:srgbClr val="5E35B1"/>
          </a:solidFill>
          <a:ln w="12700">
            <a:solidFill>
              <a:srgbClr val="5E35B1"/>
            </a:solidFill>
            <a:prstDash val="solid"/>
          </a:ln>
        </p:spPr>
      </p:sp>
      <p:sp>
        <p:nvSpPr>
          <p:cNvPr id="39" name="Text 12">
            <a:extLst>
              <a:ext uri="{FF2B5EF4-FFF2-40B4-BE49-F238E27FC236}">
                <a16:creationId xmlns:a16="http://schemas.microsoft.com/office/drawing/2014/main" id="{4C523918-088A-229B-4AAD-36C22A43A8C6}"/>
              </a:ext>
            </a:extLst>
          </p:cNvPr>
          <p:cNvSpPr/>
          <p:nvPr/>
        </p:nvSpPr>
        <p:spPr>
          <a:xfrm>
            <a:off x="6227509" y="273544"/>
            <a:ext cx="2438400" cy="950976"/>
          </a:xfrm>
          <a:prstGeom prst="rect">
            <a:avLst/>
          </a:prstGeom>
          <a:noFill/>
          <a:ln/>
        </p:spPr>
        <p:txBody>
          <a:bodyPr wrap="square" lIns="0" tIns="0" rIns="0" bIns="0" rtlCol="0" anchor="ctr"/>
          <a:lstStyle/>
          <a:p>
            <a:pPr algn="ctr"/>
            <a:r>
              <a:rPr lang="en-US" sz="1267" dirty="0">
                <a:solidFill>
                  <a:srgbClr val="FFFFFF"/>
                </a:solidFill>
                <a:latin typeface="Calibri" pitchFamily="34" charset="0"/>
                <a:ea typeface="Calibri" pitchFamily="34" charset="-122"/>
                <a:cs typeface="Calibri" pitchFamily="34" charset="-120"/>
              </a:rPr>
              <a:t>More noise</a:t>
            </a:r>
            <a:r>
              <a:rPr lang="en-US" sz="1267" dirty="0"/>
              <a:t> </a:t>
            </a:r>
            <a:r>
              <a:rPr lang="en-US" sz="1267" dirty="0">
                <a:solidFill>
                  <a:srgbClr val="FFFFFF"/>
                </a:solidFill>
                <a:latin typeface="Calibri" pitchFamily="34" charset="0"/>
                <a:ea typeface="Calibri" pitchFamily="34" charset="-122"/>
                <a:cs typeface="Calibri" pitchFamily="34" charset="-120"/>
              </a:rPr>
              <a:t>added</a:t>
            </a:r>
            <a:endParaRPr lang="en-US" sz="1267" dirty="0"/>
          </a:p>
          <a:p>
            <a:pPr algn="ctr"/>
            <a:endParaRPr lang="en-US" sz="1267" dirty="0"/>
          </a:p>
        </p:txBody>
      </p:sp>
      <p:sp>
        <p:nvSpPr>
          <p:cNvPr id="40" name="Text 13">
            <a:extLst>
              <a:ext uri="{FF2B5EF4-FFF2-40B4-BE49-F238E27FC236}">
                <a16:creationId xmlns:a16="http://schemas.microsoft.com/office/drawing/2014/main" id="{4C9204FA-46C5-F012-FDF5-75FD65235513}"/>
              </a:ext>
            </a:extLst>
          </p:cNvPr>
          <p:cNvSpPr/>
          <p:nvPr/>
        </p:nvSpPr>
        <p:spPr>
          <a:xfrm>
            <a:off x="8726869" y="783576"/>
            <a:ext cx="304800" cy="487680"/>
          </a:xfrm>
          <a:prstGeom prst="rect">
            <a:avLst/>
          </a:prstGeom>
          <a:noFill/>
          <a:ln/>
        </p:spPr>
        <p:txBody>
          <a:bodyPr wrap="square" lIns="0" tIns="0" rIns="0" bIns="0" rtlCol="0" anchor="ctr"/>
          <a:lstStyle/>
          <a:p>
            <a:pPr algn="ctr"/>
            <a:r>
              <a:rPr lang="en-US" sz="1000" b="1" dirty="0">
                <a:solidFill>
                  <a:srgbClr val="888888"/>
                </a:solidFill>
                <a:latin typeface="Calibri" pitchFamily="34" charset="0"/>
                <a:ea typeface="Calibri" pitchFamily="34" charset="-122"/>
                <a:cs typeface="Calibri" pitchFamily="34" charset="-120"/>
              </a:rPr>
              <a:t>+ noise →</a:t>
            </a:r>
            <a:endParaRPr lang="en-US" sz="1000" b="1" dirty="0"/>
          </a:p>
        </p:txBody>
      </p:sp>
      <p:sp>
        <p:nvSpPr>
          <p:cNvPr id="41" name="Shape 14">
            <a:extLst>
              <a:ext uri="{FF2B5EF4-FFF2-40B4-BE49-F238E27FC236}">
                <a16:creationId xmlns:a16="http://schemas.microsoft.com/office/drawing/2014/main" id="{10CF2E42-B62A-BF76-2059-D9B9816440CD}"/>
              </a:ext>
            </a:extLst>
          </p:cNvPr>
          <p:cNvSpPr/>
          <p:nvPr/>
        </p:nvSpPr>
        <p:spPr>
          <a:xfrm>
            <a:off x="9031669" y="551928"/>
            <a:ext cx="2560320" cy="999744"/>
          </a:xfrm>
          <a:prstGeom prst="rect">
            <a:avLst/>
          </a:prstGeom>
          <a:solidFill>
            <a:srgbClr val="6A1B9A"/>
          </a:solidFill>
          <a:ln w="12700">
            <a:solidFill>
              <a:srgbClr val="6A1B9A"/>
            </a:solidFill>
            <a:prstDash val="solid"/>
          </a:ln>
        </p:spPr>
      </p:sp>
      <p:sp>
        <p:nvSpPr>
          <p:cNvPr id="42" name="Text 15">
            <a:extLst>
              <a:ext uri="{FF2B5EF4-FFF2-40B4-BE49-F238E27FC236}">
                <a16:creationId xmlns:a16="http://schemas.microsoft.com/office/drawing/2014/main" id="{DD5BFA6C-4E66-DB32-5CE5-BA8B8816DADC}"/>
              </a:ext>
            </a:extLst>
          </p:cNvPr>
          <p:cNvSpPr/>
          <p:nvPr/>
        </p:nvSpPr>
        <p:spPr>
          <a:xfrm>
            <a:off x="9092629" y="261352"/>
            <a:ext cx="2438400" cy="950976"/>
          </a:xfrm>
          <a:prstGeom prst="rect">
            <a:avLst/>
          </a:prstGeom>
          <a:noFill/>
          <a:ln/>
        </p:spPr>
        <p:txBody>
          <a:bodyPr wrap="square" lIns="0" tIns="0" rIns="0" bIns="0" rtlCol="0" anchor="ctr"/>
          <a:lstStyle/>
          <a:p>
            <a:pPr algn="ctr"/>
            <a:r>
              <a:rPr lang="en-US" sz="1267" dirty="0">
                <a:solidFill>
                  <a:srgbClr val="FFFFFF"/>
                </a:solidFill>
                <a:latin typeface="Calibri" pitchFamily="34" charset="0"/>
                <a:ea typeface="Calibri" pitchFamily="34" charset="-122"/>
                <a:cs typeface="Calibri" pitchFamily="34" charset="-120"/>
              </a:rPr>
              <a:t>Pure</a:t>
            </a:r>
            <a:r>
              <a:rPr lang="en-US" sz="1267" dirty="0"/>
              <a:t> </a:t>
            </a:r>
            <a:r>
              <a:rPr lang="en-US" sz="1267" dirty="0">
                <a:solidFill>
                  <a:srgbClr val="FFFFFF"/>
                </a:solidFill>
                <a:latin typeface="Calibri" pitchFamily="34" charset="0"/>
                <a:ea typeface="Calibri" pitchFamily="34" charset="-122"/>
                <a:cs typeface="Calibri" pitchFamily="34" charset="-120"/>
              </a:rPr>
              <a:t>random noise</a:t>
            </a:r>
            <a:endParaRPr lang="en-US" sz="1267" dirty="0"/>
          </a:p>
          <a:p>
            <a:pPr algn="ctr"/>
            <a:endParaRPr lang="en-US" sz="1267" dirty="0"/>
          </a:p>
        </p:txBody>
      </p:sp>
      <p:pic>
        <p:nvPicPr>
          <p:cNvPr id="43" name="Picture 42">
            <a:extLst>
              <a:ext uri="{FF2B5EF4-FFF2-40B4-BE49-F238E27FC236}">
                <a16:creationId xmlns:a16="http://schemas.microsoft.com/office/drawing/2014/main" id="{9EE209AD-D912-327A-A3B8-CF8FBC99C55B}"/>
              </a:ext>
            </a:extLst>
          </p:cNvPr>
          <p:cNvPicPr>
            <a:picLocks noChangeAspect="1"/>
          </p:cNvPicPr>
          <p:nvPr/>
        </p:nvPicPr>
        <p:blipFill>
          <a:blip r:embed="rId2"/>
          <a:stretch>
            <a:fillRect/>
          </a:stretch>
        </p:blipFill>
        <p:spPr>
          <a:xfrm>
            <a:off x="1306000" y="771036"/>
            <a:ext cx="820937" cy="744060"/>
          </a:xfrm>
          <a:prstGeom prst="rect">
            <a:avLst/>
          </a:prstGeom>
        </p:spPr>
      </p:pic>
      <p:pic>
        <p:nvPicPr>
          <p:cNvPr id="44" name="Picture 43">
            <a:extLst>
              <a:ext uri="{FF2B5EF4-FFF2-40B4-BE49-F238E27FC236}">
                <a16:creationId xmlns:a16="http://schemas.microsoft.com/office/drawing/2014/main" id="{37A63A0C-4B45-BA04-2E87-44965B1A6A14}"/>
              </a:ext>
            </a:extLst>
          </p:cNvPr>
          <p:cNvPicPr>
            <a:picLocks noChangeAspect="1"/>
          </p:cNvPicPr>
          <p:nvPr/>
        </p:nvPicPr>
        <p:blipFill>
          <a:blip r:embed="rId3"/>
          <a:stretch>
            <a:fillRect/>
          </a:stretch>
        </p:blipFill>
        <p:spPr>
          <a:xfrm>
            <a:off x="4167430" y="754451"/>
            <a:ext cx="828318" cy="745209"/>
          </a:xfrm>
          <a:prstGeom prst="rect">
            <a:avLst/>
          </a:prstGeom>
        </p:spPr>
      </p:pic>
      <p:pic>
        <p:nvPicPr>
          <p:cNvPr id="45" name="Picture 44">
            <a:extLst>
              <a:ext uri="{FF2B5EF4-FFF2-40B4-BE49-F238E27FC236}">
                <a16:creationId xmlns:a16="http://schemas.microsoft.com/office/drawing/2014/main" id="{9924F926-49F8-18CF-4172-455D283F1D12}"/>
              </a:ext>
            </a:extLst>
          </p:cNvPr>
          <p:cNvPicPr>
            <a:picLocks noChangeAspect="1"/>
          </p:cNvPicPr>
          <p:nvPr/>
        </p:nvPicPr>
        <p:blipFill>
          <a:blip r:embed="rId4"/>
          <a:stretch>
            <a:fillRect/>
          </a:stretch>
        </p:blipFill>
        <p:spPr>
          <a:xfrm>
            <a:off x="7008165" y="783576"/>
            <a:ext cx="828319" cy="736899"/>
          </a:xfrm>
          <a:prstGeom prst="rect">
            <a:avLst/>
          </a:prstGeom>
        </p:spPr>
      </p:pic>
      <p:pic>
        <p:nvPicPr>
          <p:cNvPr id="46" name="Picture 45">
            <a:extLst>
              <a:ext uri="{FF2B5EF4-FFF2-40B4-BE49-F238E27FC236}">
                <a16:creationId xmlns:a16="http://schemas.microsoft.com/office/drawing/2014/main" id="{E1DDB19D-D68E-D426-4B22-6F02AB818EA7}"/>
              </a:ext>
            </a:extLst>
          </p:cNvPr>
          <p:cNvPicPr>
            <a:picLocks noChangeAspect="1"/>
          </p:cNvPicPr>
          <p:nvPr/>
        </p:nvPicPr>
        <p:blipFill>
          <a:blip r:embed="rId5"/>
          <a:stretch>
            <a:fillRect/>
          </a:stretch>
        </p:blipFill>
        <p:spPr>
          <a:xfrm>
            <a:off x="9904251" y="756908"/>
            <a:ext cx="815155" cy="740294"/>
          </a:xfrm>
          <a:prstGeom prst="rect">
            <a:avLst/>
          </a:prstGeom>
        </p:spPr>
      </p:pic>
      <p:pic>
        <p:nvPicPr>
          <p:cNvPr id="47" name="Picture 46">
            <a:extLst>
              <a:ext uri="{FF2B5EF4-FFF2-40B4-BE49-F238E27FC236}">
                <a16:creationId xmlns:a16="http://schemas.microsoft.com/office/drawing/2014/main" id="{6FF3E414-2469-3BA2-1574-916C27632A77}"/>
              </a:ext>
            </a:extLst>
          </p:cNvPr>
          <p:cNvPicPr>
            <a:picLocks noChangeAspect="1"/>
          </p:cNvPicPr>
          <p:nvPr/>
        </p:nvPicPr>
        <p:blipFill>
          <a:blip r:embed="rId6"/>
          <a:stretch>
            <a:fillRect/>
          </a:stretch>
        </p:blipFill>
        <p:spPr>
          <a:xfrm>
            <a:off x="1599772" y="1558585"/>
            <a:ext cx="332638" cy="273502"/>
          </a:xfrm>
          <a:prstGeom prst="rect">
            <a:avLst/>
          </a:prstGeom>
        </p:spPr>
      </p:pic>
      <p:pic>
        <p:nvPicPr>
          <p:cNvPr id="48" name="Picture 47">
            <a:extLst>
              <a:ext uri="{FF2B5EF4-FFF2-40B4-BE49-F238E27FC236}">
                <a16:creationId xmlns:a16="http://schemas.microsoft.com/office/drawing/2014/main" id="{8822268B-4951-9D47-08DE-C67F0C42C204}"/>
              </a:ext>
            </a:extLst>
          </p:cNvPr>
          <p:cNvPicPr>
            <a:picLocks noChangeAspect="1"/>
          </p:cNvPicPr>
          <p:nvPr/>
        </p:nvPicPr>
        <p:blipFill>
          <a:blip r:embed="rId7"/>
          <a:stretch>
            <a:fillRect/>
          </a:stretch>
        </p:blipFill>
        <p:spPr>
          <a:xfrm>
            <a:off x="10223671" y="1584862"/>
            <a:ext cx="332638" cy="287279"/>
          </a:xfrm>
          <a:prstGeom prst="rect">
            <a:avLst/>
          </a:prstGeom>
        </p:spPr>
      </p:pic>
      <p:pic>
        <p:nvPicPr>
          <p:cNvPr id="49" name="Picture 48">
            <a:extLst>
              <a:ext uri="{FF2B5EF4-FFF2-40B4-BE49-F238E27FC236}">
                <a16:creationId xmlns:a16="http://schemas.microsoft.com/office/drawing/2014/main" id="{2D4B8C8F-C74D-BAF5-C067-C33FC289D5F2}"/>
              </a:ext>
            </a:extLst>
          </p:cNvPr>
          <p:cNvPicPr>
            <a:picLocks noChangeAspect="1"/>
          </p:cNvPicPr>
          <p:nvPr/>
        </p:nvPicPr>
        <p:blipFill>
          <a:blip r:embed="rId8"/>
          <a:stretch>
            <a:fillRect/>
          </a:stretch>
        </p:blipFill>
        <p:spPr>
          <a:xfrm>
            <a:off x="7343073" y="1584862"/>
            <a:ext cx="286979" cy="272262"/>
          </a:xfrm>
          <a:prstGeom prst="rect">
            <a:avLst/>
          </a:prstGeom>
        </p:spPr>
      </p:pic>
      <p:pic>
        <p:nvPicPr>
          <p:cNvPr id="50" name="Picture 49">
            <a:extLst>
              <a:ext uri="{FF2B5EF4-FFF2-40B4-BE49-F238E27FC236}">
                <a16:creationId xmlns:a16="http://schemas.microsoft.com/office/drawing/2014/main" id="{A5BEEA11-0E41-22DF-A81E-8E9EF4BEFEDA}"/>
              </a:ext>
            </a:extLst>
          </p:cNvPr>
          <p:cNvPicPr>
            <a:picLocks noChangeAspect="1"/>
          </p:cNvPicPr>
          <p:nvPr/>
        </p:nvPicPr>
        <p:blipFill>
          <a:blip r:embed="rId9"/>
          <a:stretch>
            <a:fillRect/>
          </a:stretch>
        </p:blipFill>
        <p:spPr>
          <a:xfrm>
            <a:off x="4424547" y="1584862"/>
            <a:ext cx="422006" cy="272262"/>
          </a:xfrm>
          <a:prstGeom prst="rect">
            <a:avLst/>
          </a:prstGeom>
        </p:spPr>
      </p:pic>
      <p:sp>
        <p:nvSpPr>
          <p:cNvPr id="51" name="TextBox 50">
            <a:extLst>
              <a:ext uri="{FF2B5EF4-FFF2-40B4-BE49-F238E27FC236}">
                <a16:creationId xmlns:a16="http://schemas.microsoft.com/office/drawing/2014/main" id="{F4CA9227-6387-541E-1437-BD0732A2E585}"/>
              </a:ext>
            </a:extLst>
          </p:cNvPr>
          <p:cNvSpPr txBox="1"/>
          <p:nvPr/>
        </p:nvSpPr>
        <p:spPr>
          <a:xfrm>
            <a:off x="2969234" y="1292067"/>
            <a:ext cx="315058" cy="369332"/>
          </a:xfrm>
          <a:prstGeom prst="rect">
            <a:avLst/>
          </a:prstGeom>
          <a:noFill/>
        </p:spPr>
        <p:txBody>
          <a:bodyPr wrap="square" rtlCol="0">
            <a:spAutoFit/>
          </a:bodyPr>
          <a:lstStyle/>
          <a:p>
            <a:r>
              <a:rPr lang="en-US" dirty="0"/>
              <a:t>…</a:t>
            </a:r>
            <a:endParaRPr lang="ro-RO" dirty="0"/>
          </a:p>
        </p:txBody>
      </p:sp>
      <p:sp>
        <p:nvSpPr>
          <p:cNvPr id="52" name="TextBox 51">
            <a:extLst>
              <a:ext uri="{FF2B5EF4-FFF2-40B4-BE49-F238E27FC236}">
                <a16:creationId xmlns:a16="http://schemas.microsoft.com/office/drawing/2014/main" id="{7715F15D-4965-F34E-E10B-5E26179B636F}"/>
              </a:ext>
            </a:extLst>
          </p:cNvPr>
          <p:cNvSpPr txBox="1"/>
          <p:nvPr/>
        </p:nvSpPr>
        <p:spPr>
          <a:xfrm>
            <a:off x="8690573" y="1312536"/>
            <a:ext cx="315058" cy="369332"/>
          </a:xfrm>
          <a:prstGeom prst="rect">
            <a:avLst/>
          </a:prstGeom>
          <a:noFill/>
        </p:spPr>
        <p:txBody>
          <a:bodyPr wrap="square" rtlCol="0">
            <a:spAutoFit/>
          </a:bodyPr>
          <a:lstStyle/>
          <a:p>
            <a:r>
              <a:rPr lang="en-US" dirty="0"/>
              <a:t>…</a:t>
            </a:r>
            <a:endParaRPr lang="ro-RO" dirty="0"/>
          </a:p>
        </p:txBody>
      </p:sp>
      <p:pic>
        <p:nvPicPr>
          <p:cNvPr id="53" name="Picture 52">
            <a:extLst>
              <a:ext uri="{FF2B5EF4-FFF2-40B4-BE49-F238E27FC236}">
                <a16:creationId xmlns:a16="http://schemas.microsoft.com/office/drawing/2014/main" id="{65702F2D-7F55-74FD-C2CF-32211F8B7FDC}"/>
              </a:ext>
            </a:extLst>
          </p:cNvPr>
          <p:cNvPicPr>
            <a:picLocks noChangeAspect="1"/>
          </p:cNvPicPr>
          <p:nvPr/>
        </p:nvPicPr>
        <p:blipFill>
          <a:blip r:embed="rId10"/>
          <a:stretch>
            <a:fillRect/>
          </a:stretch>
        </p:blipFill>
        <p:spPr>
          <a:xfrm>
            <a:off x="2412026" y="2087329"/>
            <a:ext cx="4828084" cy="882168"/>
          </a:xfrm>
          <a:prstGeom prst="rect">
            <a:avLst/>
          </a:prstGeom>
        </p:spPr>
      </p:pic>
      <p:sp>
        <p:nvSpPr>
          <p:cNvPr id="54" name="TextBox 53">
            <a:extLst>
              <a:ext uri="{FF2B5EF4-FFF2-40B4-BE49-F238E27FC236}">
                <a16:creationId xmlns:a16="http://schemas.microsoft.com/office/drawing/2014/main" id="{DB8065D6-4A6C-78AE-EC46-14B97C1CE6AA}"/>
              </a:ext>
            </a:extLst>
          </p:cNvPr>
          <p:cNvSpPr txBox="1"/>
          <p:nvPr/>
        </p:nvSpPr>
        <p:spPr>
          <a:xfrm>
            <a:off x="7013425" y="2237341"/>
            <a:ext cx="3542884" cy="646331"/>
          </a:xfrm>
          <a:prstGeom prst="rect">
            <a:avLst/>
          </a:prstGeom>
          <a:noFill/>
        </p:spPr>
        <p:txBody>
          <a:bodyPr wrap="square">
            <a:spAutoFit/>
          </a:bodyPr>
          <a:lstStyle/>
          <a:p>
            <a:r>
              <a:rPr lang="el-GR" sz="3600" dirty="0"/>
              <a:t> </a:t>
            </a:r>
            <a:r>
              <a:rPr lang="en-US" sz="3600" dirty="0"/>
              <a:t>,         </a:t>
            </a:r>
            <a:r>
              <a:rPr lang="el-GR" sz="3600" dirty="0"/>
              <a:t>~ 𝒩(0, </a:t>
            </a:r>
            <a:r>
              <a:rPr lang="ro-RO" sz="3600" i="1" dirty="0"/>
              <a:t>I</a:t>
            </a:r>
            <a:r>
              <a:rPr lang="ro-RO" sz="3600" dirty="0"/>
              <a:t>)</a:t>
            </a:r>
          </a:p>
        </p:txBody>
      </p:sp>
      <p:pic>
        <p:nvPicPr>
          <p:cNvPr id="55" name="Picture 54">
            <a:extLst>
              <a:ext uri="{FF2B5EF4-FFF2-40B4-BE49-F238E27FC236}">
                <a16:creationId xmlns:a16="http://schemas.microsoft.com/office/drawing/2014/main" id="{DDD14EFA-4F03-3798-8534-474ACCFE4DDA}"/>
              </a:ext>
            </a:extLst>
          </p:cNvPr>
          <p:cNvPicPr>
            <a:picLocks noChangeAspect="1"/>
          </p:cNvPicPr>
          <p:nvPr/>
        </p:nvPicPr>
        <p:blipFill>
          <a:blip r:embed="rId11"/>
          <a:stretch>
            <a:fillRect/>
          </a:stretch>
        </p:blipFill>
        <p:spPr>
          <a:xfrm>
            <a:off x="7811236" y="2438770"/>
            <a:ext cx="327860" cy="320884"/>
          </a:xfrm>
          <a:prstGeom prst="rect">
            <a:avLst/>
          </a:prstGeom>
        </p:spPr>
      </p:pic>
      <p:sp>
        <p:nvSpPr>
          <p:cNvPr id="62" name="Text 2">
            <a:extLst>
              <a:ext uri="{FF2B5EF4-FFF2-40B4-BE49-F238E27FC236}">
                <a16:creationId xmlns:a16="http://schemas.microsoft.com/office/drawing/2014/main" id="{AD5D1155-4740-B5D2-F5B4-AC63CC707511}"/>
              </a:ext>
            </a:extLst>
          </p:cNvPr>
          <p:cNvSpPr/>
          <p:nvPr/>
        </p:nvSpPr>
        <p:spPr>
          <a:xfrm>
            <a:off x="2591736" y="4176993"/>
            <a:ext cx="7631935" cy="281991"/>
          </a:xfrm>
          <a:prstGeom prst="rect">
            <a:avLst/>
          </a:prstGeom>
          <a:noFill/>
          <a:ln/>
        </p:spPr>
        <p:txBody>
          <a:bodyPr wrap="square" rtlCol="0" anchor="ctr"/>
          <a:lstStyle/>
          <a:p>
            <a:r>
              <a:rPr lang="en-US" sz="3600" i="1" dirty="0">
                <a:solidFill>
                  <a:srgbClr val="595959"/>
                </a:solidFill>
                <a:latin typeface="Calibri" pitchFamily="34" charset="0"/>
                <a:ea typeface="Calibri" pitchFamily="34" charset="-122"/>
                <a:cs typeface="Calibri" pitchFamily="34" charset="-120"/>
              </a:rPr>
              <a:t>…we already know this…and it’s fine…</a:t>
            </a:r>
            <a:endParaRPr lang="en-US" sz="3600" dirty="0"/>
          </a:p>
        </p:txBody>
      </p:sp>
      <p:sp>
        <p:nvSpPr>
          <p:cNvPr id="63" name="Shape 0">
            <a:extLst>
              <a:ext uri="{FF2B5EF4-FFF2-40B4-BE49-F238E27FC236}">
                <a16:creationId xmlns:a16="http://schemas.microsoft.com/office/drawing/2014/main" id="{7E741AF2-0B9C-5A24-01B6-9A489C81CDF5}"/>
              </a:ext>
            </a:extLst>
          </p:cNvPr>
          <p:cNvSpPr/>
          <p:nvPr/>
        </p:nvSpPr>
        <p:spPr>
          <a:xfrm>
            <a:off x="0" y="0"/>
            <a:ext cx="12192000" cy="97536"/>
          </a:xfrm>
          <a:prstGeom prst="rect">
            <a:avLst/>
          </a:prstGeom>
          <a:solidFill>
            <a:srgbClr val="1565C0"/>
          </a:solidFill>
          <a:ln w="12700">
            <a:solidFill>
              <a:srgbClr val="1565C0"/>
            </a:solidFill>
            <a:prstDash val="solid"/>
          </a:ln>
        </p:spPr>
      </p:sp>
      <mc:AlternateContent xmlns:mc="http://schemas.openxmlformats.org/markup-compatibility/2006">
        <mc:Choice xmlns:p14="http://schemas.microsoft.com/office/powerpoint/2010/main" Requires="p14">
          <p:contentPart p14:bwMode="auto" r:id="rId12">
            <p14:nvContentPartPr>
              <p14:cNvPr id="17408" name="Ink 17407">
                <a:extLst>
                  <a:ext uri="{FF2B5EF4-FFF2-40B4-BE49-F238E27FC236}">
                    <a16:creationId xmlns:a16="http://schemas.microsoft.com/office/drawing/2014/main" id="{36CD9574-DBD5-861B-83C0-6DC724D47890}"/>
                  </a:ext>
                </a:extLst>
              </p14:cNvPr>
              <p14:cNvContentPartPr/>
              <p14:nvPr/>
            </p14:nvContentPartPr>
            <p14:xfrm>
              <a:off x="4613470" y="1690667"/>
              <a:ext cx="88200" cy="113040"/>
            </p14:xfrm>
          </p:contentPart>
        </mc:Choice>
        <mc:Fallback>
          <p:pic>
            <p:nvPicPr>
              <p:cNvPr id="17408" name="Ink 17407">
                <a:extLst>
                  <a:ext uri="{FF2B5EF4-FFF2-40B4-BE49-F238E27FC236}">
                    <a16:creationId xmlns:a16="http://schemas.microsoft.com/office/drawing/2014/main" id="{36CD9574-DBD5-861B-83C0-6DC724D47890}"/>
                  </a:ext>
                </a:extLst>
              </p:cNvPr>
              <p:cNvPicPr/>
              <p:nvPr/>
            </p:nvPicPr>
            <p:blipFill>
              <a:blip r:embed="rId13"/>
              <a:stretch>
                <a:fillRect/>
              </a:stretch>
            </p:blipFill>
            <p:spPr>
              <a:xfrm>
                <a:off x="4604470" y="1682027"/>
                <a:ext cx="105840" cy="130680"/>
              </a:xfrm>
              <a:prstGeom prst="rect">
                <a:avLst/>
              </a:prstGeom>
            </p:spPr>
          </p:pic>
        </mc:Fallback>
      </mc:AlternateContent>
      <p:grpSp>
        <p:nvGrpSpPr>
          <p:cNvPr id="17412" name="Group 17411">
            <a:extLst>
              <a:ext uri="{FF2B5EF4-FFF2-40B4-BE49-F238E27FC236}">
                <a16:creationId xmlns:a16="http://schemas.microsoft.com/office/drawing/2014/main" id="{2377E361-B217-FEAA-416C-A64CB7F0177F}"/>
              </a:ext>
            </a:extLst>
          </p:cNvPr>
          <p:cNvGrpSpPr/>
          <p:nvPr/>
        </p:nvGrpSpPr>
        <p:grpSpPr>
          <a:xfrm>
            <a:off x="4679710" y="1739627"/>
            <a:ext cx="19440" cy="2520"/>
            <a:chOff x="4679710" y="1739627"/>
            <a:chExt cx="19440" cy="2520"/>
          </a:xfrm>
        </p:grpSpPr>
        <mc:AlternateContent xmlns:mc="http://schemas.openxmlformats.org/markup-compatibility/2006">
          <mc:Choice xmlns:p14="http://schemas.microsoft.com/office/powerpoint/2010/main" Requires="p14">
            <p:contentPart p14:bwMode="auto" r:id="rId14">
              <p14:nvContentPartPr>
                <p14:cNvPr id="17409" name="Ink 17408">
                  <a:extLst>
                    <a:ext uri="{FF2B5EF4-FFF2-40B4-BE49-F238E27FC236}">
                      <a16:creationId xmlns:a16="http://schemas.microsoft.com/office/drawing/2014/main" id="{18FC6353-E069-A84F-72FA-1AF86A4E8174}"/>
                    </a:ext>
                  </a:extLst>
                </p14:cNvPr>
                <p14:cNvContentPartPr/>
                <p14:nvPr/>
              </p14:nvContentPartPr>
              <p14:xfrm>
                <a:off x="4679710" y="1741787"/>
                <a:ext cx="360" cy="360"/>
              </p14:xfrm>
            </p:contentPart>
          </mc:Choice>
          <mc:Fallback>
            <p:pic>
              <p:nvPicPr>
                <p:cNvPr id="17409" name="Ink 17408">
                  <a:extLst>
                    <a:ext uri="{FF2B5EF4-FFF2-40B4-BE49-F238E27FC236}">
                      <a16:creationId xmlns:a16="http://schemas.microsoft.com/office/drawing/2014/main" id="{18FC6353-E069-A84F-72FA-1AF86A4E8174}"/>
                    </a:ext>
                  </a:extLst>
                </p:cNvPr>
                <p:cNvPicPr/>
                <p:nvPr/>
              </p:nvPicPr>
              <p:blipFill>
                <a:blip r:embed="rId15"/>
                <a:stretch>
                  <a:fillRect/>
                </a:stretch>
              </p:blipFill>
              <p:spPr>
                <a:xfrm>
                  <a:off x="4671070" y="1733147"/>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7411" name="Ink 17410">
                  <a:extLst>
                    <a:ext uri="{FF2B5EF4-FFF2-40B4-BE49-F238E27FC236}">
                      <a16:creationId xmlns:a16="http://schemas.microsoft.com/office/drawing/2014/main" id="{C2CC4DB7-CDE4-20AC-1315-18263A219AD8}"/>
                    </a:ext>
                  </a:extLst>
                </p14:cNvPr>
                <p14:cNvContentPartPr/>
                <p14:nvPr/>
              </p14:nvContentPartPr>
              <p14:xfrm>
                <a:off x="4698790" y="1739627"/>
                <a:ext cx="360" cy="360"/>
              </p14:xfrm>
            </p:contentPart>
          </mc:Choice>
          <mc:Fallback>
            <p:pic>
              <p:nvPicPr>
                <p:cNvPr id="17411" name="Ink 17410">
                  <a:extLst>
                    <a:ext uri="{FF2B5EF4-FFF2-40B4-BE49-F238E27FC236}">
                      <a16:creationId xmlns:a16="http://schemas.microsoft.com/office/drawing/2014/main" id="{C2CC4DB7-CDE4-20AC-1315-18263A219AD8}"/>
                    </a:ext>
                  </a:extLst>
                </p:cNvPr>
                <p:cNvPicPr/>
                <p:nvPr/>
              </p:nvPicPr>
              <p:blipFill>
                <a:blip r:embed="rId15"/>
                <a:stretch>
                  <a:fillRect/>
                </a:stretch>
              </p:blipFill>
              <p:spPr>
                <a:xfrm>
                  <a:off x="4690150" y="1730987"/>
                  <a:ext cx="18000" cy="18000"/>
                </a:xfrm>
                <a:prstGeom prst="rect">
                  <a:avLst/>
                </a:prstGeom>
              </p:spPr>
            </p:pic>
          </mc:Fallback>
        </mc:AlternateContent>
      </p:grpSp>
      <p:sp>
        <p:nvSpPr>
          <p:cNvPr id="17413" name="TextBox 17412">
            <a:extLst>
              <a:ext uri="{FF2B5EF4-FFF2-40B4-BE49-F238E27FC236}">
                <a16:creationId xmlns:a16="http://schemas.microsoft.com/office/drawing/2014/main" id="{B13E91F9-C9BC-0045-E9CE-CE0CCD0B6820}"/>
              </a:ext>
            </a:extLst>
          </p:cNvPr>
          <p:cNvSpPr txBox="1"/>
          <p:nvPr/>
        </p:nvSpPr>
        <p:spPr>
          <a:xfrm>
            <a:off x="4525963" y="1551672"/>
            <a:ext cx="263214" cy="369332"/>
          </a:xfrm>
          <a:prstGeom prst="rect">
            <a:avLst/>
          </a:prstGeom>
          <a:noFill/>
        </p:spPr>
        <p:txBody>
          <a:bodyPr wrap="none" rtlCol="0">
            <a:spAutoFit/>
          </a:bodyPr>
          <a:lstStyle/>
          <a:p>
            <a:r>
              <a:rPr lang="en-US" dirty="0"/>
              <a:t>-</a:t>
            </a:r>
            <a:endParaRPr lang="ro-RO" dirty="0"/>
          </a:p>
        </p:txBody>
      </p:sp>
    </p:spTree>
    <p:extLst>
      <p:ext uri="{BB962C8B-B14F-4D97-AF65-F5344CB8AC3E}">
        <p14:creationId xmlns:p14="http://schemas.microsoft.com/office/powerpoint/2010/main" val="3553791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F08F7-026C-1C97-E025-9A207561EE03}"/>
            </a:ext>
          </a:extLst>
        </p:cNvPr>
        <p:cNvGrpSpPr/>
        <p:nvPr/>
      </p:nvGrpSpPr>
      <p:grpSpPr>
        <a:xfrm>
          <a:off x="0" y="0"/>
          <a:ext cx="0" cy="0"/>
          <a:chOff x="0" y="0"/>
          <a:chExt cx="0" cy="0"/>
        </a:xfrm>
      </p:grpSpPr>
      <p:sp>
        <p:nvSpPr>
          <p:cNvPr id="2" name="Text 16">
            <a:extLst>
              <a:ext uri="{FF2B5EF4-FFF2-40B4-BE49-F238E27FC236}">
                <a16:creationId xmlns:a16="http://schemas.microsoft.com/office/drawing/2014/main" id="{F9E3253F-14F2-9711-807B-CB0EEC52F98A}"/>
              </a:ext>
            </a:extLst>
          </p:cNvPr>
          <p:cNvSpPr/>
          <p:nvPr/>
        </p:nvSpPr>
        <p:spPr>
          <a:xfrm>
            <a:off x="420070" y="170682"/>
            <a:ext cx="11216640" cy="341376"/>
          </a:xfrm>
          <a:prstGeom prst="rect">
            <a:avLst/>
          </a:prstGeom>
          <a:noFill/>
          <a:ln/>
        </p:spPr>
        <p:txBody>
          <a:bodyPr wrap="square" lIns="0" tIns="0" rIns="0" bIns="0" rtlCol="0" anchor="ctr"/>
          <a:lstStyle/>
          <a:p>
            <a:r>
              <a:rPr lang="en-US" b="1" dirty="0">
                <a:solidFill>
                  <a:srgbClr val="555555"/>
                </a:solidFill>
                <a:latin typeface="Calibri" pitchFamily="34" charset="0"/>
                <a:ea typeface="Calibri" pitchFamily="34" charset="-122"/>
                <a:cs typeface="Calibri" pitchFamily="34" charset="-120"/>
              </a:rPr>
              <a:t>② Generation: Reverse Process  —  the trained model denoises step-by-step</a:t>
            </a:r>
            <a:endParaRPr lang="en-US" dirty="0"/>
          </a:p>
        </p:txBody>
      </p:sp>
      <p:sp>
        <p:nvSpPr>
          <p:cNvPr id="3" name="Shape 17">
            <a:extLst>
              <a:ext uri="{FF2B5EF4-FFF2-40B4-BE49-F238E27FC236}">
                <a16:creationId xmlns:a16="http://schemas.microsoft.com/office/drawing/2014/main" id="{7B6BF44F-BB35-488A-C355-D2F9E810B543}"/>
              </a:ext>
            </a:extLst>
          </p:cNvPr>
          <p:cNvSpPr/>
          <p:nvPr/>
        </p:nvSpPr>
        <p:spPr>
          <a:xfrm>
            <a:off x="420070" y="573018"/>
            <a:ext cx="2560320" cy="999744"/>
          </a:xfrm>
          <a:prstGeom prst="rect">
            <a:avLst/>
          </a:prstGeom>
          <a:solidFill>
            <a:srgbClr val="6A1B9A"/>
          </a:solidFill>
          <a:ln w="12700">
            <a:solidFill>
              <a:srgbClr val="6A1B9A"/>
            </a:solidFill>
            <a:prstDash val="solid"/>
          </a:ln>
        </p:spPr>
      </p:sp>
      <p:sp>
        <p:nvSpPr>
          <p:cNvPr id="4" name="Text 18">
            <a:extLst>
              <a:ext uri="{FF2B5EF4-FFF2-40B4-BE49-F238E27FC236}">
                <a16:creationId xmlns:a16="http://schemas.microsoft.com/office/drawing/2014/main" id="{A3935C70-45D2-17E1-3E13-30D89BDCA6D5}"/>
              </a:ext>
            </a:extLst>
          </p:cNvPr>
          <p:cNvSpPr/>
          <p:nvPr/>
        </p:nvSpPr>
        <p:spPr>
          <a:xfrm>
            <a:off x="493038" y="302424"/>
            <a:ext cx="2438400" cy="950976"/>
          </a:xfrm>
          <a:prstGeom prst="rect">
            <a:avLst/>
          </a:prstGeom>
          <a:noFill/>
          <a:ln/>
        </p:spPr>
        <p:txBody>
          <a:bodyPr wrap="square" lIns="0" tIns="0" rIns="0" bIns="0" rtlCol="0" anchor="ctr"/>
          <a:lstStyle/>
          <a:p>
            <a:pPr algn="ctr"/>
            <a:r>
              <a:rPr lang="en-US" sz="1267" dirty="0">
                <a:solidFill>
                  <a:srgbClr val="FFFFFF"/>
                </a:solidFill>
                <a:latin typeface="Calibri" pitchFamily="34" charset="0"/>
                <a:ea typeface="Calibri" pitchFamily="34" charset="-122"/>
                <a:cs typeface="Calibri" pitchFamily="34" charset="-120"/>
              </a:rPr>
              <a:t>Pure noise</a:t>
            </a:r>
            <a:endParaRPr lang="en-US" sz="1267" dirty="0"/>
          </a:p>
          <a:p>
            <a:pPr algn="ctr"/>
            <a:endParaRPr lang="en-US" sz="1267" dirty="0"/>
          </a:p>
        </p:txBody>
      </p:sp>
      <p:sp>
        <p:nvSpPr>
          <p:cNvPr id="5" name="Text 19">
            <a:extLst>
              <a:ext uri="{FF2B5EF4-FFF2-40B4-BE49-F238E27FC236}">
                <a16:creationId xmlns:a16="http://schemas.microsoft.com/office/drawing/2014/main" id="{60A22A4E-9AF9-67ED-7D03-067C4FB7466C}"/>
              </a:ext>
            </a:extLst>
          </p:cNvPr>
          <p:cNvSpPr/>
          <p:nvPr/>
        </p:nvSpPr>
        <p:spPr>
          <a:xfrm>
            <a:off x="2980390" y="804666"/>
            <a:ext cx="304800" cy="487680"/>
          </a:xfrm>
          <a:prstGeom prst="rect">
            <a:avLst/>
          </a:prstGeom>
          <a:noFill/>
          <a:ln/>
        </p:spPr>
        <p:txBody>
          <a:bodyPr wrap="square" lIns="0" tIns="0" rIns="0" bIns="0" rtlCol="0" anchor="ctr"/>
          <a:lstStyle/>
          <a:p>
            <a:pPr algn="ctr"/>
            <a:r>
              <a:rPr lang="en-US" sz="1000" b="1" dirty="0">
                <a:solidFill>
                  <a:srgbClr val="888888"/>
                </a:solidFill>
                <a:latin typeface="Calibri" pitchFamily="34" charset="0"/>
                <a:ea typeface="Calibri" pitchFamily="34" charset="-122"/>
                <a:cs typeface="Calibri" pitchFamily="34" charset="-120"/>
              </a:rPr>
              <a:t>– noise →</a:t>
            </a:r>
            <a:endParaRPr lang="en-US" sz="1000" b="1" dirty="0"/>
          </a:p>
        </p:txBody>
      </p:sp>
      <p:sp>
        <p:nvSpPr>
          <p:cNvPr id="6" name="Shape 20">
            <a:extLst>
              <a:ext uri="{FF2B5EF4-FFF2-40B4-BE49-F238E27FC236}">
                <a16:creationId xmlns:a16="http://schemas.microsoft.com/office/drawing/2014/main" id="{9C657EB8-E02F-BC2F-881C-A3CCEC2CE846}"/>
              </a:ext>
            </a:extLst>
          </p:cNvPr>
          <p:cNvSpPr/>
          <p:nvPr/>
        </p:nvSpPr>
        <p:spPr>
          <a:xfrm>
            <a:off x="3285190" y="573018"/>
            <a:ext cx="2560320" cy="999744"/>
          </a:xfrm>
          <a:prstGeom prst="rect">
            <a:avLst/>
          </a:prstGeom>
          <a:solidFill>
            <a:srgbClr val="5E35B1"/>
          </a:solidFill>
          <a:ln w="12700">
            <a:solidFill>
              <a:srgbClr val="5E35B1"/>
            </a:solidFill>
            <a:prstDash val="solid"/>
          </a:ln>
        </p:spPr>
      </p:sp>
      <p:sp>
        <p:nvSpPr>
          <p:cNvPr id="7" name="Text 21">
            <a:extLst>
              <a:ext uri="{FF2B5EF4-FFF2-40B4-BE49-F238E27FC236}">
                <a16:creationId xmlns:a16="http://schemas.microsoft.com/office/drawing/2014/main" id="{257E5897-CB63-D2C7-F51D-F24F66C2A438}"/>
              </a:ext>
            </a:extLst>
          </p:cNvPr>
          <p:cNvSpPr/>
          <p:nvPr/>
        </p:nvSpPr>
        <p:spPr>
          <a:xfrm>
            <a:off x="3346150" y="302424"/>
            <a:ext cx="2438400" cy="950976"/>
          </a:xfrm>
          <a:prstGeom prst="rect">
            <a:avLst/>
          </a:prstGeom>
          <a:noFill/>
          <a:ln/>
        </p:spPr>
        <p:txBody>
          <a:bodyPr wrap="square" lIns="0" tIns="0" rIns="0" bIns="0" rtlCol="0" anchor="ctr"/>
          <a:lstStyle/>
          <a:p>
            <a:pPr algn="ctr"/>
            <a:r>
              <a:rPr lang="en-US" sz="1267" dirty="0">
                <a:solidFill>
                  <a:srgbClr val="FFFFFF"/>
                </a:solidFill>
                <a:latin typeface="Calibri" pitchFamily="34" charset="0"/>
                <a:ea typeface="Calibri" pitchFamily="34" charset="-122"/>
                <a:cs typeface="Calibri" pitchFamily="34" charset="-120"/>
              </a:rPr>
              <a:t>Slight</a:t>
            </a:r>
            <a:r>
              <a:rPr lang="en-US" sz="1267" dirty="0"/>
              <a:t> </a:t>
            </a:r>
            <a:r>
              <a:rPr lang="en-US" sz="1267" dirty="0">
                <a:solidFill>
                  <a:srgbClr val="FFFFFF"/>
                </a:solidFill>
                <a:latin typeface="Calibri" pitchFamily="34" charset="0"/>
                <a:ea typeface="Calibri" pitchFamily="34" charset="-122"/>
                <a:cs typeface="Calibri" pitchFamily="34" charset="-120"/>
              </a:rPr>
              <a:t>structure</a:t>
            </a:r>
            <a:endParaRPr lang="en-US" sz="1267" dirty="0"/>
          </a:p>
          <a:p>
            <a:pPr algn="ctr"/>
            <a:endParaRPr lang="en-US" sz="1267" dirty="0"/>
          </a:p>
        </p:txBody>
      </p:sp>
      <p:sp>
        <p:nvSpPr>
          <p:cNvPr id="8" name="Text 22">
            <a:extLst>
              <a:ext uri="{FF2B5EF4-FFF2-40B4-BE49-F238E27FC236}">
                <a16:creationId xmlns:a16="http://schemas.microsoft.com/office/drawing/2014/main" id="{E8781313-C7C1-BFAF-56B9-D38D5688F10E}"/>
              </a:ext>
            </a:extLst>
          </p:cNvPr>
          <p:cNvSpPr/>
          <p:nvPr/>
        </p:nvSpPr>
        <p:spPr>
          <a:xfrm>
            <a:off x="5845510" y="804666"/>
            <a:ext cx="304800" cy="487680"/>
          </a:xfrm>
          <a:prstGeom prst="rect">
            <a:avLst/>
          </a:prstGeom>
          <a:noFill/>
          <a:ln/>
        </p:spPr>
        <p:txBody>
          <a:bodyPr wrap="square" lIns="0" tIns="0" rIns="0" bIns="0" rtlCol="0" anchor="ctr"/>
          <a:lstStyle/>
          <a:p>
            <a:pPr algn="ctr"/>
            <a:r>
              <a:rPr lang="en-US" sz="1000" b="1" dirty="0">
                <a:solidFill>
                  <a:srgbClr val="888888"/>
                </a:solidFill>
                <a:latin typeface="Calibri" pitchFamily="34" charset="0"/>
                <a:ea typeface="Calibri" pitchFamily="34" charset="-122"/>
                <a:cs typeface="Calibri" pitchFamily="34" charset="-120"/>
              </a:rPr>
              <a:t>– noise →</a:t>
            </a:r>
            <a:endParaRPr lang="en-US" sz="1000" b="1" dirty="0"/>
          </a:p>
        </p:txBody>
      </p:sp>
      <p:sp>
        <p:nvSpPr>
          <p:cNvPr id="9" name="Shape 23">
            <a:extLst>
              <a:ext uri="{FF2B5EF4-FFF2-40B4-BE49-F238E27FC236}">
                <a16:creationId xmlns:a16="http://schemas.microsoft.com/office/drawing/2014/main" id="{9D41DA33-71E2-6EEE-C419-6403533720F7}"/>
              </a:ext>
            </a:extLst>
          </p:cNvPr>
          <p:cNvSpPr/>
          <p:nvPr/>
        </p:nvSpPr>
        <p:spPr>
          <a:xfrm>
            <a:off x="6150310" y="573018"/>
            <a:ext cx="2560320" cy="999744"/>
          </a:xfrm>
          <a:prstGeom prst="rect">
            <a:avLst/>
          </a:prstGeom>
          <a:solidFill>
            <a:srgbClr val="1976D2"/>
          </a:solidFill>
          <a:ln w="12700">
            <a:solidFill>
              <a:srgbClr val="1976D2"/>
            </a:solidFill>
            <a:prstDash val="solid"/>
          </a:ln>
        </p:spPr>
      </p:sp>
      <p:sp>
        <p:nvSpPr>
          <p:cNvPr id="10" name="Text 24">
            <a:extLst>
              <a:ext uri="{FF2B5EF4-FFF2-40B4-BE49-F238E27FC236}">
                <a16:creationId xmlns:a16="http://schemas.microsoft.com/office/drawing/2014/main" id="{3A8DEA2F-555B-D1B7-2B30-F9E222D34360}"/>
              </a:ext>
            </a:extLst>
          </p:cNvPr>
          <p:cNvSpPr/>
          <p:nvPr/>
        </p:nvSpPr>
        <p:spPr>
          <a:xfrm>
            <a:off x="6186886" y="303101"/>
            <a:ext cx="2438400" cy="950976"/>
          </a:xfrm>
          <a:prstGeom prst="rect">
            <a:avLst/>
          </a:prstGeom>
          <a:noFill/>
          <a:ln/>
        </p:spPr>
        <p:txBody>
          <a:bodyPr wrap="square" lIns="0" tIns="0" rIns="0" bIns="0" rtlCol="0" anchor="ctr"/>
          <a:lstStyle/>
          <a:p>
            <a:pPr algn="ctr"/>
            <a:r>
              <a:rPr lang="en-US" sz="1267" dirty="0">
                <a:solidFill>
                  <a:srgbClr val="FFFFFF"/>
                </a:solidFill>
                <a:latin typeface="Calibri" pitchFamily="34" charset="0"/>
                <a:ea typeface="Calibri" pitchFamily="34" charset="-122"/>
                <a:cs typeface="Calibri" pitchFamily="34" charset="-120"/>
              </a:rPr>
              <a:t>Almost</a:t>
            </a:r>
            <a:r>
              <a:rPr lang="en-US" sz="1267" dirty="0"/>
              <a:t> </a:t>
            </a:r>
            <a:r>
              <a:rPr lang="en-US" sz="1267" dirty="0">
                <a:solidFill>
                  <a:srgbClr val="FFFFFF"/>
                </a:solidFill>
                <a:latin typeface="Calibri" pitchFamily="34" charset="0"/>
                <a:ea typeface="Calibri" pitchFamily="34" charset="-122"/>
                <a:cs typeface="Calibri" pitchFamily="34" charset="-120"/>
              </a:rPr>
              <a:t>clear</a:t>
            </a:r>
            <a:endParaRPr lang="en-US" sz="1267" dirty="0"/>
          </a:p>
          <a:p>
            <a:pPr algn="ctr"/>
            <a:endParaRPr lang="en-US" sz="1267" dirty="0"/>
          </a:p>
        </p:txBody>
      </p:sp>
      <p:sp>
        <p:nvSpPr>
          <p:cNvPr id="11" name="Text 25">
            <a:extLst>
              <a:ext uri="{FF2B5EF4-FFF2-40B4-BE49-F238E27FC236}">
                <a16:creationId xmlns:a16="http://schemas.microsoft.com/office/drawing/2014/main" id="{8F918E67-26AD-BB70-C94E-B09CD12981AC}"/>
              </a:ext>
            </a:extLst>
          </p:cNvPr>
          <p:cNvSpPr/>
          <p:nvPr/>
        </p:nvSpPr>
        <p:spPr>
          <a:xfrm>
            <a:off x="8710630" y="804666"/>
            <a:ext cx="304800" cy="487680"/>
          </a:xfrm>
          <a:prstGeom prst="rect">
            <a:avLst/>
          </a:prstGeom>
          <a:noFill/>
          <a:ln/>
        </p:spPr>
        <p:txBody>
          <a:bodyPr wrap="square" lIns="0" tIns="0" rIns="0" bIns="0" rtlCol="0" anchor="ctr"/>
          <a:lstStyle/>
          <a:p>
            <a:pPr algn="ctr"/>
            <a:r>
              <a:rPr lang="en-US" sz="1000" b="1" dirty="0">
                <a:solidFill>
                  <a:srgbClr val="888888"/>
                </a:solidFill>
                <a:latin typeface="Calibri" pitchFamily="34" charset="0"/>
                <a:ea typeface="Calibri" pitchFamily="34" charset="-122"/>
                <a:cs typeface="Calibri" pitchFamily="34" charset="-120"/>
              </a:rPr>
              <a:t>– noise →</a:t>
            </a:r>
            <a:endParaRPr lang="en-US" sz="1000" b="1" dirty="0"/>
          </a:p>
        </p:txBody>
      </p:sp>
      <p:sp>
        <p:nvSpPr>
          <p:cNvPr id="12" name="Shape 26">
            <a:extLst>
              <a:ext uri="{FF2B5EF4-FFF2-40B4-BE49-F238E27FC236}">
                <a16:creationId xmlns:a16="http://schemas.microsoft.com/office/drawing/2014/main" id="{91C3A29A-264E-14F2-0BBF-99FF8E4ED72F}"/>
              </a:ext>
            </a:extLst>
          </p:cNvPr>
          <p:cNvSpPr/>
          <p:nvPr/>
        </p:nvSpPr>
        <p:spPr>
          <a:xfrm>
            <a:off x="9015430" y="573018"/>
            <a:ext cx="2560320" cy="999744"/>
          </a:xfrm>
          <a:prstGeom prst="rect">
            <a:avLst/>
          </a:prstGeom>
          <a:solidFill>
            <a:srgbClr val="1565C0"/>
          </a:solidFill>
          <a:ln w="12700">
            <a:solidFill>
              <a:srgbClr val="1565C0"/>
            </a:solidFill>
            <a:prstDash val="solid"/>
          </a:ln>
        </p:spPr>
      </p:sp>
      <p:sp>
        <p:nvSpPr>
          <p:cNvPr id="13" name="Text 27">
            <a:extLst>
              <a:ext uri="{FF2B5EF4-FFF2-40B4-BE49-F238E27FC236}">
                <a16:creationId xmlns:a16="http://schemas.microsoft.com/office/drawing/2014/main" id="{C1B73949-2060-4740-F1BB-DBFE34A3C9FE}"/>
              </a:ext>
            </a:extLst>
          </p:cNvPr>
          <p:cNvSpPr/>
          <p:nvPr/>
        </p:nvSpPr>
        <p:spPr>
          <a:xfrm>
            <a:off x="9076390" y="303101"/>
            <a:ext cx="2438400" cy="950976"/>
          </a:xfrm>
          <a:prstGeom prst="rect">
            <a:avLst/>
          </a:prstGeom>
          <a:noFill/>
          <a:ln/>
        </p:spPr>
        <p:txBody>
          <a:bodyPr wrap="square" lIns="0" tIns="0" rIns="0" bIns="0" rtlCol="0" anchor="ctr"/>
          <a:lstStyle/>
          <a:p>
            <a:pPr algn="ctr"/>
            <a:r>
              <a:rPr lang="en-US" sz="1267" dirty="0">
                <a:solidFill>
                  <a:srgbClr val="FFFFFF"/>
                </a:solidFill>
                <a:latin typeface="Calibri" pitchFamily="34" charset="0"/>
                <a:ea typeface="Calibri" pitchFamily="34" charset="-122"/>
                <a:cs typeface="Calibri" pitchFamily="34" charset="-120"/>
              </a:rPr>
              <a:t>Final image</a:t>
            </a:r>
            <a:endParaRPr lang="en-US" sz="1267" dirty="0"/>
          </a:p>
          <a:p>
            <a:pPr algn="ctr"/>
            <a:endParaRPr lang="en-US" sz="1267" dirty="0"/>
          </a:p>
        </p:txBody>
      </p:sp>
      <p:pic>
        <p:nvPicPr>
          <p:cNvPr id="14" name="Picture 13">
            <a:extLst>
              <a:ext uri="{FF2B5EF4-FFF2-40B4-BE49-F238E27FC236}">
                <a16:creationId xmlns:a16="http://schemas.microsoft.com/office/drawing/2014/main" id="{2905FDBA-B097-73B3-B614-A00F40CD69A7}"/>
              </a:ext>
            </a:extLst>
          </p:cNvPr>
          <p:cNvPicPr>
            <a:picLocks noChangeAspect="1"/>
          </p:cNvPicPr>
          <p:nvPr/>
        </p:nvPicPr>
        <p:blipFill>
          <a:blip r:embed="rId2"/>
          <a:stretch>
            <a:fillRect/>
          </a:stretch>
        </p:blipFill>
        <p:spPr>
          <a:xfrm>
            <a:off x="9917638" y="804318"/>
            <a:ext cx="820937" cy="744060"/>
          </a:xfrm>
          <a:prstGeom prst="rect">
            <a:avLst/>
          </a:prstGeom>
        </p:spPr>
      </p:pic>
      <p:pic>
        <p:nvPicPr>
          <p:cNvPr id="15" name="Picture 14">
            <a:extLst>
              <a:ext uri="{FF2B5EF4-FFF2-40B4-BE49-F238E27FC236}">
                <a16:creationId xmlns:a16="http://schemas.microsoft.com/office/drawing/2014/main" id="{E71D8F92-1ECF-9B0B-3764-FBD571FF5D4E}"/>
              </a:ext>
            </a:extLst>
          </p:cNvPr>
          <p:cNvPicPr>
            <a:picLocks noChangeAspect="1"/>
          </p:cNvPicPr>
          <p:nvPr/>
        </p:nvPicPr>
        <p:blipFill>
          <a:blip r:embed="rId3"/>
          <a:stretch>
            <a:fillRect/>
          </a:stretch>
        </p:blipFill>
        <p:spPr>
          <a:xfrm>
            <a:off x="7016311" y="803169"/>
            <a:ext cx="828318" cy="745209"/>
          </a:xfrm>
          <a:prstGeom prst="rect">
            <a:avLst/>
          </a:prstGeom>
        </p:spPr>
      </p:pic>
      <p:pic>
        <p:nvPicPr>
          <p:cNvPr id="16" name="Picture 15">
            <a:extLst>
              <a:ext uri="{FF2B5EF4-FFF2-40B4-BE49-F238E27FC236}">
                <a16:creationId xmlns:a16="http://schemas.microsoft.com/office/drawing/2014/main" id="{5F81B4C0-81CE-A4B9-EF33-775B9D6B396E}"/>
              </a:ext>
            </a:extLst>
          </p:cNvPr>
          <p:cNvPicPr>
            <a:picLocks noChangeAspect="1"/>
          </p:cNvPicPr>
          <p:nvPr/>
        </p:nvPicPr>
        <p:blipFill>
          <a:blip r:embed="rId4"/>
          <a:stretch>
            <a:fillRect/>
          </a:stretch>
        </p:blipFill>
        <p:spPr>
          <a:xfrm>
            <a:off x="4169847" y="803169"/>
            <a:ext cx="828319" cy="736899"/>
          </a:xfrm>
          <a:prstGeom prst="rect">
            <a:avLst/>
          </a:prstGeom>
        </p:spPr>
      </p:pic>
      <p:pic>
        <p:nvPicPr>
          <p:cNvPr id="17" name="Picture 16">
            <a:extLst>
              <a:ext uri="{FF2B5EF4-FFF2-40B4-BE49-F238E27FC236}">
                <a16:creationId xmlns:a16="http://schemas.microsoft.com/office/drawing/2014/main" id="{031F39F8-CF43-2167-5DBC-AB53F18700DE}"/>
              </a:ext>
            </a:extLst>
          </p:cNvPr>
          <p:cNvPicPr>
            <a:picLocks noChangeAspect="1"/>
          </p:cNvPicPr>
          <p:nvPr/>
        </p:nvPicPr>
        <p:blipFill>
          <a:blip r:embed="rId5"/>
          <a:stretch>
            <a:fillRect/>
          </a:stretch>
        </p:blipFill>
        <p:spPr>
          <a:xfrm>
            <a:off x="1342275" y="808084"/>
            <a:ext cx="815155" cy="740294"/>
          </a:xfrm>
          <a:prstGeom prst="rect">
            <a:avLst/>
          </a:prstGeom>
        </p:spPr>
      </p:pic>
      <p:pic>
        <p:nvPicPr>
          <p:cNvPr id="18" name="Picture 17">
            <a:extLst>
              <a:ext uri="{FF2B5EF4-FFF2-40B4-BE49-F238E27FC236}">
                <a16:creationId xmlns:a16="http://schemas.microsoft.com/office/drawing/2014/main" id="{B0771E80-DE05-EA3F-437F-B3DD719458A6}"/>
              </a:ext>
            </a:extLst>
          </p:cNvPr>
          <p:cNvPicPr>
            <a:picLocks noChangeAspect="1"/>
          </p:cNvPicPr>
          <p:nvPr/>
        </p:nvPicPr>
        <p:blipFill>
          <a:blip r:embed="rId6"/>
          <a:stretch>
            <a:fillRect/>
          </a:stretch>
        </p:blipFill>
        <p:spPr>
          <a:xfrm>
            <a:off x="1583533" y="1615418"/>
            <a:ext cx="332638" cy="287279"/>
          </a:xfrm>
          <a:prstGeom prst="rect">
            <a:avLst/>
          </a:prstGeom>
        </p:spPr>
      </p:pic>
      <p:pic>
        <p:nvPicPr>
          <p:cNvPr id="19" name="Picture 18">
            <a:extLst>
              <a:ext uri="{FF2B5EF4-FFF2-40B4-BE49-F238E27FC236}">
                <a16:creationId xmlns:a16="http://schemas.microsoft.com/office/drawing/2014/main" id="{8451478E-91FD-6DF9-7715-581F9737B1E1}"/>
              </a:ext>
            </a:extLst>
          </p:cNvPr>
          <p:cNvPicPr>
            <a:picLocks noChangeAspect="1"/>
          </p:cNvPicPr>
          <p:nvPr/>
        </p:nvPicPr>
        <p:blipFill>
          <a:blip r:embed="rId7"/>
          <a:stretch>
            <a:fillRect/>
          </a:stretch>
        </p:blipFill>
        <p:spPr>
          <a:xfrm>
            <a:off x="10157939" y="1582623"/>
            <a:ext cx="332638" cy="273502"/>
          </a:xfrm>
          <a:prstGeom prst="rect">
            <a:avLst/>
          </a:prstGeom>
        </p:spPr>
      </p:pic>
      <p:pic>
        <p:nvPicPr>
          <p:cNvPr id="20" name="Picture 19">
            <a:extLst>
              <a:ext uri="{FF2B5EF4-FFF2-40B4-BE49-F238E27FC236}">
                <a16:creationId xmlns:a16="http://schemas.microsoft.com/office/drawing/2014/main" id="{3E70FC75-3164-4F91-BEEC-60A25D4D029C}"/>
              </a:ext>
            </a:extLst>
          </p:cNvPr>
          <p:cNvPicPr>
            <a:picLocks noChangeAspect="1"/>
          </p:cNvPicPr>
          <p:nvPr/>
        </p:nvPicPr>
        <p:blipFill>
          <a:blip r:embed="rId8"/>
          <a:stretch>
            <a:fillRect/>
          </a:stretch>
        </p:blipFill>
        <p:spPr>
          <a:xfrm>
            <a:off x="7251143" y="1615269"/>
            <a:ext cx="422006" cy="272262"/>
          </a:xfrm>
          <a:prstGeom prst="rect">
            <a:avLst/>
          </a:prstGeom>
        </p:spPr>
      </p:pic>
      <p:pic>
        <p:nvPicPr>
          <p:cNvPr id="21" name="Picture 20">
            <a:extLst>
              <a:ext uri="{FF2B5EF4-FFF2-40B4-BE49-F238E27FC236}">
                <a16:creationId xmlns:a16="http://schemas.microsoft.com/office/drawing/2014/main" id="{86BCF628-AE69-FD12-392B-753B0E1CC811}"/>
              </a:ext>
            </a:extLst>
          </p:cNvPr>
          <p:cNvPicPr>
            <a:picLocks noChangeAspect="1"/>
          </p:cNvPicPr>
          <p:nvPr/>
        </p:nvPicPr>
        <p:blipFill>
          <a:blip r:embed="rId9"/>
          <a:stretch>
            <a:fillRect/>
          </a:stretch>
        </p:blipFill>
        <p:spPr>
          <a:xfrm>
            <a:off x="4442877" y="1610196"/>
            <a:ext cx="286979" cy="272262"/>
          </a:xfrm>
          <a:prstGeom prst="rect">
            <a:avLst/>
          </a:prstGeom>
        </p:spPr>
      </p:pic>
      <p:sp>
        <p:nvSpPr>
          <p:cNvPr id="22" name="TextBox 21">
            <a:extLst>
              <a:ext uri="{FF2B5EF4-FFF2-40B4-BE49-F238E27FC236}">
                <a16:creationId xmlns:a16="http://schemas.microsoft.com/office/drawing/2014/main" id="{90900914-FD94-F7CE-F20F-D90CAA5B8C06}"/>
              </a:ext>
            </a:extLst>
          </p:cNvPr>
          <p:cNvSpPr txBox="1"/>
          <p:nvPr/>
        </p:nvSpPr>
        <p:spPr>
          <a:xfrm>
            <a:off x="2946776" y="1313158"/>
            <a:ext cx="315058" cy="369332"/>
          </a:xfrm>
          <a:prstGeom prst="rect">
            <a:avLst/>
          </a:prstGeom>
          <a:noFill/>
        </p:spPr>
        <p:txBody>
          <a:bodyPr wrap="square" rtlCol="0">
            <a:spAutoFit/>
          </a:bodyPr>
          <a:lstStyle/>
          <a:p>
            <a:r>
              <a:rPr lang="en-US" dirty="0"/>
              <a:t>…</a:t>
            </a:r>
            <a:endParaRPr lang="ro-RO" dirty="0"/>
          </a:p>
        </p:txBody>
      </p:sp>
      <p:sp>
        <p:nvSpPr>
          <p:cNvPr id="23" name="TextBox 22">
            <a:extLst>
              <a:ext uri="{FF2B5EF4-FFF2-40B4-BE49-F238E27FC236}">
                <a16:creationId xmlns:a16="http://schemas.microsoft.com/office/drawing/2014/main" id="{21D4A60F-854F-2EC8-D4BE-0AA972B7EB88}"/>
              </a:ext>
            </a:extLst>
          </p:cNvPr>
          <p:cNvSpPr txBox="1"/>
          <p:nvPr/>
        </p:nvSpPr>
        <p:spPr>
          <a:xfrm>
            <a:off x="8671043" y="1313158"/>
            <a:ext cx="315058" cy="369332"/>
          </a:xfrm>
          <a:prstGeom prst="rect">
            <a:avLst/>
          </a:prstGeom>
          <a:noFill/>
        </p:spPr>
        <p:txBody>
          <a:bodyPr wrap="square" rtlCol="0">
            <a:spAutoFit/>
          </a:bodyPr>
          <a:lstStyle/>
          <a:p>
            <a:r>
              <a:rPr lang="en-US" dirty="0"/>
              <a:t>…</a:t>
            </a:r>
            <a:endParaRPr lang="ro-RO" dirty="0"/>
          </a:p>
        </p:txBody>
      </p:sp>
      <p:sp>
        <p:nvSpPr>
          <p:cNvPr id="24" name="Text 2">
            <a:extLst>
              <a:ext uri="{FF2B5EF4-FFF2-40B4-BE49-F238E27FC236}">
                <a16:creationId xmlns:a16="http://schemas.microsoft.com/office/drawing/2014/main" id="{9E5AE531-F187-6A98-3CB5-9B5E4A2B40C9}"/>
              </a:ext>
            </a:extLst>
          </p:cNvPr>
          <p:cNvSpPr/>
          <p:nvPr/>
        </p:nvSpPr>
        <p:spPr>
          <a:xfrm>
            <a:off x="2663655" y="2344817"/>
            <a:ext cx="7631935" cy="281991"/>
          </a:xfrm>
          <a:prstGeom prst="rect">
            <a:avLst/>
          </a:prstGeom>
          <a:noFill/>
          <a:ln/>
        </p:spPr>
        <p:txBody>
          <a:bodyPr wrap="square" rtlCol="0" anchor="ctr"/>
          <a:lstStyle/>
          <a:p>
            <a:r>
              <a:rPr lang="en-US" sz="3600" i="1" dirty="0">
                <a:solidFill>
                  <a:srgbClr val="595959"/>
                </a:solidFill>
                <a:latin typeface="Calibri" pitchFamily="34" charset="0"/>
                <a:ea typeface="Calibri" pitchFamily="34" charset="-122"/>
                <a:cs typeface="Calibri" pitchFamily="34" charset="-120"/>
              </a:rPr>
              <a:t>… but how do we obtain x</a:t>
            </a:r>
            <a:r>
              <a:rPr lang="en-US" sz="3600" i="1" baseline="-25000" dirty="0">
                <a:solidFill>
                  <a:srgbClr val="595959"/>
                </a:solidFill>
                <a:latin typeface="Calibri" pitchFamily="34" charset="0"/>
                <a:ea typeface="Calibri" pitchFamily="34" charset="-122"/>
                <a:cs typeface="Calibri" pitchFamily="34" charset="-120"/>
              </a:rPr>
              <a:t>t-1 </a:t>
            </a:r>
            <a:r>
              <a:rPr lang="en-US" sz="3600" i="1" dirty="0">
                <a:solidFill>
                  <a:srgbClr val="595959"/>
                </a:solidFill>
                <a:latin typeface="Calibri" pitchFamily="34" charset="0"/>
                <a:ea typeface="Calibri" pitchFamily="34" charset="-122"/>
                <a:cs typeface="Calibri" pitchFamily="34" charset="-120"/>
              </a:rPr>
              <a:t>given </a:t>
            </a:r>
            <a:r>
              <a:rPr lang="en-US" sz="3600" i="1" dirty="0" err="1">
                <a:solidFill>
                  <a:srgbClr val="595959"/>
                </a:solidFill>
                <a:latin typeface="Calibri" pitchFamily="34" charset="0"/>
                <a:ea typeface="Calibri" pitchFamily="34" charset="-122"/>
                <a:cs typeface="Calibri" pitchFamily="34" charset="-120"/>
              </a:rPr>
              <a:t>x</a:t>
            </a:r>
            <a:r>
              <a:rPr lang="en-US" sz="3600" i="1" baseline="-25000" dirty="0" err="1">
                <a:solidFill>
                  <a:srgbClr val="595959"/>
                </a:solidFill>
                <a:latin typeface="Calibri" pitchFamily="34" charset="0"/>
                <a:ea typeface="Calibri" pitchFamily="34" charset="-122"/>
                <a:cs typeface="Calibri" pitchFamily="34" charset="-120"/>
              </a:rPr>
              <a:t>t</a:t>
            </a:r>
            <a:r>
              <a:rPr lang="en-US" sz="3600" i="1" baseline="-25000" dirty="0">
                <a:solidFill>
                  <a:srgbClr val="595959"/>
                </a:solidFill>
                <a:latin typeface="Calibri" pitchFamily="34" charset="0"/>
                <a:ea typeface="Calibri" pitchFamily="34" charset="-122"/>
                <a:cs typeface="Calibri" pitchFamily="34" charset="-120"/>
              </a:rPr>
              <a:t> </a:t>
            </a:r>
            <a:r>
              <a:rPr lang="en-US" sz="3600" i="1" dirty="0">
                <a:solidFill>
                  <a:srgbClr val="595959"/>
                </a:solidFill>
                <a:latin typeface="Calibri" pitchFamily="34" charset="0"/>
                <a:ea typeface="Calibri" pitchFamily="34" charset="-122"/>
                <a:cs typeface="Calibri" pitchFamily="34" charset="-120"/>
              </a:rPr>
              <a:t>? </a:t>
            </a:r>
            <a:endParaRPr lang="en-US" sz="3600" baseline="-25000" dirty="0"/>
          </a:p>
        </p:txBody>
      </p:sp>
      <p:pic>
        <p:nvPicPr>
          <p:cNvPr id="64" name="Picture 6" descr="U-NET: Computer Vision's neural network ...">
            <a:extLst>
              <a:ext uri="{FF2B5EF4-FFF2-40B4-BE49-F238E27FC236}">
                <a16:creationId xmlns:a16="http://schemas.microsoft.com/office/drawing/2014/main" id="{B429FA61-3CD3-B97B-B839-A2DB2C48880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86477" y="3305358"/>
            <a:ext cx="3302191" cy="1809121"/>
          </a:xfrm>
          <a:prstGeom prst="rect">
            <a:avLst/>
          </a:prstGeom>
          <a:noFill/>
          <a:extLst>
            <a:ext uri="{909E8E84-426E-40DD-AFC4-6F175D3DCCD1}">
              <a14:hiddenFill xmlns:a14="http://schemas.microsoft.com/office/drawing/2010/main">
                <a:solidFill>
                  <a:srgbClr val="FFFFFF"/>
                </a:solidFill>
              </a14:hiddenFill>
            </a:ext>
          </a:extLst>
        </p:spPr>
      </p:pic>
      <p:sp>
        <p:nvSpPr>
          <p:cNvPr id="65" name="TextBox 64">
            <a:extLst>
              <a:ext uri="{FF2B5EF4-FFF2-40B4-BE49-F238E27FC236}">
                <a16:creationId xmlns:a16="http://schemas.microsoft.com/office/drawing/2014/main" id="{A7D1529E-414F-92BE-5AF6-C225E1D7916B}"/>
              </a:ext>
            </a:extLst>
          </p:cNvPr>
          <p:cNvSpPr txBox="1"/>
          <p:nvPr/>
        </p:nvSpPr>
        <p:spPr>
          <a:xfrm>
            <a:off x="4386477" y="4745147"/>
            <a:ext cx="1010213" cy="369332"/>
          </a:xfrm>
          <a:prstGeom prst="rect">
            <a:avLst/>
          </a:prstGeom>
          <a:noFill/>
        </p:spPr>
        <p:txBody>
          <a:bodyPr wrap="none" rtlCol="0">
            <a:spAutoFit/>
          </a:bodyPr>
          <a:lstStyle/>
          <a:p>
            <a:r>
              <a:rPr lang="en-US" dirty="0"/>
              <a:t>encoder</a:t>
            </a:r>
            <a:endParaRPr lang="ro-RO" dirty="0"/>
          </a:p>
        </p:txBody>
      </p:sp>
      <p:sp>
        <p:nvSpPr>
          <p:cNvPr id="66" name="TextBox 65">
            <a:extLst>
              <a:ext uri="{FF2B5EF4-FFF2-40B4-BE49-F238E27FC236}">
                <a16:creationId xmlns:a16="http://schemas.microsoft.com/office/drawing/2014/main" id="{811F6CD3-CD7D-6655-97AF-A44B688B406A}"/>
              </a:ext>
            </a:extLst>
          </p:cNvPr>
          <p:cNvSpPr txBox="1"/>
          <p:nvPr/>
        </p:nvSpPr>
        <p:spPr>
          <a:xfrm>
            <a:off x="6705632" y="4745147"/>
            <a:ext cx="1013419" cy="369332"/>
          </a:xfrm>
          <a:prstGeom prst="rect">
            <a:avLst/>
          </a:prstGeom>
          <a:noFill/>
        </p:spPr>
        <p:txBody>
          <a:bodyPr wrap="none" rtlCol="0">
            <a:spAutoFit/>
          </a:bodyPr>
          <a:lstStyle/>
          <a:p>
            <a:r>
              <a:rPr lang="en-US" dirty="0"/>
              <a:t>decoder</a:t>
            </a:r>
            <a:endParaRPr lang="ro-RO" dirty="0"/>
          </a:p>
        </p:txBody>
      </p:sp>
      <p:sp>
        <p:nvSpPr>
          <p:cNvPr id="67" name="TextBox 66">
            <a:extLst>
              <a:ext uri="{FF2B5EF4-FFF2-40B4-BE49-F238E27FC236}">
                <a16:creationId xmlns:a16="http://schemas.microsoft.com/office/drawing/2014/main" id="{933D7EE2-54C3-8B88-C325-A776D40CDE28}"/>
              </a:ext>
            </a:extLst>
          </p:cNvPr>
          <p:cNvSpPr txBox="1"/>
          <p:nvPr/>
        </p:nvSpPr>
        <p:spPr>
          <a:xfrm>
            <a:off x="5283199" y="3563587"/>
            <a:ext cx="1508746" cy="307777"/>
          </a:xfrm>
          <a:prstGeom prst="rect">
            <a:avLst/>
          </a:prstGeom>
          <a:noFill/>
        </p:spPr>
        <p:txBody>
          <a:bodyPr wrap="none" rtlCol="0">
            <a:spAutoFit/>
          </a:bodyPr>
          <a:lstStyle/>
          <a:p>
            <a:r>
              <a:rPr lang="en-US" sz="1400" dirty="0"/>
              <a:t>skip connections</a:t>
            </a:r>
            <a:endParaRPr lang="ro-RO" sz="1400" dirty="0"/>
          </a:p>
        </p:txBody>
      </p:sp>
      <p:pic>
        <p:nvPicPr>
          <p:cNvPr id="68" name="Picture 67">
            <a:extLst>
              <a:ext uri="{FF2B5EF4-FFF2-40B4-BE49-F238E27FC236}">
                <a16:creationId xmlns:a16="http://schemas.microsoft.com/office/drawing/2014/main" id="{90D883FA-6184-4F09-960F-B874478BE9C3}"/>
              </a:ext>
            </a:extLst>
          </p:cNvPr>
          <p:cNvPicPr>
            <a:picLocks noChangeAspect="1"/>
          </p:cNvPicPr>
          <p:nvPr/>
        </p:nvPicPr>
        <p:blipFill>
          <a:blip r:embed="rId4"/>
          <a:stretch>
            <a:fillRect/>
          </a:stretch>
        </p:blipFill>
        <p:spPr>
          <a:xfrm>
            <a:off x="2551530" y="3549061"/>
            <a:ext cx="1485686" cy="1321714"/>
          </a:xfrm>
          <a:prstGeom prst="rect">
            <a:avLst/>
          </a:prstGeom>
        </p:spPr>
      </p:pic>
      <p:pic>
        <p:nvPicPr>
          <p:cNvPr id="69" name="Picture 68">
            <a:extLst>
              <a:ext uri="{FF2B5EF4-FFF2-40B4-BE49-F238E27FC236}">
                <a16:creationId xmlns:a16="http://schemas.microsoft.com/office/drawing/2014/main" id="{5F60AC27-D6C9-90F9-DB57-185A8FC81867}"/>
              </a:ext>
            </a:extLst>
          </p:cNvPr>
          <p:cNvPicPr>
            <a:picLocks noChangeAspect="1"/>
          </p:cNvPicPr>
          <p:nvPr/>
        </p:nvPicPr>
        <p:blipFill>
          <a:blip r:embed="rId5"/>
          <a:stretch>
            <a:fillRect/>
          </a:stretch>
        </p:blipFill>
        <p:spPr>
          <a:xfrm>
            <a:off x="8100887" y="3549061"/>
            <a:ext cx="1455370" cy="1321714"/>
          </a:xfrm>
          <a:prstGeom prst="rect">
            <a:avLst/>
          </a:prstGeom>
        </p:spPr>
      </p:pic>
      <p:cxnSp>
        <p:nvCxnSpPr>
          <p:cNvPr id="71" name="Straight Arrow Connector 70">
            <a:extLst>
              <a:ext uri="{FF2B5EF4-FFF2-40B4-BE49-F238E27FC236}">
                <a16:creationId xmlns:a16="http://schemas.microsoft.com/office/drawing/2014/main" id="{4463FC8A-A9FA-1877-26D9-431083F29921}"/>
              </a:ext>
            </a:extLst>
          </p:cNvPr>
          <p:cNvCxnSpPr>
            <a:stCxn id="68" idx="3"/>
            <a:endCxn id="64" idx="1"/>
          </p:cNvCxnSpPr>
          <p:nvPr/>
        </p:nvCxnSpPr>
        <p:spPr>
          <a:xfrm>
            <a:off x="4037216" y="4209918"/>
            <a:ext cx="349261"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2F34EC5F-344D-5C41-0AB8-9DB5385AC8AC}"/>
              </a:ext>
            </a:extLst>
          </p:cNvPr>
          <p:cNvCxnSpPr>
            <a:stCxn id="64" idx="3"/>
            <a:endCxn id="69" idx="1"/>
          </p:cNvCxnSpPr>
          <p:nvPr/>
        </p:nvCxnSpPr>
        <p:spPr>
          <a:xfrm flipV="1">
            <a:off x="7688668" y="4209918"/>
            <a:ext cx="412219"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A6883691-3D4C-55DD-F726-3996BB49FEDC}"/>
              </a:ext>
            </a:extLst>
          </p:cNvPr>
          <p:cNvSpPr txBox="1"/>
          <p:nvPr/>
        </p:nvSpPr>
        <p:spPr>
          <a:xfrm>
            <a:off x="7924788" y="3179729"/>
            <a:ext cx="1825934" cy="369332"/>
          </a:xfrm>
          <a:prstGeom prst="rect">
            <a:avLst/>
          </a:prstGeom>
          <a:noFill/>
        </p:spPr>
        <p:txBody>
          <a:bodyPr wrap="square">
            <a:spAutoFit/>
          </a:bodyPr>
          <a:lstStyle/>
          <a:p>
            <a:r>
              <a:rPr lang="en-US" dirty="0"/>
              <a:t>Predicted Noise </a:t>
            </a:r>
            <a:endParaRPr lang="ro-RO" dirty="0"/>
          </a:p>
        </p:txBody>
      </p:sp>
      <p:pic>
        <p:nvPicPr>
          <p:cNvPr id="79" name="Picture 78">
            <a:extLst>
              <a:ext uri="{FF2B5EF4-FFF2-40B4-BE49-F238E27FC236}">
                <a16:creationId xmlns:a16="http://schemas.microsoft.com/office/drawing/2014/main" id="{790EFE41-8442-C056-0BAB-20F823FF80E6}"/>
              </a:ext>
            </a:extLst>
          </p:cNvPr>
          <p:cNvPicPr>
            <a:picLocks noChangeAspect="1"/>
          </p:cNvPicPr>
          <p:nvPr/>
        </p:nvPicPr>
        <p:blipFill>
          <a:blip r:embed="rId3"/>
          <a:stretch>
            <a:fillRect/>
          </a:stretch>
        </p:blipFill>
        <p:spPr>
          <a:xfrm>
            <a:off x="3737032" y="5863861"/>
            <a:ext cx="828318" cy="745209"/>
          </a:xfrm>
          <a:prstGeom prst="rect">
            <a:avLst/>
          </a:prstGeom>
        </p:spPr>
      </p:pic>
      <p:pic>
        <p:nvPicPr>
          <p:cNvPr id="80" name="Picture 79">
            <a:extLst>
              <a:ext uri="{FF2B5EF4-FFF2-40B4-BE49-F238E27FC236}">
                <a16:creationId xmlns:a16="http://schemas.microsoft.com/office/drawing/2014/main" id="{DCAC238B-2792-9B73-1FA2-763A8E770163}"/>
              </a:ext>
            </a:extLst>
          </p:cNvPr>
          <p:cNvPicPr>
            <a:picLocks noChangeAspect="1"/>
          </p:cNvPicPr>
          <p:nvPr/>
        </p:nvPicPr>
        <p:blipFill>
          <a:blip r:embed="rId9"/>
          <a:stretch>
            <a:fillRect/>
          </a:stretch>
        </p:blipFill>
        <p:spPr>
          <a:xfrm>
            <a:off x="5890996" y="5599909"/>
            <a:ext cx="286979" cy="272262"/>
          </a:xfrm>
          <a:prstGeom prst="rect">
            <a:avLst/>
          </a:prstGeom>
        </p:spPr>
      </p:pic>
      <p:pic>
        <p:nvPicPr>
          <p:cNvPr id="82" name="Picture 81">
            <a:extLst>
              <a:ext uri="{FF2B5EF4-FFF2-40B4-BE49-F238E27FC236}">
                <a16:creationId xmlns:a16="http://schemas.microsoft.com/office/drawing/2014/main" id="{A2332620-FD7F-0633-ED89-E6D7C75E6456}"/>
              </a:ext>
            </a:extLst>
          </p:cNvPr>
          <p:cNvPicPr>
            <a:picLocks noChangeAspect="1"/>
          </p:cNvPicPr>
          <p:nvPr/>
        </p:nvPicPr>
        <p:blipFill>
          <a:blip r:embed="rId4"/>
          <a:stretch>
            <a:fillRect/>
          </a:stretch>
        </p:blipFill>
        <p:spPr>
          <a:xfrm>
            <a:off x="5614230" y="5872171"/>
            <a:ext cx="828319" cy="736899"/>
          </a:xfrm>
          <a:prstGeom prst="rect">
            <a:avLst/>
          </a:prstGeom>
        </p:spPr>
      </p:pic>
      <p:pic>
        <p:nvPicPr>
          <p:cNvPr id="83" name="Picture 82">
            <a:extLst>
              <a:ext uri="{FF2B5EF4-FFF2-40B4-BE49-F238E27FC236}">
                <a16:creationId xmlns:a16="http://schemas.microsoft.com/office/drawing/2014/main" id="{8CB87E4F-9C63-7A98-1785-57F24648B654}"/>
              </a:ext>
            </a:extLst>
          </p:cNvPr>
          <p:cNvPicPr>
            <a:picLocks noChangeAspect="1"/>
          </p:cNvPicPr>
          <p:nvPr/>
        </p:nvPicPr>
        <p:blipFill>
          <a:blip r:embed="rId5"/>
          <a:stretch>
            <a:fillRect/>
          </a:stretch>
        </p:blipFill>
        <p:spPr>
          <a:xfrm>
            <a:off x="7491429" y="5863860"/>
            <a:ext cx="820567" cy="745209"/>
          </a:xfrm>
          <a:prstGeom prst="rect">
            <a:avLst/>
          </a:prstGeom>
        </p:spPr>
      </p:pic>
      <p:pic>
        <p:nvPicPr>
          <p:cNvPr id="84" name="Picture 83">
            <a:extLst>
              <a:ext uri="{FF2B5EF4-FFF2-40B4-BE49-F238E27FC236}">
                <a16:creationId xmlns:a16="http://schemas.microsoft.com/office/drawing/2014/main" id="{1DAE03D7-4284-D105-E664-BBC609737EAF}"/>
              </a:ext>
            </a:extLst>
          </p:cNvPr>
          <p:cNvPicPr>
            <a:picLocks noChangeAspect="1"/>
          </p:cNvPicPr>
          <p:nvPr/>
        </p:nvPicPr>
        <p:blipFill>
          <a:blip r:embed="rId8"/>
          <a:stretch>
            <a:fillRect/>
          </a:stretch>
        </p:blipFill>
        <p:spPr>
          <a:xfrm>
            <a:off x="3940188" y="5567527"/>
            <a:ext cx="422006" cy="272262"/>
          </a:xfrm>
          <a:prstGeom prst="rect">
            <a:avLst/>
          </a:prstGeom>
        </p:spPr>
      </p:pic>
      <p:sp>
        <p:nvSpPr>
          <p:cNvPr id="85" name="TextBox 84">
            <a:extLst>
              <a:ext uri="{FF2B5EF4-FFF2-40B4-BE49-F238E27FC236}">
                <a16:creationId xmlns:a16="http://schemas.microsoft.com/office/drawing/2014/main" id="{C1AE0F54-8AB5-88B5-0CED-A3950D9CEB45}"/>
              </a:ext>
            </a:extLst>
          </p:cNvPr>
          <p:cNvSpPr txBox="1"/>
          <p:nvPr/>
        </p:nvSpPr>
        <p:spPr>
          <a:xfrm>
            <a:off x="7250456" y="5591599"/>
            <a:ext cx="1825934" cy="307777"/>
          </a:xfrm>
          <a:prstGeom prst="rect">
            <a:avLst/>
          </a:prstGeom>
          <a:noFill/>
        </p:spPr>
        <p:txBody>
          <a:bodyPr wrap="square">
            <a:spAutoFit/>
          </a:bodyPr>
          <a:lstStyle/>
          <a:p>
            <a:r>
              <a:rPr lang="en-US" sz="1400" dirty="0"/>
              <a:t>Predicted Noise </a:t>
            </a:r>
            <a:endParaRPr lang="ro-RO" sz="1400" dirty="0"/>
          </a:p>
        </p:txBody>
      </p:sp>
      <p:sp>
        <p:nvSpPr>
          <p:cNvPr id="86" name="Equals 85">
            <a:extLst>
              <a:ext uri="{FF2B5EF4-FFF2-40B4-BE49-F238E27FC236}">
                <a16:creationId xmlns:a16="http://schemas.microsoft.com/office/drawing/2014/main" id="{02DCE071-DAAB-8823-29C2-632ED31049B8}"/>
              </a:ext>
            </a:extLst>
          </p:cNvPr>
          <p:cNvSpPr/>
          <p:nvPr/>
        </p:nvSpPr>
        <p:spPr>
          <a:xfrm>
            <a:off x="4849836" y="6100333"/>
            <a:ext cx="396010" cy="272262"/>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solidFill>
                <a:schemeClr val="tx1"/>
              </a:solidFill>
            </a:endParaRPr>
          </a:p>
        </p:txBody>
      </p:sp>
      <p:sp>
        <p:nvSpPr>
          <p:cNvPr id="87" name="Minus Sign 86">
            <a:extLst>
              <a:ext uri="{FF2B5EF4-FFF2-40B4-BE49-F238E27FC236}">
                <a16:creationId xmlns:a16="http://schemas.microsoft.com/office/drawing/2014/main" id="{C8AC55D1-B4CE-6AB4-6283-CC918C1B30B7}"/>
              </a:ext>
            </a:extLst>
          </p:cNvPr>
          <p:cNvSpPr/>
          <p:nvPr/>
        </p:nvSpPr>
        <p:spPr>
          <a:xfrm>
            <a:off x="6683522" y="6007305"/>
            <a:ext cx="445192" cy="458317"/>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21508" name="Picture 4" descr="To Correct or Not To Correct... - JR Direct Inc.">
            <a:extLst>
              <a:ext uri="{FF2B5EF4-FFF2-40B4-BE49-F238E27FC236}">
                <a16:creationId xmlns:a16="http://schemas.microsoft.com/office/drawing/2014/main" id="{D32510C7-2EEB-4D47-AD3D-1DA570814FC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171658" y="5525025"/>
            <a:ext cx="1343132" cy="1150616"/>
          </a:xfrm>
          <a:prstGeom prst="rect">
            <a:avLst/>
          </a:prstGeom>
          <a:noFill/>
          <a:extLst>
            <a:ext uri="{909E8E84-426E-40DD-AFC4-6F175D3DCCD1}">
              <a14:hiddenFill xmlns:a14="http://schemas.microsoft.com/office/drawing/2010/main">
                <a:solidFill>
                  <a:srgbClr val="FFFFFF"/>
                </a:solidFill>
              </a14:hiddenFill>
            </a:ext>
          </a:extLst>
        </p:spPr>
      </p:pic>
      <p:cxnSp>
        <p:nvCxnSpPr>
          <p:cNvPr id="89" name="Straight Arrow Connector 88">
            <a:extLst>
              <a:ext uri="{FF2B5EF4-FFF2-40B4-BE49-F238E27FC236}">
                <a16:creationId xmlns:a16="http://schemas.microsoft.com/office/drawing/2014/main" id="{0FC680F3-BC24-F67D-0273-BB34233772FA}"/>
              </a:ext>
            </a:extLst>
          </p:cNvPr>
          <p:cNvCxnSpPr/>
          <p:nvPr/>
        </p:nvCxnSpPr>
        <p:spPr>
          <a:xfrm>
            <a:off x="8671043" y="6236463"/>
            <a:ext cx="139763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Shape 0">
            <a:extLst>
              <a:ext uri="{FF2B5EF4-FFF2-40B4-BE49-F238E27FC236}">
                <a16:creationId xmlns:a16="http://schemas.microsoft.com/office/drawing/2014/main" id="{DB912136-DEDC-4ADE-AEE3-85BBB5DC26EA}"/>
              </a:ext>
            </a:extLst>
          </p:cNvPr>
          <p:cNvSpPr/>
          <p:nvPr/>
        </p:nvSpPr>
        <p:spPr>
          <a:xfrm>
            <a:off x="0" y="0"/>
            <a:ext cx="12192000" cy="97536"/>
          </a:xfrm>
          <a:prstGeom prst="rect">
            <a:avLst/>
          </a:prstGeom>
          <a:solidFill>
            <a:srgbClr val="1565C0"/>
          </a:solidFill>
          <a:ln w="12700">
            <a:solidFill>
              <a:srgbClr val="1565C0"/>
            </a:solidFill>
            <a:prstDash val="solid"/>
          </a:ln>
        </p:spPr>
      </p:sp>
      <p:grpSp>
        <p:nvGrpSpPr>
          <p:cNvPr id="21507" name="Group 21506">
            <a:extLst>
              <a:ext uri="{FF2B5EF4-FFF2-40B4-BE49-F238E27FC236}">
                <a16:creationId xmlns:a16="http://schemas.microsoft.com/office/drawing/2014/main" id="{5E0F4C94-5ECA-3CD2-8358-5EBA85BF0C2D}"/>
              </a:ext>
            </a:extLst>
          </p:cNvPr>
          <p:cNvGrpSpPr/>
          <p:nvPr/>
        </p:nvGrpSpPr>
        <p:grpSpPr>
          <a:xfrm>
            <a:off x="7439925" y="1726525"/>
            <a:ext cx="82800" cy="99360"/>
            <a:chOff x="7439925" y="1726525"/>
            <a:chExt cx="82800" cy="99360"/>
          </a:xfrm>
        </p:grpSpPr>
        <mc:AlternateContent xmlns:mc="http://schemas.openxmlformats.org/markup-compatibility/2006">
          <mc:Choice xmlns:p14="http://schemas.microsoft.com/office/powerpoint/2010/main" Requires="p14">
            <p:contentPart p14:bwMode="auto" r:id="rId12">
              <p14:nvContentPartPr>
                <p14:cNvPr id="91" name="Ink 90">
                  <a:extLst>
                    <a:ext uri="{FF2B5EF4-FFF2-40B4-BE49-F238E27FC236}">
                      <a16:creationId xmlns:a16="http://schemas.microsoft.com/office/drawing/2014/main" id="{E3E5090A-42B1-530D-86F2-F0CF7E3073C1}"/>
                    </a:ext>
                  </a:extLst>
                </p14:cNvPr>
                <p14:cNvContentPartPr/>
                <p14:nvPr/>
              </p14:nvContentPartPr>
              <p14:xfrm>
                <a:off x="7439925" y="1771885"/>
                <a:ext cx="11160" cy="19080"/>
              </p14:xfrm>
            </p:contentPart>
          </mc:Choice>
          <mc:Fallback>
            <p:pic>
              <p:nvPicPr>
                <p:cNvPr id="91" name="Ink 90">
                  <a:extLst>
                    <a:ext uri="{FF2B5EF4-FFF2-40B4-BE49-F238E27FC236}">
                      <a16:creationId xmlns:a16="http://schemas.microsoft.com/office/drawing/2014/main" id="{E3E5090A-42B1-530D-86F2-F0CF7E3073C1}"/>
                    </a:ext>
                  </a:extLst>
                </p:cNvPr>
                <p:cNvPicPr/>
                <p:nvPr/>
              </p:nvPicPr>
              <p:blipFill>
                <a:blip r:embed="rId13"/>
                <a:stretch>
                  <a:fillRect/>
                </a:stretch>
              </p:blipFill>
              <p:spPr>
                <a:xfrm>
                  <a:off x="7435605" y="1767565"/>
                  <a:ext cx="19800" cy="27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2" name="Ink 91">
                  <a:extLst>
                    <a:ext uri="{FF2B5EF4-FFF2-40B4-BE49-F238E27FC236}">
                      <a16:creationId xmlns:a16="http://schemas.microsoft.com/office/drawing/2014/main" id="{5D3FE2CE-0B79-9795-7DD9-544E5A9405B4}"/>
                    </a:ext>
                  </a:extLst>
                </p14:cNvPr>
                <p14:cNvContentPartPr/>
                <p14:nvPr/>
              </p14:nvContentPartPr>
              <p14:xfrm>
                <a:off x="7448205" y="1774765"/>
                <a:ext cx="360" cy="4680"/>
              </p14:xfrm>
            </p:contentPart>
          </mc:Choice>
          <mc:Fallback>
            <p:pic>
              <p:nvPicPr>
                <p:cNvPr id="92" name="Ink 91">
                  <a:extLst>
                    <a:ext uri="{FF2B5EF4-FFF2-40B4-BE49-F238E27FC236}">
                      <a16:creationId xmlns:a16="http://schemas.microsoft.com/office/drawing/2014/main" id="{5D3FE2CE-0B79-9795-7DD9-544E5A9405B4}"/>
                    </a:ext>
                  </a:extLst>
                </p:cNvPr>
                <p:cNvPicPr/>
                <p:nvPr/>
              </p:nvPicPr>
              <p:blipFill>
                <a:blip r:embed="rId15"/>
                <a:stretch>
                  <a:fillRect/>
                </a:stretch>
              </p:blipFill>
              <p:spPr>
                <a:xfrm>
                  <a:off x="7443885" y="1770445"/>
                  <a:ext cx="9000" cy="133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3" name="Ink 92">
                  <a:extLst>
                    <a:ext uri="{FF2B5EF4-FFF2-40B4-BE49-F238E27FC236}">
                      <a16:creationId xmlns:a16="http://schemas.microsoft.com/office/drawing/2014/main" id="{C0A5B4A3-2C6F-D8C4-2596-00689879236C}"/>
                    </a:ext>
                  </a:extLst>
                </p14:cNvPr>
                <p14:cNvContentPartPr/>
                <p14:nvPr/>
              </p14:nvContentPartPr>
              <p14:xfrm>
                <a:off x="7448205" y="1785565"/>
                <a:ext cx="12960" cy="2160"/>
              </p14:xfrm>
            </p:contentPart>
          </mc:Choice>
          <mc:Fallback>
            <p:pic>
              <p:nvPicPr>
                <p:cNvPr id="93" name="Ink 92">
                  <a:extLst>
                    <a:ext uri="{FF2B5EF4-FFF2-40B4-BE49-F238E27FC236}">
                      <a16:creationId xmlns:a16="http://schemas.microsoft.com/office/drawing/2014/main" id="{C0A5B4A3-2C6F-D8C4-2596-00689879236C}"/>
                    </a:ext>
                  </a:extLst>
                </p:cNvPr>
                <p:cNvPicPr/>
                <p:nvPr/>
              </p:nvPicPr>
              <p:blipFill>
                <a:blip r:embed="rId17"/>
                <a:stretch>
                  <a:fillRect/>
                </a:stretch>
              </p:blipFill>
              <p:spPr>
                <a:xfrm>
                  <a:off x="7443885" y="1781245"/>
                  <a:ext cx="21600" cy="108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94" name="Ink 93">
                  <a:extLst>
                    <a:ext uri="{FF2B5EF4-FFF2-40B4-BE49-F238E27FC236}">
                      <a16:creationId xmlns:a16="http://schemas.microsoft.com/office/drawing/2014/main" id="{348D01F1-3892-026B-2BAB-6DA53E5BE898}"/>
                    </a:ext>
                  </a:extLst>
                </p14:cNvPr>
                <p14:cNvContentPartPr/>
                <p14:nvPr/>
              </p14:nvContentPartPr>
              <p14:xfrm>
                <a:off x="7464405" y="1774765"/>
                <a:ext cx="3240" cy="9360"/>
              </p14:xfrm>
            </p:contentPart>
          </mc:Choice>
          <mc:Fallback>
            <p:pic>
              <p:nvPicPr>
                <p:cNvPr id="94" name="Ink 93">
                  <a:extLst>
                    <a:ext uri="{FF2B5EF4-FFF2-40B4-BE49-F238E27FC236}">
                      <a16:creationId xmlns:a16="http://schemas.microsoft.com/office/drawing/2014/main" id="{348D01F1-3892-026B-2BAB-6DA53E5BE898}"/>
                    </a:ext>
                  </a:extLst>
                </p:cNvPr>
                <p:cNvPicPr/>
                <p:nvPr/>
              </p:nvPicPr>
              <p:blipFill>
                <a:blip r:embed="rId19"/>
                <a:stretch>
                  <a:fillRect/>
                </a:stretch>
              </p:blipFill>
              <p:spPr>
                <a:xfrm>
                  <a:off x="7460085" y="1770445"/>
                  <a:ext cx="118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95" name="Ink 94">
                  <a:extLst>
                    <a:ext uri="{FF2B5EF4-FFF2-40B4-BE49-F238E27FC236}">
                      <a16:creationId xmlns:a16="http://schemas.microsoft.com/office/drawing/2014/main" id="{7DEB6FD1-4060-E943-9B20-365608F34A33}"/>
                    </a:ext>
                  </a:extLst>
                </p14:cNvPr>
                <p14:cNvContentPartPr/>
                <p14:nvPr/>
              </p14:nvContentPartPr>
              <p14:xfrm>
                <a:off x="7456125" y="1740205"/>
                <a:ext cx="15480" cy="57240"/>
              </p14:xfrm>
            </p:contentPart>
          </mc:Choice>
          <mc:Fallback>
            <p:pic>
              <p:nvPicPr>
                <p:cNvPr id="95" name="Ink 94">
                  <a:extLst>
                    <a:ext uri="{FF2B5EF4-FFF2-40B4-BE49-F238E27FC236}">
                      <a16:creationId xmlns:a16="http://schemas.microsoft.com/office/drawing/2014/main" id="{7DEB6FD1-4060-E943-9B20-365608F34A33}"/>
                    </a:ext>
                  </a:extLst>
                </p:cNvPr>
                <p:cNvPicPr/>
                <p:nvPr/>
              </p:nvPicPr>
              <p:blipFill>
                <a:blip r:embed="rId21"/>
                <a:stretch>
                  <a:fillRect/>
                </a:stretch>
              </p:blipFill>
              <p:spPr>
                <a:xfrm>
                  <a:off x="7451805" y="1735885"/>
                  <a:ext cx="2412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1505" name="Ink 21504">
                  <a:extLst>
                    <a:ext uri="{FF2B5EF4-FFF2-40B4-BE49-F238E27FC236}">
                      <a16:creationId xmlns:a16="http://schemas.microsoft.com/office/drawing/2014/main" id="{11AEAAEA-35FA-C256-170B-FD573B16FAB9}"/>
                    </a:ext>
                  </a:extLst>
                </p14:cNvPr>
                <p14:cNvContentPartPr/>
                <p14:nvPr/>
              </p14:nvContentPartPr>
              <p14:xfrm>
                <a:off x="7459365" y="1726525"/>
                <a:ext cx="63360" cy="99360"/>
              </p14:xfrm>
            </p:contentPart>
          </mc:Choice>
          <mc:Fallback>
            <p:pic>
              <p:nvPicPr>
                <p:cNvPr id="21505" name="Ink 21504">
                  <a:extLst>
                    <a:ext uri="{FF2B5EF4-FFF2-40B4-BE49-F238E27FC236}">
                      <a16:creationId xmlns:a16="http://schemas.microsoft.com/office/drawing/2014/main" id="{11AEAAEA-35FA-C256-170B-FD573B16FAB9}"/>
                    </a:ext>
                  </a:extLst>
                </p:cNvPr>
                <p:cNvPicPr/>
                <p:nvPr/>
              </p:nvPicPr>
              <p:blipFill>
                <a:blip r:embed="rId23"/>
                <a:stretch>
                  <a:fillRect/>
                </a:stretch>
              </p:blipFill>
              <p:spPr>
                <a:xfrm>
                  <a:off x="7453245" y="1720405"/>
                  <a:ext cx="75600" cy="111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4">
            <p14:nvContentPartPr>
              <p14:cNvPr id="21509" name="Ink 21508">
                <a:extLst>
                  <a:ext uri="{FF2B5EF4-FFF2-40B4-BE49-F238E27FC236}">
                    <a16:creationId xmlns:a16="http://schemas.microsoft.com/office/drawing/2014/main" id="{C041BABC-083E-008A-0B2F-AC334D7E1FDE}"/>
                  </a:ext>
                </a:extLst>
              </p14:cNvPr>
              <p14:cNvContentPartPr/>
              <p14:nvPr/>
            </p14:nvContentPartPr>
            <p14:xfrm>
              <a:off x="3290090" y="3416273"/>
              <a:ext cx="16560" cy="23400"/>
            </p14:xfrm>
          </p:contentPart>
        </mc:Choice>
        <mc:Fallback>
          <p:pic>
            <p:nvPicPr>
              <p:cNvPr id="21509" name="Ink 21508">
                <a:extLst>
                  <a:ext uri="{FF2B5EF4-FFF2-40B4-BE49-F238E27FC236}">
                    <a16:creationId xmlns:a16="http://schemas.microsoft.com/office/drawing/2014/main" id="{C041BABC-083E-008A-0B2F-AC334D7E1FDE}"/>
                  </a:ext>
                </a:extLst>
              </p:cNvPr>
              <p:cNvPicPr/>
              <p:nvPr/>
            </p:nvPicPr>
            <p:blipFill>
              <a:blip r:embed="rId25"/>
              <a:stretch>
                <a:fillRect/>
              </a:stretch>
            </p:blipFill>
            <p:spPr>
              <a:xfrm>
                <a:off x="3283970" y="3410153"/>
                <a:ext cx="2880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1510" name="Ink 21509">
                <a:extLst>
                  <a:ext uri="{FF2B5EF4-FFF2-40B4-BE49-F238E27FC236}">
                    <a16:creationId xmlns:a16="http://schemas.microsoft.com/office/drawing/2014/main" id="{E5BBB003-4A9C-ED9B-41E0-90CC9603323C}"/>
                  </a:ext>
                </a:extLst>
              </p14:cNvPr>
              <p14:cNvContentPartPr/>
              <p14:nvPr/>
            </p14:nvContentPartPr>
            <p14:xfrm>
              <a:off x="3547490" y="3327353"/>
              <a:ext cx="360" cy="360"/>
            </p14:xfrm>
          </p:contentPart>
        </mc:Choice>
        <mc:Fallback>
          <p:pic>
            <p:nvPicPr>
              <p:cNvPr id="21510" name="Ink 21509">
                <a:extLst>
                  <a:ext uri="{FF2B5EF4-FFF2-40B4-BE49-F238E27FC236}">
                    <a16:creationId xmlns:a16="http://schemas.microsoft.com/office/drawing/2014/main" id="{E5BBB003-4A9C-ED9B-41E0-90CC9603323C}"/>
                  </a:ext>
                </a:extLst>
              </p:cNvPr>
              <p:cNvPicPr/>
              <p:nvPr/>
            </p:nvPicPr>
            <p:blipFill>
              <a:blip r:embed="rId27"/>
              <a:stretch>
                <a:fillRect/>
              </a:stretch>
            </p:blipFill>
            <p:spPr>
              <a:xfrm>
                <a:off x="3538490" y="3318353"/>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1511" name="Ink 21510">
                <a:extLst>
                  <a:ext uri="{FF2B5EF4-FFF2-40B4-BE49-F238E27FC236}">
                    <a16:creationId xmlns:a16="http://schemas.microsoft.com/office/drawing/2014/main" id="{0191BB19-D9AE-A40A-F708-1261C4E0B76E}"/>
                  </a:ext>
                </a:extLst>
              </p14:cNvPr>
              <p14:cNvContentPartPr/>
              <p14:nvPr/>
            </p14:nvContentPartPr>
            <p14:xfrm>
              <a:off x="3290450" y="3384593"/>
              <a:ext cx="90360" cy="76320"/>
            </p14:xfrm>
          </p:contentPart>
        </mc:Choice>
        <mc:Fallback>
          <p:pic>
            <p:nvPicPr>
              <p:cNvPr id="21511" name="Ink 21510">
                <a:extLst>
                  <a:ext uri="{FF2B5EF4-FFF2-40B4-BE49-F238E27FC236}">
                    <a16:creationId xmlns:a16="http://schemas.microsoft.com/office/drawing/2014/main" id="{0191BB19-D9AE-A40A-F708-1261C4E0B76E}"/>
                  </a:ext>
                </a:extLst>
              </p:cNvPr>
              <p:cNvPicPr/>
              <p:nvPr/>
            </p:nvPicPr>
            <p:blipFill>
              <a:blip r:embed="rId29"/>
              <a:stretch>
                <a:fillRect/>
              </a:stretch>
            </p:blipFill>
            <p:spPr>
              <a:xfrm>
                <a:off x="3281810" y="3375953"/>
                <a:ext cx="108000" cy="939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1512" name="Ink 21511">
                <a:extLst>
                  <a:ext uri="{FF2B5EF4-FFF2-40B4-BE49-F238E27FC236}">
                    <a16:creationId xmlns:a16="http://schemas.microsoft.com/office/drawing/2014/main" id="{6C05AAD0-EEA5-A7ED-74D4-E252A8940979}"/>
                  </a:ext>
                </a:extLst>
              </p14:cNvPr>
              <p14:cNvContentPartPr/>
              <p14:nvPr/>
            </p14:nvContentPartPr>
            <p14:xfrm>
              <a:off x="4133075" y="5685880"/>
              <a:ext cx="75240" cy="98280"/>
            </p14:xfrm>
          </p:contentPart>
        </mc:Choice>
        <mc:Fallback>
          <p:pic>
            <p:nvPicPr>
              <p:cNvPr id="21512" name="Ink 21511">
                <a:extLst>
                  <a:ext uri="{FF2B5EF4-FFF2-40B4-BE49-F238E27FC236}">
                    <a16:creationId xmlns:a16="http://schemas.microsoft.com/office/drawing/2014/main" id="{6C05AAD0-EEA5-A7ED-74D4-E252A8940979}"/>
                  </a:ext>
                </a:extLst>
              </p:cNvPr>
              <p:cNvPicPr/>
              <p:nvPr/>
            </p:nvPicPr>
            <p:blipFill>
              <a:blip r:embed="rId31"/>
              <a:stretch>
                <a:fillRect/>
              </a:stretch>
            </p:blipFill>
            <p:spPr>
              <a:xfrm>
                <a:off x="4124435" y="5676880"/>
                <a:ext cx="92880" cy="115920"/>
              </a:xfrm>
              <a:prstGeom prst="rect">
                <a:avLst/>
              </a:prstGeom>
            </p:spPr>
          </p:pic>
        </mc:Fallback>
      </mc:AlternateContent>
      <p:sp>
        <p:nvSpPr>
          <p:cNvPr id="21513" name="TextBox 21512">
            <a:extLst>
              <a:ext uri="{FF2B5EF4-FFF2-40B4-BE49-F238E27FC236}">
                <a16:creationId xmlns:a16="http://schemas.microsoft.com/office/drawing/2014/main" id="{E8CE8D68-EF62-14D7-27AE-20A0AEA751EF}"/>
              </a:ext>
            </a:extLst>
          </p:cNvPr>
          <p:cNvSpPr txBox="1"/>
          <p:nvPr/>
        </p:nvSpPr>
        <p:spPr>
          <a:xfrm>
            <a:off x="7359438" y="1589457"/>
            <a:ext cx="263214" cy="369332"/>
          </a:xfrm>
          <a:prstGeom prst="rect">
            <a:avLst/>
          </a:prstGeom>
          <a:noFill/>
        </p:spPr>
        <p:txBody>
          <a:bodyPr wrap="none" rtlCol="0">
            <a:spAutoFit/>
          </a:bodyPr>
          <a:lstStyle/>
          <a:p>
            <a:r>
              <a:rPr lang="en-US" dirty="0"/>
              <a:t>-</a:t>
            </a:r>
            <a:endParaRPr lang="ro-RO" dirty="0"/>
          </a:p>
        </p:txBody>
      </p:sp>
      <p:sp>
        <p:nvSpPr>
          <p:cNvPr id="21515" name="TextBox 21514">
            <a:extLst>
              <a:ext uri="{FF2B5EF4-FFF2-40B4-BE49-F238E27FC236}">
                <a16:creationId xmlns:a16="http://schemas.microsoft.com/office/drawing/2014/main" id="{720B111C-970E-8892-3853-356594A98568}"/>
              </a:ext>
            </a:extLst>
          </p:cNvPr>
          <p:cNvSpPr txBox="1"/>
          <p:nvPr/>
        </p:nvSpPr>
        <p:spPr>
          <a:xfrm>
            <a:off x="4052044" y="5530044"/>
            <a:ext cx="263214" cy="369332"/>
          </a:xfrm>
          <a:prstGeom prst="rect">
            <a:avLst/>
          </a:prstGeom>
          <a:noFill/>
        </p:spPr>
        <p:txBody>
          <a:bodyPr wrap="none" rtlCol="0">
            <a:spAutoFit/>
          </a:bodyPr>
          <a:lstStyle/>
          <a:p>
            <a:r>
              <a:rPr lang="en-US" dirty="0"/>
              <a:t>-</a:t>
            </a:r>
            <a:endParaRPr lang="ro-RO" dirty="0"/>
          </a:p>
        </p:txBody>
      </p:sp>
      <p:pic>
        <p:nvPicPr>
          <p:cNvPr id="21516" name="Picture 21515">
            <a:extLst>
              <a:ext uri="{FF2B5EF4-FFF2-40B4-BE49-F238E27FC236}">
                <a16:creationId xmlns:a16="http://schemas.microsoft.com/office/drawing/2014/main" id="{309313DF-FE72-40D7-CCCF-CAC8ADE73494}"/>
              </a:ext>
            </a:extLst>
          </p:cNvPr>
          <p:cNvPicPr>
            <a:picLocks noChangeAspect="1"/>
          </p:cNvPicPr>
          <p:nvPr/>
        </p:nvPicPr>
        <p:blipFill>
          <a:blip r:embed="rId9"/>
          <a:stretch>
            <a:fillRect/>
          </a:stretch>
        </p:blipFill>
        <p:spPr>
          <a:xfrm>
            <a:off x="3150883" y="3248462"/>
            <a:ext cx="286979" cy="272262"/>
          </a:xfrm>
          <a:prstGeom prst="rect">
            <a:avLst/>
          </a:prstGeom>
        </p:spPr>
      </p:pic>
    </p:spTree>
    <p:extLst>
      <p:ext uri="{BB962C8B-B14F-4D97-AF65-F5344CB8AC3E}">
        <p14:creationId xmlns:p14="http://schemas.microsoft.com/office/powerpoint/2010/main" val="805349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0CDE2-656A-A416-C1E2-554E169CD6F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EAE0484-B893-1D37-275F-94388EF6AA49}"/>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4340" name="Picture 4" descr="Its Not Easy GIFs | Tenor">
            <a:extLst>
              <a:ext uri="{FF2B5EF4-FFF2-40B4-BE49-F238E27FC236}">
                <a16:creationId xmlns:a16="http://schemas.microsoft.com/office/drawing/2014/main" id="{4244E2E8-8A3A-659F-9439-C0B84D1516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2237" y="1535237"/>
            <a:ext cx="3787525" cy="3787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3249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BE3E7-4A1C-D4A3-C341-3F4F88D12A5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2372D0-D521-45B2-3D93-4A568FCEE6D6}"/>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8" name="Picture 7">
            <a:extLst>
              <a:ext uri="{FF2B5EF4-FFF2-40B4-BE49-F238E27FC236}">
                <a16:creationId xmlns:a16="http://schemas.microsoft.com/office/drawing/2014/main" id="{67CD84EC-8979-BB7F-B20F-094853C19EC6}"/>
              </a:ext>
            </a:extLst>
          </p:cNvPr>
          <p:cNvPicPr>
            <a:picLocks noChangeAspect="1"/>
          </p:cNvPicPr>
          <p:nvPr/>
        </p:nvPicPr>
        <p:blipFill>
          <a:blip r:embed="rId3"/>
          <a:stretch>
            <a:fillRect/>
          </a:stretch>
        </p:blipFill>
        <p:spPr>
          <a:xfrm>
            <a:off x="71919" y="1057574"/>
            <a:ext cx="8761218" cy="807693"/>
          </a:xfrm>
          <a:prstGeom prst="rect">
            <a:avLst/>
          </a:prstGeom>
        </p:spPr>
      </p:pic>
      <p:pic>
        <p:nvPicPr>
          <p:cNvPr id="12" name="Picture 11">
            <a:extLst>
              <a:ext uri="{FF2B5EF4-FFF2-40B4-BE49-F238E27FC236}">
                <a16:creationId xmlns:a16="http://schemas.microsoft.com/office/drawing/2014/main" id="{9F841564-5AD0-6ED7-BD85-7C446BE7E3DA}"/>
              </a:ext>
            </a:extLst>
          </p:cNvPr>
          <p:cNvPicPr>
            <a:picLocks noChangeAspect="1"/>
          </p:cNvPicPr>
          <p:nvPr/>
        </p:nvPicPr>
        <p:blipFill>
          <a:blip r:embed="rId4"/>
          <a:stretch>
            <a:fillRect/>
          </a:stretch>
        </p:blipFill>
        <p:spPr>
          <a:xfrm>
            <a:off x="71919" y="3349288"/>
            <a:ext cx="11616387" cy="1057222"/>
          </a:xfrm>
          <a:prstGeom prst="rect">
            <a:avLst/>
          </a:prstGeom>
        </p:spPr>
      </p:pic>
      <p:sp>
        <p:nvSpPr>
          <p:cNvPr id="13" name="Rectangle 12">
            <a:extLst>
              <a:ext uri="{FF2B5EF4-FFF2-40B4-BE49-F238E27FC236}">
                <a16:creationId xmlns:a16="http://schemas.microsoft.com/office/drawing/2014/main" id="{2F753B5F-043C-49E9-2D17-9698413E9730}"/>
              </a:ext>
            </a:extLst>
          </p:cNvPr>
          <p:cNvSpPr/>
          <p:nvPr/>
        </p:nvSpPr>
        <p:spPr>
          <a:xfrm>
            <a:off x="71919" y="1367440"/>
            <a:ext cx="698643" cy="28670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 name="Rectangle 13">
            <a:extLst>
              <a:ext uri="{FF2B5EF4-FFF2-40B4-BE49-F238E27FC236}">
                <a16:creationId xmlns:a16="http://schemas.microsoft.com/office/drawing/2014/main" id="{F7220E60-6293-2592-DA76-812B91A9592D}"/>
              </a:ext>
            </a:extLst>
          </p:cNvPr>
          <p:cNvSpPr/>
          <p:nvPr/>
        </p:nvSpPr>
        <p:spPr>
          <a:xfrm>
            <a:off x="154372" y="3778999"/>
            <a:ext cx="698643" cy="28670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5" name="Rectangle 14">
            <a:extLst>
              <a:ext uri="{FF2B5EF4-FFF2-40B4-BE49-F238E27FC236}">
                <a16:creationId xmlns:a16="http://schemas.microsoft.com/office/drawing/2014/main" id="{8F47F3D3-6928-D78E-1BBE-C1A68B013533}"/>
              </a:ext>
            </a:extLst>
          </p:cNvPr>
          <p:cNvSpPr/>
          <p:nvPr/>
        </p:nvSpPr>
        <p:spPr>
          <a:xfrm>
            <a:off x="1824520" y="1318070"/>
            <a:ext cx="376814" cy="33607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6" name="Rectangle 15">
            <a:extLst>
              <a:ext uri="{FF2B5EF4-FFF2-40B4-BE49-F238E27FC236}">
                <a16:creationId xmlns:a16="http://schemas.microsoft.com/office/drawing/2014/main" id="{4F055186-1407-5A36-2CBA-B02BA52170AF}"/>
              </a:ext>
            </a:extLst>
          </p:cNvPr>
          <p:cNvSpPr/>
          <p:nvPr/>
        </p:nvSpPr>
        <p:spPr>
          <a:xfrm>
            <a:off x="2476499" y="3591199"/>
            <a:ext cx="279401" cy="247376"/>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mc:AlternateContent xmlns:mc="http://schemas.openxmlformats.org/markup-compatibility/2006">
        <mc:Choice xmlns:p14="http://schemas.microsoft.com/office/powerpoint/2010/main" Requires="p14">
          <p:contentPart p14:bwMode="auto" r:id="rId5">
            <p14:nvContentPartPr>
              <p14:cNvPr id="17" name="Ink 16">
                <a:extLst>
                  <a:ext uri="{FF2B5EF4-FFF2-40B4-BE49-F238E27FC236}">
                    <a16:creationId xmlns:a16="http://schemas.microsoft.com/office/drawing/2014/main" id="{7D4721A0-CDCD-0E47-C53D-F01D95094F46}"/>
                  </a:ext>
                </a:extLst>
              </p14:cNvPr>
              <p14:cNvContentPartPr/>
              <p14:nvPr/>
            </p14:nvContentPartPr>
            <p14:xfrm>
              <a:off x="4165680" y="1396800"/>
              <a:ext cx="1080" cy="360"/>
            </p14:xfrm>
          </p:contentPart>
        </mc:Choice>
        <mc:Fallback>
          <p:pic>
            <p:nvPicPr>
              <p:cNvPr id="17" name="Ink 16">
                <a:extLst>
                  <a:ext uri="{FF2B5EF4-FFF2-40B4-BE49-F238E27FC236}">
                    <a16:creationId xmlns:a16="http://schemas.microsoft.com/office/drawing/2014/main" id="{7D4721A0-CDCD-0E47-C53D-F01D95094F46}"/>
                  </a:ext>
                </a:extLst>
              </p:cNvPr>
              <p:cNvPicPr/>
              <p:nvPr/>
            </p:nvPicPr>
            <p:blipFill>
              <a:blip r:embed="rId6"/>
              <a:stretch>
                <a:fillRect/>
              </a:stretch>
            </p:blipFill>
            <p:spPr>
              <a:xfrm>
                <a:off x="4129680" y="1361160"/>
                <a:ext cx="7272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8" name="Ink 17">
                <a:extLst>
                  <a:ext uri="{FF2B5EF4-FFF2-40B4-BE49-F238E27FC236}">
                    <a16:creationId xmlns:a16="http://schemas.microsoft.com/office/drawing/2014/main" id="{2A1C34BA-0577-7038-642C-A6B32CB939C3}"/>
                  </a:ext>
                </a:extLst>
              </p14:cNvPr>
              <p14:cNvContentPartPr/>
              <p14:nvPr/>
            </p14:nvContentPartPr>
            <p14:xfrm>
              <a:off x="3382320" y="1063080"/>
              <a:ext cx="911520" cy="832320"/>
            </p14:xfrm>
          </p:contentPart>
        </mc:Choice>
        <mc:Fallback>
          <p:pic>
            <p:nvPicPr>
              <p:cNvPr id="18" name="Ink 17">
                <a:extLst>
                  <a:ext uri="{FF2B5EF4-FFF2-40B4-BE49-F238E27FC236}">
                    <a16:creationId xmlns:a16="http://schemas.microsoft.com/office/drawing/2014/main" id="{2A1C34BA-0577-7038-642C-A6B32CB939C3}"/>
                  </a:ext>
                </a:extLst>
              </p:cNvPr>
              <p:cNvPicPr/>
              <p:nvPr/>
            </p:nvPicPr>
            <p:blipFill>
              <a:blip r:embed="rId8"/>
              <a:stretch>
                <a:fillRect/>
              </a:stretch>
            </p:blipFill>
            <p:spPr>
              <a:xfrm>
                <a:off x="3346680" y="1027440"/>
                <a:ext cx="983160" cy="903960"/>
              </a:xfrm>
              <a:prstGeom prst="rect">
                <a:avLst/>
              </a:prstGeom>
            </p:spPr>
          </p:pic>
        </mc:Fallback>
      </mc:AlternateContent>
      <p:grpSp>
        <p:nvGrpSpPr>
          <p:cNvPr id="23" name="Group 22">
            <a:extLst>
              <a:ext uri="{FF2B5EF4-FFF2-40B4-BE49-F238E27FC236}">
                <a16:creationId xmlns:a16="http://schemas.microsoft.com/office/drawing/2014/main" id="{E5FD5F41-C30C-08C6-5AA5-5810AAD697C6}"/>
              </a:ext>
            </a:extLst>
          </p:cNvPr>
          <p:cNvGrpSpPr/>
          <p:nvPr/>
        </p:nvGrpSpPr>
        <p:grpSpPr>
          <a:xfrm>
            <a:off x="3738540" y="3361370"/>
            <a:ext cx="621900" cy="450720"/>
            <a:chOff x="3738540" y="3361370"/>
            <a:chExt cx="621900" cy="450720"/>
          </a:xfrm>
        </p:grpSpPr>
        <mc:AlternateContent xmlns:mc="http://schemas.openxmlformats.org/markup-compatibility/2006">
          <mc:Choice xmlns:p14="http://schemas.microsoft.com/office/powerpoint/2010/main" Requires="p14">
            <p:contentPart p14:bwMode="auto" r:id="rId9">
              <p14:nvContentPartPr>
                <p14:cNvPr id="19" name="Ink 18">
                  <a:extLst>
                    <a:ext uri="{FF2B5EF4-FFF2-40B4-BE49-F238E27FC236}">
                      <a16:creationId xmlns:a16="http://schemas.microsoft.com/office/drawing/2014/main" id="{0BD9D3B9-D759-7584-0FBE-93A0B412820E}"/>
                    </a:ext>
                  </a:extLst>
                </p14:cNvPr>
                <p14:cNvContentPartPr/>
                <p14:nvPr/>
              </p14:nvContentPartPr>
              <p14:xfrm>
                <a:off x="3794340" y="3770690"/>
                <a:ext cx="73080" cy="41400"/>
              </p14:xfrm>
            </p:contentPart>
          </mc:Choice>
          <mc:Fallback>
            <p:pic>
              <p:nvPicPr>
                <p:cNvPr id="19" name="Ink 18">
                  <a:extLst>
                    <a:ext uri="{FF2B5EF4-FFF2-40B4-BE49-F238E27FC236}">
                      <a16:creationId xmlns:a16="http://schemas.microsoft.com/office/drawing/2014/main" id="{0BD9D3B9-D759-7584-0FBE-93A0B412820E}"/>
                    </a:ext>
                  </a:extLst>
                </p:cNvPr>
                <p:cNvPicPr/>
                <p:nvPr/>
              </p:nvPicPr>
              <p:blipFill>
                <a:blip r:embed="rId10"/>
                <a:stretch>
                  <a:fillRect/>
                </a:stretch>
              </p:blipFill>
              <p:spPr>
                <a:xfrm>
                  <a:off x="3758340" y="3734690"/>
                  <a:ext cx="14472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0" name="Ink 19">
                  <a:extLst>
                    <a:ext uri="{FF2B5EF4-FFF2-40B4-BE49-F238E27FC236}">
                      <a16:creationId xmlns:a16="http://schemas.microsoft.com/office/drawing/2014/main" id="{DE8E1373-0FBA-C019-D706-205689094E81}"/>
                    </a:ext>
                  </a:extLst>
                </p14:cNvPr>
                <p14:cNvContentPartPr/>
                <p14:nvPr/>
              </p14:nvContentPartPr>
              <p14:xfrm>
                <a:off x="3738540" y="3361370"/>
                <a:ext cx="301320" cy="378720"/>
              </p14:xfrm>
            </p:contentPart>
          </mc:Choice>
          <mc:Fallback>
            <p:pic>
              <p:nvPicPr>
                <p:cNvPr id="20" name="Ink 19">
                  <a:extLst>
                    <a:ext uri="{FF2B5EF4-FFF2-40B4-BE49-F238E27FC236}">
                      <a16:creationId xmlns:a16="http://schemas.microsoft.com/office/drawing/2014/main" id="{DE8E1373-0FBA-C019-D706-205689094E81}"/>
                    </a:ext>
                  </a:extLst>
                </p:cNvPr>
                <p:cNvPicPr/>
                <p:nvPr/>
              </p:nvPicPr>
              <p:blipFill>
                <a:blip r:embed="rId12"/>
                <a:stretch>
                  <a:fillRect/>
                </a:stretch>
              </p:blipFill>
              <p:spPr>
                <a:xfrm>
                  <a:off x="3702900" y="3325730"/>
                  <a:ext cx="372960" cy="4503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2" name="Ink 21">
                  <a:extLst>
                    <a:ext uri="{FF2B5EF4-FFF2-40B4-BE49-F238E27FC236}">
                      <a16:creationId xmlns:a16="http://schemas.microsoft.com/office/drawing/2014/main" id="{A828F4DB-B65A-FCBE-9191-377635E28970}"/>
                    </a:ext>
                  </a:extLst>
                </p14:cNvPr>
                <p14:cNvContentPartPr/>
                <p14:nvPr/>
              </p14:nvContentPartPr>
              <p14:xfrm>
                <a:off x="4020240" y="3604240"/>
                <a:ext cx="340200" cy="177480"/>
              </p14:xfrm>
            </p:contentPart>
          </mc:Choice>
          <mc:Fallback>
            <p:pic>
              <p:nvPicPr>
                <p:cNvPr id="22" name="Ink 21">
                  <a:extLst>
                    <a:ext uri="{FF2B5EF4-FFF2-40B4-BE49-F238E27FC236}">
                      <a16:creationId xmlns:a16="http://schemas.microsoft.com/office/drawing/2014/main" id="{A828F4DB-B65A-FCBE-9191-377635E28970}"/>
                    </a:ext>
                  </a:extLst>
                </p:cNvPr>
                <p:cNvPicPr/>
                <p:nvPr/>
              </p:nvPicPr>
              <p:blipFill>
                <a:blip r:embed="rId14"/>
                <a:stretch>
                  <a:fillRect/>
                </a:stretch>
              </p:blipFill>
              <p:spPr>
                <a:xfrm>
                  <a:off x="3984240" y="3568600"/>
                  <a:ext cx="411840" cy="249120"/>
                </a:xfrm>
                <a:prstGeom prst="rect">
                  <a:avLst/>
                </a:prstGeom>
              </p:spPr>
            </p:pic>
          </mc:Fallback>
        </mc:AlternateContent>
      </p:grpSp>
      <p:grpSp>
        <p:nvGrpSpPr>
          <p:cNvPr id="26" name="Group 25">
            <a:extLst>
              <a:ext uri="{FF2B5EF4-FFF2-40B4-BE49-F238E27FC236}">
                <a16:creationId xmlns:a16="http://schemas.microsoft.com/office/drawing/2014/main" id="{92A9641B-3C37-8B3A-2E36-35A4715DA8C6}"/>
              </a:ext>
            </a:extLst>
          </p:cNvPr>
          <p:cNvGrpSpPr/>
          <p:nvPr/>
        </p:nvGrpSpPr>
        <p:grpSpPr>
          <a:xfrm>
            <a:off x="7535280" y="3595960"/>
            <a:ext cx="914040" cy="570960"/>
            <a:chOff x="7535280" y="3595960"/>
            <a:chExt cx="914040" cy="570960"/>
          </a:xfrm>
        </p:grpSpPr>
        <mc:AlternateContent xmlns:mc="http://schemas.openxmlformats.org/markup-compatibility/2006">
          <mc:Choice xmlns:p14="http://schemas.microsoft.com/office/powerpoint/2010/main" Requires="p14">
            <p:contentPart p14:bwMode="auto" r:id="rId15">
              <p14:nvContentPartPr>
                <p14:cNvPr id="24" name="Ink 23">
                  <a:extLst>
                    <a:ext uri="{FF2B5EF4-FFF2-40B4-BE49-F238E27FC236}">
                      <a16:creationId xmlns:a16="http://schemas.microsoft.com/office/drawing/2014/main" id="{1A75EA0B-E195-9980-2843-8DCE265EF01E}"/>
                    </a:ext>
                  </a:extLst>
                </p14:cNvPr>
                <p14:cNvContentPartPr/>
                <p14:nvPr/>
              </p14:nvContentPartPr>
              <p14:xfrm>
                <a:off x="7535280" y="3595960"/>
                <a:ext cx="914040" cy="570960"/>
              </p14:xfrm>
            </p:contentPart>
          </mc:Choice>
          <mc:Fallback>
            <p:pic>
              <p:nvPicPr>
                <p:cNvPr id="24" name="Ink 23">
                  <a:extLst>
                    <a:ext uri="{FF2B5EF4-FFF2-40B4-BE49-F238E27FC236}">
                      <a16:creationId xmlns:a16="http://schemas.microsoft.com/office/drawing/2014/main" id="{1A75EA0B-E195-9980-2843-8DCE265EF01E}"/>
                    </a:ext>
                  </a:extLst>
                </p:cNvPr>
                <p:cNvPicPr/>
                <p:nvPr/>
              </p:nvPicPr>
              <p:blipFill>
                <a:blip r:embed="rId16"/>
                <a:stretch>
                  <a:fillRect/>
                </a:stretch>
              </p:blipFill>
              <p:spPr>
                <a:xfrm>
                  <a:off x="7499640" y="3559960"/>
                  <a:ext cx="985680" cy="6426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5" name="Ink 24">
                  <a:extLst>
                    <a:ext uri="{FF2B5EF4-FFF2-40B4-BE49-F238E27FC236}">
                      <a16:creationId xmlns:a16="http://schemas.microsoft.com/office/drawing/2014/main" id="{0137CA10-7011-013A-6A43-5EE5C0FD93FD}"/>
                    </a:ext>
                  </a:extLst>
                </p14:cNvPr>
                <p14:cNvContentPartPr/>
                <p14:nvPr/>
              </p14:nvContentPartPr>
              <p14:xfrm>
                <a:off x="8208120" y="3713320"/>
                <a:ext cx="1080" cy="3960"/>
              </p14:xfrm>
            </p:contentPart>
          </mc:Choice>
          <mc:Fallback>
            <p:pic>
              <p:nvPicPr>
                <p:cNvPr id="25" name="Ink 24">
                  <a:extLst>
                    <a:ext uri="{FF2B5EF4-FFF2-40B4-BE49-F238E27FC236}">
                      <a16:creationId xmlns:a16="http://schemas.microsoft.com/office/drawing/2014/main" id="{0137CA10-7011-013A-6A43-5EE5C0FD93FD}"/>
                    </a:ext>
                  </a:extLst>
                </p:cNvPr>
                <p:cNvPicPr/>
                <p:nvPr/>
              </p:nvPicPr>
              <p:blipFill>
                <a:blip r:embed="rId18"/>
                <a:stretch>
                  <a:fillRect/>
                </a:stretch>
              </p:blipFill>
              <p:spPr>
                <a:xfrm>
                  <a:off x="8172480" y="3677320"/>
                  <a:ext cx="72720" cy="75600"/>
                </a:xfrm>
                <a:prstGeom prst="rect">
                  <a:avLst/>
                </a:prstGeom>
              </p:spPr>
            </p:pic>
          </mc:Fallback>
        </mc:AlternateContent>
      </p:grpSp>
      <p:pic>
        <p:nvPicPr>
          <p:cNvPr id="28" name="Picture 27">
            <a:extLst>
              <a:ext uri="{FF2B5EF4-FFF2-40B4-BE49-F238E27FC236}">
                <a16:creationId xmlns:a16="http://schemas.microsoft.com/office/drawing/2014/main" id="{44D2203D-A2B1-D028-EE47-D0A4E175021D}"/>
              </a:ext>
            </a:extLst>
          </p:cNvPr>
          <p:cNvPicPr>
            <a:picLocks noChangeAspect="1"/>
          </p:cNvPicPr>
          <p:nvPr/>
        </p:nvPicPr>
        <p:blipFill>
          <a:blip r:embed="rId19"/>
          <a:stretch>
            <a:fillRect/>
          </a:stretch>
        </p:blipFill>
        <p:spPr>
          <a:xfrm>
            <a:off x="3360129" y="1375882"/>
            <a:ext cx="1058142" cy="220446"/>
          </a:xfrm>
          <a:prstGeom prst="rect">
            <a:avLst/>
          </a:prstGeom>
        </p:spPr>
      </p:pic>
      <p:pic>
        <p:nvPicPr>
          <p:cNvPr id="29" name="Picture 28">
            <a:extLst>
              <a:ext uri="{FF2B5EF4-FFF2-40B4-BE49-F238E27FC236}">
                <a16:creationId xmlns:a16="http://schemas.microsoft.com/office/drawing/2014/main" id="{A6A4A28C-36E1-F76C-89F9-4D21D9C890DE}"/>
              </a:ext>
            </a:extLst>
          </p:cNvPr>
          <p:cNvPicPr>
            <a:picLocks noChangeAspect="1"/>
          </p:cNvPicPr>
          <p:nvPr/>
        </p:nvPicPr>
        <p:blipFill>
          <a:blip r:embed="rId19"/>
          <a:stretch>
            <a:fillRect/>
          </a:stretch>
        </p:blipFill>
        <p:spPr>
          <a:xfrm>
            <a:off x="3685366" y="3624174"/>
            <a:ext cx="855799" cy="178291"/>
          </a:xfrm>
          <a:prstGeom prst="rect">
            <a:avLst/>
          </a:prstGeom>
        </p:spPr>
      </p:pic>
      <p:pic>
        <p:nvPicPr>
          <p:cNvPr id="30" name="Picture 29">
            <a:extLst>
              <a:ext uri="{FF2B5EF4-FFF2-40B4-BE49-F238E27FC236}">
                <a16:creationId xmlns:a16="http://schemas.microsoft.com/office/drawing/2014/main" id="{0DC06101-DAC7-A911-B600-1DEED6ECF26B}"/>
              </a:ext>
            </a:extLst>
          </p:cNvPr>
          <p:cNvPicPr>
            <a:picLocks noChangeAspect="1"/>
          </p:cNvPicPr>
          <p:nvPr/>
        </p:nvPicPr>
        <p:blipFill>
          <a:blip r:embed="rId19"/>
          <a:stretch>
            <a:fillRect/>
          </a:stretch>
        </p:blipFill>
        <p:spPr>
          <a:xfrm>
            <a:off x="7463229" y="3763855"/>
            <a:ext cx="1058142" cy="220446"/>
          </a:xfrm>
          <a:prstGeom prst="rect">
            <a:avLst/>
          </a:prstGeom>
        </p:spPr>
      </p:pic>
      <p:sp>
        <p:nvSpPr>
          <p:cNvPr id="31" name="Rectangle 30">
            <a:extLst>
              <a:ext uri="{FF2B5EF4-FFF2-40B4-BE49-F238E27FC236}">
                <a16:creationId xmlns:a16="http://schemas.microsoft.com/office/drawing/2014/main" id="{418E454C-263C-34C5-AB74-109C19E67E74}"/>
              </a:ext>
            </a:extLst>
          </p:cNvPr>
          <p:cNvSpPr/>
          <p:nvPr/>
        </p:nvSpPr>
        <p:spPr>
          <a:xfrm>
            <a:off x="3338609" y="1375881"/>
            <a:ext cx="1079662" cy="205675"/>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338" name="Rectangle 14337">
            <a:extLst>
              <a:ext uri="{FF2B5EF4-FFF2-40B4-BE49-F238E27FC236}">
                <a16:creationId xmlns:a16="http://schemas.microsoft.com/office/drawing/2014/main" id="{14CB2E4F-FFDB-BFFE-AFF0-77358FA8A86A}"/>
              </a:ext>
            </a:extLst>
          </p:cNvPr>
          <p:cNvSpPr/>
          <p:nvPr/>
        </p:nvSpPr>
        <p:spPr>
          <a:xfrm>
            <a:off x="7447262" y="3770689"/>
            <a:ext cx="1112538" cy="213611"/>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341" name="Rectangle 14340">
            <a:extLst>
              <a:ext uri="{FF2B5EF4-FFF2-40B4-BE49-F238E27FC236}">
                <a16:creationId xmlns:a16="http://schemas.microsoft.com/office/drawing/2014/main" id="{7D98070E-9F8D-878D-6636-D821AE9B667A}"/>
              </a:ext>
            </a:extLst>
          </p:cNvPr>
          <p:cNvSpPr/>
          <p:nvPr/>
        </p:nvSpPr>
        <p:spPr>
          <a:xfrm>
            <a:off x="3670301" y="3642783"/>
            <a:ext cx="886832" cy="136216"/>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342" name="Text 1">
            <a:extLst>
              <a:ext uri="{FF2B5EF4-FFF2-40B4-BE49-F238E27FC236}">
                <a16:creationId xmlns:a16="http://schemas.microsoft.com/office/drawing/2014/main" id="{C620B062-B7CD-7D5A-F8A6-9D467973EDDF}"/>
              </a:ext>
            </a:extLst>
          </p:cNvPr>
          <p:cNvSpPr/>
          <p:nvPr/>
        </p:nvSpPr>
        <p:spPr>
          <a:xfrm>
            <a:off x="0" y="468660"/>
            <a:ext cx="4020240" cy="755904"/>
          </a:xfrm>
          <a:prstGeom prst="rect">
            <a:avLst/>
          </a:prstGeom>
          <a:noFill/>
          <a:ln/>
        </p:spPr>
        <p:txBody>
          <a:bodyPr wrap="square" rtlCol="0" anchor="ctr"/>
          <a:lstStyle/>
          <a:p>
            <a:r>
              <a:rPr lang="en-US" sz="2800" b="1" dirty="0">
                <a:solidFill>
                  <a:srgbClr val="1F3864"/>
                </a:solidFill>
                <a:latin typeface="Calibri" pitchFamily="34" charset="0"/>
                <a:ea typeface="Calibri" pitchFamily="34" charset="-122"/>
                <a:cs typeface="Calibri" pitchFamily="34" charset="-120"/>
              </a:rPr>
              <a:t>DDPM Sampling Formula</a:t>
            </a:r>
            <a:endParaRPr lang="en-US" sz="2800" dirty="0"/>
          </a:p>
        </p:txBody>
      </p:sp>
      <p:sp>
        <p:nvSpPr>
          <p:cNvPr id="14343" name="Text 1">
            <a:extLst>
              <a:ext uri="{FF2B5EF4-FFF2-40B4-BE49-F238E27FC236}">
                <a16:creationId xmlns:a16="http://schemas.microsoft.com/office/drawing/2014/main" id="{51204BB2-96AA-8C42-5993-20D022714AE2}"/>
              </a:ext>
            </a:extLst>
          </p:cNvPr>
          <p:cNvSpPr/>
          <p:nvPr/>
        </p:nvSpPr>
        <p:spPr>
          <a:xfrm>
            <a:off x="0" y="2766950"/>
            <a:ext cx="4020240" cy="755904"/>
          </a:xfrm>
          <a:prstGeom prst="rect">
            <a:avLst/>
          </a:prstGeom>
          <a:noFill/>
          <a:ln/>
        </p:spPr>
        <p:txBody>
          <a:bodyPr wrap="square" rtlCol="0" anchor="ctr"/>
          <a:lstStyle/>
          <a:p>
            <a:r>
              <a:rPr lang="en-US" sz="2800" b="1" dirty="0">
                <a:solidFill>
                  <a:srgbClr val="1F3864"/>
                </a:solidFill>
                <a:latin typeface="Calibri" pitchFamily="34" charset="0"/>
                <a:ea typeface="Calibri" pitchFamily="34" charset="-122"/>
                <a:cs typeface="Calibri" pitchFamily="34" charset="-120"/>
              </a:rPr>
              <a:t>DDIM Sampling Formula</a:t>
            </a:r>
            <a:endParaRPr lang="en-US" sz="2800" dirty="0"/>
          </a:p>
        </p:txBody>
      </p:sp>
      <p:pic>
        <p:nvPicPr>
          <p:cNvPr id="14344" name="Picture 4" descr="Its Not Easy GIFs | Tenor">
            <a:extLst>
              <a:ext uri="{FF2B5EF4-FFF2-40B4-BE49-F238E27FC236}">
                <a16:creationId xmlns:a16="http://schemas.microsoft.com/office/drawing/2014/main" id="{305308B5-20D3-BAD5-C1EE-BDAD60EDE56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486508" y="4817624"/>
            <a:ext cx="1777323" cy="1777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519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8F91B-250D-E439-DB92-C1E507DAD41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D000C26-EEE5-D02B-3458-F4D105D31755}"/>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8" name="Picture 7">
            <a:extLst>
              <a:ext uri="{FF2B5EF4-FFF2-40B4-BE49-F238E27FC236}">
                <a16:creationId xmlns:a16="http://schemas.microsoft.com/office/drawing/2014/main" id="{CCFA7323-9102-FD7A-3117-E6155DE8262C}"/>
              </a:ext>
            </a:extLst>
          </p:cNvPr>
          <p:cNvPicPr>
            <a:picLocks noChangeAspect="1"/>
          </p:cNvPicPr>
          <p:nvPr/>
        </p:nvPicPr>
        <p:blipFill>
          <a:blip r:embed="rId3"/>
          <a:stretch>
            <a:fillRect/>
          </a:stretch>
        </p:blipFill>
        <p:spPr>
          <a:xfrm>
            <a:off x="71919" y="1057574"/>
            <a:ext cx="8761218" cy="807693"/>
          </a:xfrm>
          <a:prstGeom prst="rect">
            <a:avLst/>
          </a:prstGeom>
        </p:spPr>
      </p:pic>
      <p:pic>
        <p:nvPicPr>
          <p:cNvPr id="12" name="Picture 11">
            <a:extLst>
              <a:ext uri="{FF2B5EF4-FFF2-40B4-BE49-F238E27FC236}">
                <a16:creationId xmlns:a16="http://schemas.microsoft.com/office/drawing/2014/main" id="{6886EE37-A20A-C00D-53AC-EECEEE36E861}"/>
              </a:ext>
            </a:extLst>
          </p:cNvPr>
          <p:cNvPicPr>
            <a:picLocks noChangeAspect="1"/>
          </p:cNvPicPr>
          <p:nvPr/>
        </p:nvPicPr>
        <p:blipFill>
          <a:blip r:embed="rId4"/>
          <a:stretch>
            <a:fillRect/>
          </a:stretch>
        </p:blipFill>
        <p:spPr>
          <a:xfrm>
            <a:off x="71919" y="4613010"/>
            <a:ext cx="11616387" cy="1057222"/>
          </a:xfrm>
          <a:prstGeom prst="rect">
            <a:avLst/>
          </a:prstGeom>
        </p:spPr>
      </p:pic>
      <p:sp>
        <p:nvSpPr>
          <p:cNvPr id="13" name="Rectangle 12">
            <a:extLst>
              <a:ext uri="{FF2B5EF4-FFF2-40B4-BE49-F238E27FC236}">
                <a16:creationId xmlns:a16="http://schemas.microsoft.com/office/drawing/2014/main" id="{09931105-7934-CD69-0B4F-66278336836E}"/>
              </a:ext>
            </a:extLst>
          </p:cNvPr>
          <p:cNvSpPr/>
          <p:nvPr/>
        </p:nvSpPr>
        <p:spPr>
          <a:xfrm>
            <a:off x="71919" y="1367440"/>
            <a:ext cx="698643" cy="28670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 name="Rectangle 13">
            <a:extLst>
              <a:ext uri="{FF2B5EF4-FFF2-40B4-BE49-F238E27FC236}">
                <a16:creationId xmlns:a16="http://schemas.microsoft.com/office/drawing/2014/main" id="{E71AD55A-14EE-A0B6-7CF8-7F18892C4B11}"/>
              </a:ext>
            </a:extLst>
          </p:cNvPr>
          <p:cNvSpPr/>
          <p:nvPr/>
        </p:nvSpPr>
        <p:spPr>
          <a:xfrm>
            <a:off x="154372" y="5042721"/>
            <a:ext cx="698643" cy="28670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5" name="Rectangle 14">
            <a:extLst>
              <a:ext uri="{FF2B5EF4-FFF2-40B4-BE49-F238E27FC236}">
                <a16:creationId xmlns:a16="http://schemas.microsoft.com/office/drawing/2014/main" id="{CF7DE55B-A276-87F7-4C07-02780A00CF0F}"/>
              </a:ext>
            </a:extLst>
          </p:cNvPr>
          <p:cNvSpPr/>
          <p:nvPr/>
        </p:nvSpPr>
        <p:spPr>
          <a:xfrm>
            <a:off x="1824520" y="1318070"/>
            <a:ext cx="376814" cy="33607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6" name="Rectangle 15">
            <a:extLst>
              <a:ext uri="{FF2B5EF4-FFF2-40B4-BE49-F238E27FC236}">
                <a16:creationId xmlns:a16="http://schemas.microsoft.com/office/drawing/2014/main" id="{3F24C4D9-AA03-ED3A-CA79-5758A4318C8F}"/>
              </a:ext>
            </a:extLst>
          </p:cNvPr>
          <p:cNvSpPr/>
          <p:nvPr/>
        </p:nvSpPr>
        <p:spPr>
          <a:xfrm>
            <a:off x="2476499" y="4854921"/>
            <a:ext cx="279401" cy="247376"/>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mc:AlternateContent xmlns:mc="http://schemas.openxmlformats.org/markup-compatibility/2006">
        <mc:Choice xmlns:p14="http://schemas.microsoft.com/office/powerpoint/2010/main" Requires="p14">
          <p:contentPart p14:bwMode="auto" r:id="rId5">
            <p14:nvContentPartPr>
              <p14:cNvPr id="17" name="Ink 16">
                <a:extLst>
                  <a:ext uri="{FF2B5EF4-FFF2-40B4-BE49-F238E27FC236}">
                    <a16:creationId xmlns:a16="http://schemas.microsoft.com/office/drawing/2014/main" id="{CAF41567-D51F-18E0-A3F8-B59A33631B00}"/>
                  </a:ext>
                </a:extLst>
              </p14:cNvPr>
              <p14:cNvContentPartPr/>
              <p14:nvPr/>
            </p14:nvContentPartPr>
            <p14:xfrm>
              <a:off x="4165680" y="1396800"/>
              <a:ext cx="1080" cy="360"/>
            </p14:xfrm>
          </p:contentPart>
        </mc:Choice>
        <mc:Fallback>
          <p:pic>
            <p:nvPicPr>
              <p:cNvPr id="17" name="Ink 16">
                <a:extLst>
                  <a:ext uri="{FF2B5EF4-FFF2-40B4-BE49-F238E27FC236}">
                    <a16:creationId xmlns:a16="http://schemas.microsoft.com/office/drawing/2014/main" id="{CAF41567-D51F-18E0-A3F8-B59A33631B00}"/>
                  </a:ext>
                </a:extLst>
              </p:cNvPr>
              <p:cNvPicPr/>
              <p:nvPr/>
            </p:nvPicPr>
            <p:blipFill>
              <a:blip r:embed="rId6"/>
              <a:stretch>
                <a:fillRect/>
              </a:stretch>
            </p:blipFill>
            <p:spPr>
              <a:xfrm>
                <a:off x="4129680" y="1360800"/>
                <a:ext cx="7272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8" name="Ink 17">
                <a:extLst>
                  <a:ext uri="{FF2B5EF4-FFF2-40B4-BE49-F238E27FC236}">
                    <a16:creationId xmlns:a16="http://schemas.microsoft.com/office/drawing/2014/main" id="{EDF53000-A99F-A511-99AE-396E9680C5C8}"/>
                  </a:ext>
                </a:extLst>
              </p14:cNvPr>
              <p14:cNvContentPartPr/>
              <p14:nvPr/>
            </p14:nvContentPartPr>
            <p14:xfrm>
              <a:off x="3382320" y="1063080"/>
              <a:ext cx="911520" cy="832320"/>
            </p14:xfrm>
          </p:contentPart>
        </mc:Choice>
        <mc:Fallback>
          <p:pic>
            <p:nvPicPr>
              <p:cNvPr id="18" name="Ink 17">
                <a:extLst>
                  <a:ext uri="{FF2B5EF4-FFF2-40B4-BE49-F238E27FC236}">
                    <a16:creationId xmlns:a16="http://schemas.microsoft.com/office/drawing/2014/main" id="{EDF53000-A99F-A511-99AE-396E9680C5C8}"/>
                  </a:ext>
                </a:extLst>
              </p:cNvPr>
              <p:cNvPicPr/>
              <p:nvPr/>
            </p:nvPicPr>
            <p:blipFill>
              <a:blip r:embed="rId8"/>
              <a:stretch>
                <a:fillRect/>
              </a:stretch>
            </p:blipFill>
            <p:spPr>
              <a:xfrm>
                <a:off x="3346320" y="1027064"/>
                <a:ext cx="983160" cy="903991"/>
              </a:xfrm>
              <a:prstGeom prst="rect">
                <a:avLst/>
              </a:prstGeom>
            </p:spPr>
          </p:pic>
        </mc:Fallback>
      </mc:AlternateContent>
      <p:grpSp>
        <p:nvGrpSpPr>
          <p:cNvPr id="23" name="Group 22">
            <a:extLst>
              <a:ext uri="{FF2B5EF4-FFF2-40B4-BE49-F238E27FC236}">
                <a16:creationId xmlns:a16="http://schemas.microsoft.com/office/drawing/2014/main" id="{6B302B28-1666-ACAA-5285-EEE54B184568}"/>
              </a:ext>
            </a:extLst>
          </p:cNvPr>
          <p:cNvGrpSpPr/>
          <p:nvPr/>
        </p:nvGrpSpPr>
        <p:grpSpPr>
          <a:xfrm>
            <a:off x="3738540" y="4625092"/>
            <a:ext cx="621900" cy="450720"/>
            <a:chOff x="3738540" y="3361370"/>
            <a:chExt cx="621900" cy="450720"/>
          </a:xfrm>
        </p:grpSpPr>
        <mc:AlternateContent xmlns:mc="http://schemas.openxmlformats.org/markup-compatibility/2006">
          <mc:Choice xmlns:p14="http://schemas.microsoft.com/office/powerpoint/2010/main" Requires="p14">
            <p:contentPart p14:bwMode="auto" r:id="rId9">
              <p14:nvContentPartPr>
                <p14:cNvPr id="19" name="Ink 18">
                  <a:extLst>
                    <a:ext uri="{FF2B5EF4-FFF2-40B4-BE49-F238E27FC236}">
                      <a16:creationId xmlns:a16="http://schemas.microsoft.com/office/drawing/2014/main" id="{A10757A7-0920-0DD7-4AD6-15252C80EBAE}"/>
                    </a:ext>
                  </a:extLst>
                </p14:cNvPr>
                <p14:cNvContentPartPr/>
                <p14:nvPr/>
              </p14:nvContentPartPr>
              <p14:xfrm>
                <a:off x="3794340" y="3770690"/>
                <a:ext cx="73080" cy="41400"/>
              </p14:xfrm>
            </p:contentPart>
          </mc:Choice>
          <mc:Fallback>
            <p:pic>
              <p:nvPicPr>
                <p:cNvPr id="19" name="Ink 18">
                  <a:extLst>
                    <a:ext uri="{FF2B5EF4-FFF2-40B4-BE49-F238E27FC236}">
                      <a16:creationId xmlns:a16="http://schemas.microsoft.com/office/drawing/2014/main" id="{A10757A7-0920-0DD7-4AD6-15252C80EBAE}"/>
                    </a:ext>
                  </a:extLst>
                </p:cNvPr>
                <p:cNvPicPr/>
                <p:nvPr/>
              </p:nvPicPr>
              <p:blipFill>
                <a:blip r:embed="rId10"/>
                <a:stretch>
                  <a:fillRect/>
                </a:stretch>
              </p:blipFill>
              <p:spPr>
                <a:xfrm>
                  <a:off x="3758340" y="3734690"/>
                  <a:ext cx="14472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0" name="Ink 19">
                  <a:extLst>
                    <a:ext uri="{FF2B5EF4-FFF2-40B4-BE49-F238E27FC236}">
                      <a16:creationId xmlns:a16="http://schemas.microsoft.com/office/drawing/2014/main" id="{D0DA9E48-2DC8-D2CE-8866-4B5F503B89BF}"/>
                    </a:ext>
                  </a:extLst>
                </p14:cNvPr>
                <p14:cNvContentPartPr/>
                <p14:nvPr/>
              </p14:nvContentPartPr>
              <p14:xfrm>
                <a:off x="3738540" y="3361370"/>
                <a:ext cx="301320" cy="378720"/>
              </p14:xfrm>
            </p:contentPart>
          </mc:Choice>
          <mc:Fallback>
            <p:pic>
              <p:nvPicPr>
                <p:cNvPr id="20" name="Ink 19">
                  <a:extLst>
                    <a:ext uri="{FF2B5EF4-FFF2-40B4-BE49-F238E27FC236}">
                      <a16:creationId xmlns:a16="http://schemas.microsoft.com/office/drawing/2014/main" id="{D0DA9E48-2DC8-D2CE-8866-4B5F503B89BF}"/>
                    </a:ext>
                  </a:extLst>
                </p:cNvPr>
                <p:cNvPicPr/>
                <p:nvPr/>
              </p:nvPicPr>
              <p:blipFill>
                <a:blip r:embed="rId12"/>
                <a:stretch>
                  <a:fillRect/>
                </a:stretch>
              </p:blipFill>
              <p:spPr>
                <a:xfrm>
                  <a:off x="3702540" y="3325370"/>
                  <a:ext cx="372960" cy="4503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2" name="Ink 21">
                  <a:extLst>
                    <a:ext uri="{FF2B5EF4-FFF2-40B4-BE49-F238E27FC236}">
                      <a16:creationId xmlns:a16="http://schemas.microsoft.com/office/drawing/2014/main" id="{722FC932-D0A7-42FB-7AE1-C2963877AC16}"/>
                    </a:ext>
                  </a:extLst>
                </p14:cNvPr>
                <p14:cNvContentPartPr/>
                <p14:nvPr/>
              </p14:nvContentPartPr>
              <p14:xfrm>
                <a:off x="4020240" y="3604240"/>
                <a:ext cx="340200" cy="177480"/>
              </p14:xfrm>
            </p:contentPart>
          </mc:Choice>
          <mc:Fallback>
            <p:pic>
              <p:nvPicPr>
                <p:cNvPr id="22" name="Ink 21">
                  <a:extLst>
                    <a:ext uri="{FF2B5EF4-FFF2-40B4-BE49-F238E27FC236}">
                      <a16:creationId xmlns:a16="http://schemas.microsoft.com/office/drawing/2014/main" id="{722FC932-D0A7-42FB-7AE1-C2963877AC16}"/>
                    </a:ext>
                  </a:extLst>
                </p:cNvPr>
                <p:cNvPicPr/>
                <p:nvPr/>
              </p:nvPicPr>
              <p:blipFill>
                <a:blip r:embed="rId14"/>
                <a:stretch>
                  <a:fillRect/>
                </a:stretch>
              </p:blipFill>
              <p:spPr>
                <a:xfrm>
                  <a:off x="3984240" y="3568240"/>
                  <a:ext cx="411840" cy="249120"/>
                </a:xfrm>
                <a:prstGeom prst="rect">
                  <a:avLst/>
                </a:prstGeom>
              </p:spPr>
            </p:pic>
          </mc:Fallback>
        </mc:AlternateContent>
      </p:grpSp>
      <p:grpSp>
        <p:nvGrpSpPr>
          <p:cNvPr id="26" name="Group 25">
            <a:extLst>
              <a:ext uri="{FF2B5EF4-FFF2-40B4-BE49-F238E27FC236}">
                <a16:creationId xmlns:a16="http://schemas.microsoft.com/office/drawing/2014/main" id="{5FAE3D6D-8FFD-EB77-D61A-4977E77AB6A5}"/>
              </a:ext>
            </a:extLst>
          </p:cNvPr>
          <p:cNvGrpSpPr/>
          <p:nvPr/>
        </p:nvGrpSpPr>
        <p:grpSpPr>
          <a:xfrm>
            <a:off x="7535280" y="4859682"/>
            <a:ext cx="914040" cy="570960"/>
            <a:chOff x="7535280" y="3595960"/>
            <a:chExt cx="914040" cy="570960"/>
          </a:xfrm>
        </p:grpSpPr>
        <mc:AlternateContent xmlns:mc="http://schemas.openxmlformats.org/markup-compatibility/2006">
          <mc:Choice xmlns:p14="http://schemas.microsoft.com/office/powerpoint/2010/main" Requires="p14">
            <p:contentPart p14:bwMode="auto" r:id="rId15">
              <p14:nvContentPartPr>
                <p14:cNvPr id="24" name="Ink 23">
                  <a:extLst>
                    <a:ext uri="{FF2B5EF4-FFF2-40B4-BE49-F238E27FC236}">
                      <a16:creationId xmlns:a16="http://schemas.microsoft.com/office/drawing/2014/main" id="{9C22F51D-8853-B867-B41A-1AF668DF31F9}"/>
                    </a:ext>
                  </a:extLst>
                </p14:cNvPr>
                <p14:cNvContentPartPr/>
                <p14:nvPr/>
              </p14:nvContentPartPr>
              <p14:xfrm>
                <a:off x="7535280" y="3595960"/>
                <a:ext cx="914040" cy="570960"/>
              </p14:xfrm>
            </p:contentPart>
          </mc:Choice>
          <mc:Fallback>
            <p:pic>
              <p:nvPicPr>
                <p:cNvPr id="24" name="Ink 23">
                  <a:extLst>
                    <a:ext uri="{FF2B5EF4-FFF2-40B4-BE49-F238E27FC236}">
                      <a16:creationId xmlns:a16="http://schemas.microsoft.com/office/drawing/2014/main" id="{9C22F51D-8853-B867-B41A-1AF668DF31F9}"/>
                    </a:ext>
                  </a:extLst>
                </p:cNvPr>
                <p:cNvPicPr/>
                <p:nvPr/>
              </p:nvPicPr>
              <p:blipFill>
                <a:blip r:embed="rId16"/>
                <a:stretch>
                  <a:fillRect/>
                </a:stretch>
              </p:blipFill>
              <p:spPr>
                <a:xfrm>
                  <a:off x="7499280" y="3559960"/>
                  <a:ext cx="985680" cy="6426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5" name="Ink 24">
                  <a:extLst>
                    <a:ext uri="{FF2B5EF4-FFF2-40B4-BE49-F238E27FC236}">
                      <a16:creationId xmlns:a16="http://schemas.microsoft.com/office/drawing/2014/main" id="{D8D19859-2A04-21B2-41E6-B5522AE5181B}"/>
                    </a:ext>
                  </a:extLst>
                </p14:cNvPr>
                <p14:cNvContentPartPr/>
                <p14:nvPr/>
              </p14:nvContentPartPr>
              <p14:xfrm>
                <a:off x="8208120" y="3713320"/>
                <a:ext cx="1080" cy="3960"/>
              </p14:xfrm>
            </p:contentPart>
          </mc:Choice>
          <mc:Fallback>
            <p:pic>
              <p:nvPicPr>
                <p:cNvPr id="25" name="Ink 24">
                  <a:extLst>
                    <a:ext uri="{FF2B5EF4-FFF2-40B4-BE49-F238E27FC236}">
                      <a16:creationId xmlns:a16="http://schemas.microsoft.com/office/drawing/2014/main" id="{D8D19859-2A04-21B2-41E6-B5522AE5181B}"/>
                    </a:ext>
                  </a:extLst>
                </p:cNvPr>
                <p:cNvPicPr/>
                <p:nvPr/>
              </p:nvPicPr>
              <p:blipFill>
                <a:blip r:embed="rId18"/>
                <a:stretch>
                  <a:fillRect/>
                </a:stretch>
              </p:blipFill>
              <p:spPr>
                <a:xfrm>
                  <a:off x="8172120" y="3680320"/>
                  <a:ext cx="72720" cy="69630"/>
                </a:xfrm>
                <a:prstGeom prst="rect">
                  <a:avLst/>
                </a:prstGeom>
              </p:spPr>
            </p:pic>
          </mc:Fallback>
        </mc:AlternateContent>
      </p:grpSp>
      <p:pic>
        <p:nvPicPr>
          <p:cNvPr id="28" name="Picture 27">
            <a:extLst>
              <a:ext uri="{FF2B5EF4-FFF2-40B4-BE49-F238E27FC236}">
                <a16:creationId xmlns:a16="http://schemas.microsoft.com/office/drawing/2014/main" id="{FE0CEEB2-64F5-9744-F8DF-F2E495C86DB0}"/>
              </a:ext>
            </a:extLst>
          </p:cNvPr>
          <p:cNvPicPr>
            <a:picLocks noChangeAspect="1"/>
          </p:cNvPicPr>
          <p:nvPr/>
        </p:nvPicPr>
        <p:blipFill>
          <a:blip r:embed="rId19"/>
          <a:stretch>
            <a:fillRect/>
          </a:stretch>
        </p:blipFill>
        <p:spPr>
          <a:xfrm>
            <a:off x="3360129" y="1375882"/>
            <a:ext cx="1058142" cy="220446"/>
          </a:xfrm>
          <a:prstGeom prst="rect">
            <a:avLst/>
          </a:prstGeom>
        </p:spPr>
      </p:pic>
      <p:pic>
        <p:nvPicPr>
          <p:cNvPr id="29" name="Picture 28">
            <a:extLst>
              <a:ext uri="{FF2B5EF4-FFF2-40B4-BE49-F238E27FC236}">
                <a16:creationId xmlns:a16="http://schemas.microsoft.com/office/drawing/2014/main" id="{4F0F116A-9620-3989-83A4-271A92333578}"/>
              </a:ext>
            </a:extLst>
          </p:cNvPr>
          <p:cNvPicPr>
            <a:picLocks noChangeAspect="1"/>
          </p:cNvPicPr>
          <p:nvPr/>
        </p:nvPicPr>
        <p:blipFill>
          <a:blip r:embed="rId19"/>
          <a:stretch>
            <a:fillRect/>
          </a:stretch>
        </p:blipFill>
        <p:spPr>
          <a:xfrm>
            <a:off x="3685366" y="4887896"/>
            <a:ext cx="855799" cy="178291"/>
          </a:xfrm>
          <a:prstGeom prst="rect">
            <a:avLst/>
          </a:prstGeom>
        </p:spPr>
      </p:pic>
      <p:pic>
        <p:nvPicPr>
          <p:cNvPr id="30" name="Picture 29">
            <a:extLst>
              <a:ext uri="{FF2B5EF4-FFF2-40B4-BE49-F238E27FC236}">
                <a16:creationId xmlns:a16="http://schemas.microsoft.com/office/drawing/2014/main" id="{05F72D53-6865-16F9-8B94-F82EB7560184}"/>
              </a:ext>
            </a:extLst>
          </p:cNvPr>
          <p:cNvPicPr>
            <a:picLocks noChangeAspect="1"/>
          </p:cNvPicPr>
          <p:nvPr/>
        </p:nvPicPr>
        <p:blipFill>
          <a:blip r:embed="rId19"/>
          <a:stretch>
            <a:fillRect/>
          </a:stretch>
        </p:blipFill>
        <p:spPr>
          <a:xfrm>
            <a:off x="7463229" y="5027577"/>
            <a:ext cx="1058142" cy="220446"/>
          </a:xfrm>
          <a:prstGeom prst="rect">
            <a:avLst/>
          </a:prstGeom>
        </p:spPr>
      </p:pic>
      <p:sp>
        <p:nvSpPr>
          <p:cNvPr id="31" name="Rectangle 30">
            <a:extLst>
              <a:ext uri="{FF2B5EF4-FFF2-40B4-BE49-F238E27FC236}">
                <a16:creationId xmlns:a16="http://schemas.microsoft.com/office/drawing/2014/main" id="{BFECF65C-35BE-0095-DED4-55123EDC9207}"/>
              </a:ext>
            </a:extLst>
          </p:cNvPr>
          <p:cNvSpPr/>
          <p:nvPr/>
        </p:nvSpPr>
        <p:spPr>
          <a:xfrm>
            <a:off x="3338609" y="1375881"/>
            <a:ext cx="1079662" cy="205675"/>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338" name="Rectangle 14337">
            <a:extLst>
              <a:ext uri="{FF2B5EF4-FFF2-40B4-BE49-F238E27FC236}">
                <a16:creationId xmlns:a16="http://schemas.microsoft.com/office/drawing/2014/main" id="{B67DB5C6-D658-B376-9B96-959A4C08EF29}"/>
              </a:ext>
            </a:extLst>
          </p:cNvPr>
          <p:cNvSpPr/>
          <p:nvPr/>
        </p:nvSpPr>
        <p:spPr>
          <a:xfrm>
            <a:off x="7447262" y="5034411"/>
            <a:ext cx="1112538" cy="213611"/>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341" name="Rectangle 14340">
            <a:extLst>
              <a:ext uri="{FF2B5EF4-FFF2-40B4-BE49-F238E27FC236}">
                <a16:creationId xmlns:a16="http://schemas.microsoft.com/office/drawing/2014/main" id="{71C85192-F9E7-4914-BBBD-903CA076F523}"/>
              </a:ext>
            </a:extLst>
          </p:cNvPr>
          <p:cNvSpPr/>
          <p:nvPr/>
        </p:nvSpPr>
        <p:spPr>
          <a:xfrm>
            <a:off x="3670301" y="4906505"/>
            <a:ext cx="886832" cy="136216"/>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342" name="Text 1">
            <a:extLst>
              <a:ext uri="{FF2B5EF4-FFF2-40B4-BE49-F238E27FC236}">
                <a16:creationId xmlns:a16="http://schemas.microsoft.com/office/drawing/2014/main" id="{D937C686-B7E8-D888-AED7-1CECC0BD53DE}"/>
              </a:ext>
            </a:extLst>
          </p:cNvPr>
          <p:cNvSpPr/>
          <p:nvPr/>
        </p:nvSpPr>
        <p:spPr>
          <a:xfrm>
            <a:off x="0" y="468660"/>
            <a:ext cx="4020240" cy="755904"/>
          </a:xfrm>
          <a:prstGeom prst="rect">
            <a:avLst/>
          </a:prstGeom>
          <a:noFill/>
          <a:ln/>
        </p:spPr>
        <p:txBody>
          <a:bodyPr wrap="square" rtlCol="0" anchor="ctr"/>
          <a:lstStyle/>
          <a:p>
            <a:r>
              <a:rPr lang="en-US" sz="2800" b="1" dirty="0">
                <a:solidFill>
                  <a:srgbClr val="1F3864"/>
                </a:solidFill>
                <a:latin typeface="Calibri" pitchFamily="34" charset="0"/>
                <a:ea typeface="Calibri" pitchFamily="34" charset="-122"/>
                <a:cs typeface="Calibri" pitchFamily="34" charset="-120"/>
              </a:rPr>
              <a:t>DDPM Sampling Formula</a:t>
            </a:r>
            <a:endParaRPr lang="en-US" sz="2800" dirty="0"/>
          </a:p>
        </p:txBody>
      </p:sp>
      <p:sp>
        <p:nvSpPr>
          <p:cNvPr id="14343" name="Text 1">
            <a:extLst>
              <a:ext uri="{FF2B5EF4-FFF2-40B4-BE49-F238E27FC236}">
                <a16:creationId xmlns:a16="http://schemas.microsoft.com/office/drawing/2014/main" id="{CE2190AE-CE51-4D2B-2DBF-84F9EB908CFF}"/>
              </a:ext>
            </a:extLst>
          </p:cNvPr>
          <p:cNvSpPr/>
          <p:nvPr/>
        </p:nvSpPr>
        <p:spPr>
          <a:xfrm>
            <a:off x="0" y="4030672"/>
            <a:ext cx="4020240" cy="755904"/>
          </a:xfrm>
          <a:prstGeom prst="rect">
            <a:avLst/>
          </a:prstGeom>
          <a:noFill/>
          <a:ln/>
        </p:spPr>
        <p:txBody>
          <a:bodyPr wrap="square" rtlCol="0" anchor="ctr"/>
          <a:lstStyle/>
          <a:p>
            <a:r>
              <a:rPr lang="en-US" sz="2800" b="1" dirty="0">
                <a:solidFill>
                  <a:srgbClr val="1F3864"/>
                </a:solidFill>
                <a:latin typeface="Calibri" pitchFamily="34" charset="0"/>
                <a:ea typeface="Calibri" pitchFamily="34" charset="-122"/>
                <a:cs typeface="Calibri" pitchFamily="34" charset="-120"/>
              </a:rPr>
              <a:t>DDIM Sampling Formula</a:t>
            </a:r>
            <a:endParaRPr lang="en-US" sz="2800" dirty="0"/>
          </a:p>
        </p:txBody>
      </p:sp>
      <p:sp>
        <p:nvSpPr>
          <p:cNvPr id="4" name="Text 14">
            <a:extLst>
              <a:ext uri="{FF2B5EF4-FFF2-40B4-BE49-F238E27FC236}">
                <a16:creationId xmlns:a16="http://schemas.microsoft.com/office/drawing/2014/main" id="{F78D9F24-205B-0B57-B063-40BF8617D1FB}"/>
              </a:ext>
            </a:extLst>
          </p:cNvPr>
          <p:cNvSpPr/>
          <p:nvPr/>
        </p:nvSpPr>
        <p:spPr>
          <a:xfrm>
            <a:off x="182881" y="2204697"/>
            <a:ext cx="1584960" cy="780288"/>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Steps needed</a:t>
            </a:r>
            <a:endParaRPr lang="en-US" sz="1333" dirty="0"/>
          </a:p>
        </p:txBody>
      </p:sp>
      <p:sp>
        <p:nvSpPr>
          <p:cNvPr id="6" name="Text 16">
            <a:extLst>
              <a:ext uri="{FF2B5EF4-FFF2-40B4-BE49-F238E27FC236}">
                <a16:creationId xmlns:a16="http://schemas.microsoft.com/office/drawing/2014/main" id="{9CC6889D-5CCB-B51D-B45B-C1069DD0E798}"/>
              </a:ext>
            </a:extLst>
          </p:cNvPr>
          <p:cNvSpPr/>
          <p:nvPr/>
        </p:nvSpPr>
        <p:spPr>
          <a:xfrm>
            <a:off x="3794340" y="482170"/>
            <a:ext cx="5313108" cy="780288"/>
          </a:xfrm>
          <a:prstGeom prst="rect">
            <a:avLst/>
          </a:prstGeom>
          <a:noFill/>
          <a:ln/>
        </p:spPr>
        <p:txBody>
          <a:bodyPr wrap="square" rtlCol="0" anchor="ctr"/>
          <a:lstStyle/>
          <a:p>
            <a:r>
              <a:rPr lang="en-US" sz="2800" dirty="0">
                <a:solidFill>
                  <a:srgbClr val="595959"/>
                </a:solidFill>
                <a:highlight>
                  <a:srgbClr val="FFFF00"/>
                </a:highlight>
                <a:latin typeface="Calibri" pitchFamily="34" charset="0"/>
                <a:ea typeface="Calibri" pitchFamily="34" charset="-122"/>
                <a:cs typeface="Calibri" pitchFamily="34" charset="-120"/>
              </a:rPr>
              <a:t>1 000 full steps — slow at inference</a:t>
            </a:r>
            <a:endParaRPr lang="en-US" sz="2800" dirty="0">
              <a:highlight>
                <a:srgbClr val="FFFF00"/>
              </a:highlight>
            </a:endParaRPr>
          </a:p>
        </p:txBody>
      </p:sp>
      <p:sp>
        <p:nvSpPr>
          <p:cNvPr id="9" name="Text 18">
            <a:extLst>
              <a:ext uri="{FF2B5EF4-FFF2-40B4-BE49-F238E27FC236}">
                <a16:creationId xmlns:a16="http://schemas.microsoft.com/office/drawing/2014/main" id="{20D925B5-5D9C-9AC0-FD4E-914DCF6C98FF}"/>
              </a:ext>
            </a:extLst>
          </p:cNvPr>
          <p:cNvSpPr/>
          <p:nvPr/>
        </p:nvSpPr>
        <p:spPr>
          <a:xfrm>
            <a:off x="3738540" y="4021675"/>
            <a:ext cx="7899732" cy="780288"/>
          </a:xfrm>
          <a:prstGeom prst="rect">
            <a:avLst/>
          </a:prstGeom>
          <a:noFill/>
          <a:ln/>
        </p:spPr>
        <p:txBody>
          <a:bodyPr wrap="square" rtlCol="0" anchor="ctr"/>
          <a:lstStyle/>
          <a:p>
            <a:r>
              <a:rPr lang="en-US" sz="2800" dirty="0">
                <a:solidFill>
                  <a:srgbClr val="595959"/>
                </a:solidFill>
                <a:highlight>
                  <a:srgbClr val="FFFF00"/>
                </a:highlight>
                <a:latin typeface="Calibri" pitchFamily="34" charset="0"/>
                <a:ea typeface="Calibri" pitchFamily="34" charset="-122"/>
                <a:cs typeface="Calibri" pitchFamily="34" charset="-120"/>
              </a:rPr>
              <a:t>50 steps — 20× faster with no quality loss</a:t>
            </a:r>
            <a:endParaRPr lang="en-US" sz="2800" dirty="0">
              <a:highlight>
                <a:srgbClr val="FFFF00"/>
              </a:highlight>
            </a:endParaRPr>
          </a:p>
        </p:txBody>
      </p:sp>
      <p:pic>
        <p:nvPicPr>
          <p:cNvPr id="21" name="Picture 20">
            <a:extLst>
              <a:ext uri="{FF2B5EF4-FFF2-40B4-BE49-F238E27FC236}">
                <a16:creationId xmlns:a16="http://schemas.microsoft.com/office/drawing/2014/main" id="{81AD03CB-F1EA-AA69-802E-F4A192C954E4}"/>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286000" y="6052017"/>
            <a:ext cx="7620000" cy="419100"/>
          </a:xfrm>
          <a:prstGeom prst="rect">
            <a:avLst/>
          </a:prstGeom>
        </p:spPr>
      </p:pic>
      <p:pic>
        <p:nvPicPr>
          <p:cNvPr id="14336" name="Picture 14335">
            <a:extLst>
              <a:ext uri="{FF2B5EF4-FFF2-40B4-BE49-F238E27FC236}">
                <a16:creationId xmlns:a16="http://schemas.microsoft.com/office/drawing/2014/main" id="{779E530E-4053-E6B6-695C-195C8F4C3321}"/>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286000" y="2390757"/>
            <a:ext cx="7620000" cy="371475"/>
          </a:xfrm>
          <a:prstGeom prst="rect">
            <a:avLst/>
          </a:prstGeom>
        </p:spPr>
      </p:pic>
      <p:pic>
        <p:nvPicPr>
          <p:cNvPr id="14339" name="Picture 14338">
            <a:extLst>
              <a:ext uri="{FF2B5EF4-FFF2-40B4-BE49-F238E27FC236}">
                <a16:creationId xmlns:a16="http://schemas.microsoft.com/office/drawing/2014/main" id="{73770C3B-63CB-47C1-4E44-8B3E72B90C4A}"/>
              </a:ext>
            </a:extLst>
          </p:cNvPr>
          <p:cNvPicPr>
            <a:picLocks noChangeAspect="1"/>
          </p:cNvPicPr>
          <p:nvPr/>
        </p:nvPicPr>
        <p:blipFill>
          <a:blip r:embed="rId22"/>
          <a:stretch>
            <a:fillRect/>
          </a:stretch>
        </p:blipFill>
        <p:spPr>
          <a:xfrm>
            <a:off x="8575926" y="6409266"/>
            <a:ext cx="982941" cy="61851"/>
          </a:xfrm>
          <a:prstGeom prst="rect">
            <a:avLst/>
          </a:prstGeom>
        </p:spPr>
      </p:pic>
    </p:spTree>
    <p:extLst>
      <p:ext uri="{BB962C8B-B14F-4D97-AF65-F5344CB8AC3E}">
        <p14:creationId xmlns:p14="http://schemas.microsoft.com/office/powerpoint/2010/main" val="1607019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1675C-4C79-65EF-DEA3-DE2CFD3C99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B2B9C1E-096F-EBC7-8562-43AAB0D78BBC}"/>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8" name="Picture 7">
            <a:extLst>
              <a:ext uri="{FF2B5EF4-FFF2-40B4-BE49-F238E27FC236}">
                <a16:creationId xmlns:a16="http://schemas.microsoft.com/office/drawing/2014/main" id="{D8EC0172-F131-901E-3AD4-AF5AA0AB0ECA}"/>
              </a:ext>
            </a:extLst>
          </p:cNvPr>
          <p:cNvPicPr>
            <a:picLocks noChangeAspect="1"/>
          </p:cNvPicPr>
          <p:nvPr/>
        </p:nvPicPr>
        <p:blipFill>
          <a:blip r:embed="rId3"/>
          <a:stretch>
            <a:fillRect/>
          </a:stretch>
        </p:blipFill>
        <p:spPr>
          <a:xfrm>
            <a:off x="71919" y="1057574"/>
            <a:ext cx="8761218" cy="807693"/>
          </a:xfrm>
          <a:prstGeom prst="rect">
            <a:avLst/>
          </a:prstGeom>
        </p:spPr>
      </p:pic>
      <p:pic>
        <p:nvPicPr>
          <p:cNvPr id="12" name="Picture 11">
            <a:extLst>
              <a:ext uri="{FF2B5EF4-FFF2-40B4-BE49-F238E27FC236}">
                <a16:creationId xmlns:a16="http://schemas.microsoft.com/office/drawing/2014/main" id="{D4EA5089-1C02-38F0-1ACD-9950B33D8A13}"/>
              </a:ext>
            </a:extLst>
          </p:cNvPr>
          <p:cNvPicPr>
            <a:picLocks noChangeAspect="1"/>
          </p:cNvPicPr>
          <p:nvPr/>
        </p:nvPicPr>
        <p:blipFill>
          <a:blip r:embed="rId4"/>
          <a:stretch>
            <a:fillRect/>
          </a:stretch>
        </p:blipFill>
        <p:spPr>
          <a:xfrm>
            <a:off x="71919" y="4018857"/>
            <a:ext cx="11616387" cy="1057222"/>
          </a:xfrm>
          <a:prstGeom prst="rect">
            <a:avLst/>
          </a:prstGeom>
        </p:spPr>
      </p:pic>
      <p:sp>
        <p:nvSpPr>
          <p:cNvPr id="13" name="Rectangle 12">
            <a:extLst>
              <a:ext uri="{FF2B5EF4-FFF2-40B4-BE49-F238E27FC236}">
                <a16:creationId xmlns:a16="http://schemas.microsoft.com/office/drawing/2014/main" id="{3B4CB051-0802-BB8C-6E5D-CDB9EDA76748}"/>
              </a:ext>
            </a:extLst>
          </p:cNvPr>
          <p:cNvSpPr/>
          <p:nvPr/>
        </p:nvSpPr>
        <p:spPr>
          <a:xfrm>
            <a:off x="71919" y="1367440"/>
            <a:ext cx="698643" cy="28670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 name="Rectangle 13">
            <a:extLst>
              <a:ext uri="{FF2B5EF4-FFF2-40B4-BE49-F238E27FC236}">
                <a16:creationId xmlns:a16="http://schemas.microsoft.com/office/drawing/2014/main" id="{723EBAD6-F824-EB5C-C5E5-66528AA415F2}"/>
              </a:ext>
            </a:extLst>
          </p:cNvPr>
          <p:cNvSpPr/>
          <p:nvPr/>
        </p:nvSpPr>
        <p:spPr>
          <a:xfrm>
            <a:off x="154372" y="4448568"/>
            <a:ext cx="698643" cy="28670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5" name="Rectangle 14">
            <a:extLst>
              <a:ext uri="{FF2B5EF4-FFF2-40B4-BE49-F238E27FC236}">
                <a16:creationId xmlns:a16="http://schemas.microsoft.com/office/drawing/2014/main" id="{B6611926-FC2C-FF5A-D1DE-CBA4761A5C87}"/>
              </a:ext>
            </a:extLst>
          </p:cNvPr>
          <p:cNvSpPr/>
          <p:nvPr/>
        </p:nvSpPr>
        <p:spPr>
          <a:xfrm>
            <a:off x="1824520" y="1318070"/>
            <a:ext cx="376814" cy="33607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6" name="Rectangle 15">
            <a:extLst>
              <a:ext uri="{FF2B5EF4-FFF2-40B4-BE49-F238E27FC236}">
                <a16:creationId xmlns:a16="http://schemas.microsoft.com/office/drawing/2014/main" id="{B4F510C0-B5C4-7674-DD34-187DC1B8EB1E}"/>
              </a:ext>
            </a:extLst>
          </p:cNvPr>
          <p:cNvSpPr/>
          <p:nvPr/>
        </p:nvSpPr>
        <p:spPr>
          <a:xfrm>
            <a:off x="2476499" y="4260768"/>
            <a:ext cx="279401" cy="247376"/>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mc:AlternateContent xmlns:mc="http://schemas.openxmlformats.org/markup-compatibility/2006">
        <mc:Choice xmlns:p14="http://schemas.microsoft.com/office/powerpoint/2010/main" Requires="p14">
          <p:contentPart p14:bwMode="auto" r:id="rId5">
            <p14:nvContentPartPr>
              <p14:cNvPr id="17" name="Ink 16">
                <a:extLst>
                  <a:ext uri="{FF2B5EF4-FFF2-40B4-BE49-F238E27FC236}">
                    <a16:creationId xmlns:a16="http://schemas.microsoft.com/office/drawing/2014/main" id="{E1E10DD5-4CBE-3E71-118C-287FE7562268}"/>
                  </a:ext>
                </a:extLst>
              </p14:cNvPr>
              <p14:cNvContentPartPr/>
              <p14:nvPr/>
            </p14:nvContentPartPr>
            <p14:xfrm>
              <a:off x="4165680" y="1396800"/>
              <a:ext cx="1080" cy="360"/>
            </p14:xfrm>
          </p:contentPart>
        </mc:Choice>
        <mc:Fallback>
          <p:pic>
            <p:nvPicPr>
              <p:cNvPr id="17" name="Ink 16">
                <a:extLst>
                  <a:ext uri="{FF2B5EF4-FFF2-40B4-BE49-F238E27FC236}">
                    <a16:creationId xmlns:a16="http://schemas.microsoft.com/office/drawing/2014/main" id="{E1E10DD5-4CBE-3E71-118C-287FE7562268}"/>
                  </a:ext>
                </a:extLst>
              </p:cNvPr>
              <p:cNvPicPr/>
              <p:nvPr/>
            </p:nvPicPr>
            <p:blipFill>
              <a:blip r:embed="rId6"/>
              <a:stretch>
                <a:fillRect/>
              </a:stretch>
            </p:blipFill>
            <p:spPr>
              <a:xfrm>
                <a:off x="4129680" y="1360800"/>
                <a:ext cx="7272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8" name="Ink 17">
                <a:extLst>
                  <a:ext uri="{FF2B5EF4-FFF2-40B4-BE49-F238E27FC236}">
                    <a16:creationId xmlns:a16="http://schemas.microsoft.com/office/drawing/2014/main" id="{A26D858B-1184-B790-217A-4C5DC651846A}"/>
                  </a:ext>
                </a:extLst>
              </p14:cNvPr>
              <p14:cNvContentPartPr/>
              <p14:nvPr/>
            </p14:nvContentPartPr>
            <p14:xfrm>
              <a:off x="3382320" y="1063080"/>
              <a:ext cx="911520" cy="832320"/>
            </p14:xfrm>
          </p:contentPart>
        </mc:Choice>
        <mc:Fallback>
          <p:pic>
            <p:nvPicPr>
              <p:cNvPr id="18" name="Ink 17">
                <a:extLst>
                  <a:ext uri="{FF2B5EF4-FFF2-40B4-BE49-F238E27FC236}">
                    <a16:creationId xmlns:a16="http://schemas.microsoft.com/office/drawing/2014/main" id="{A26D858B-1184-B790-217A-4C5DC651846A}"/>
                  </a:ext>
                </a:extLst>
              </p:cNvPr>
              <p:cNvPicPr/>
              <p:nvPr/>
            </p:nvPicPr>
            <p:blipFill>
              <a:blip r:embed="rId8"/>
              <a:stretch>
                <a:fillRect/>
              </a:stretch>
            </p:blipFill>
            <p:spPr>
              <a:xfrm>
                <a:off x="3346320" y="1027064"/>
                <a:ext cx="983160" cy="903991"/>
              </a:xfrm>
              <a:prstGeom prst="rect">
                <a:avLst/>
              </a:prstGeom>
            </p:spPr>
          </p:pic>
        </mc:Fallback>
      </mc:AlternateContent>
      <p:grpSp>
        <p:nvGrpSpPr>
          <p:cNvPr id="23" name="Group 22">
            <a:extLst>
              <a:ext uri="{FF2B5EF4-FFF2-40B4-BE49-F238E27FC236}">
                <a16:creationId xmlns:a16="http://schemas.microsoft.com/office/drawing/2014/main" id="{A115024A-623D-4397-9BE3-3045373E80AF}"/>
              </a:ext>
            </a:extLst>
          </p:cNvPr>
          <p:cNvGrpSpPr/>
          <p:nvPr/>
        </p:nvGrpSpPr>
        <p:grpSpPr>
          <a:xfrm>
            <a:off x="3738540" y="4030939"/>
            <a:ext cx="621900" cy="450720"/>
            <a:chOff x="3738540" y="3361370"/>
            <a:chExt cx="621900" cy="450720"/>
          </a:xfrm>
        </p:grpSpPr>
        <mc:AlternateContent xmlns:mc="http://schemas.openxmlformats.org/markup-compatibility/2006">
          <mc:Choice xmlns:p14="http://schemas.microsoft.com/office/powerpoint/2010/main" Requires="p14">
            <p:contentPart p14:bwMode="auto" r:id="rId9">
              <p14:nvContentPartPr>
                <p14:cNvPr id="19" name="Ink 18">
                  <a:extLst>
                    <a:ext uri="{FF2B5EF4-FFF2-40B4-BE49-F238E27FC236}">
                      <a16:creationId xmlns:a16="http://schemas.microsoft.com/office/drawing/2014/main" id="{72376275-459E-2477-07BA-2AF52648B741}"/>
                    </a:ext>
                  </a:extLst>
                </p14:cNvPr>
                <p14:cNvContentPartPr/>
                <p14:nvPr/>
              </p14:nvContentPartPr>
              <p14:xfrm>
                <a:off x="3794340" y="3770690"/>
                <a:ext cx="73080" cy="41400"/>
              </p14:xfrm>
            </p:contentPart>
          </mc:Choice>
          <mc:Fallback>
            <p:pic>
              <p:nvPicPr>
                <p:cNvPr id="19" name="Ink 18">
                  <a:extLst>
                    <a:ext uri="{FF2B5EF4-FFF2-40B4-BE49-F238E27FC236}">
                      <a16:creationId xmlns:a16="http://schemas.microsoft.com/office/drawing/2014/main" id="{72376275-459E-2477-07BA-2AF52648B741}"/>
                    </a:ext>
                  </a:extLst>
                </p:cNvPr>
                <p:cNvPicPr/>
                <p:nvPr/>
              </p:nvPicPr>
              <p:blipFill>
                <a:blip r:embed="rId10"/>
                <a:stretch>
                  <a:fillRect/>
                </a:stretch>
              </p:blipFill>
              <p:spPr>
                <a:xfrm>
                  <a:off x="3758340" y="3734690"/>
                  <a:ext cx="14472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0" name="Ink 19">
                  <a:extLst>
                    <a:ext uri="{FF2B5EF4-FFF2-40B4-BE49-F238E27FC236}">
                      <a16:creationId xmlns:a16="http://schemas.microsoft.com/office/drawing/2014/main" id="{086E7BFD-64E7-6581-C88C-18B3F0D2AA9D}"/>
                    </a:ext>
                  </a:extLst>
                </p14:cNvPr>
                <p14:cNvContentPartPr/>
                <p14:nvPr/>
              </p14:nvContentPartPr>
              <p14:xfrm>
                <a:off x="3738540" y="3361370"/>
                <a:ext cx="301320" cy="378720"/>
              </p14:xfrm>
            </p:contentPart>
          </mc:Choice>
          <mc:Fallback>
            <p:pic>
              <p:nvPicPr>
                <p:cNvPr id="20" name="Ink 19">
                  <a:extLst>
                    <a:ext uri="{FF2B5EF4-FFF2-40B4-BE49-F238E27FC236}">
                      <a16:creationId xmlns:a16="http://schemas.microsoft.com/office/drawing/2014/main" id="{086E7BFD-64E7-6581-C88C-18B3F0D2AA9D}"/>
                    </a:ext>
                  </a:extLst>
                </p:cNvPr>
                <p:cNvPicPr/>
                <p:nvPr/>
              </p:nvPicPr>
              <p:blipFill>
                <a:blip r:embed="rId12"/>
                <a:stretch>
                  <a:fillRect/>
                </a:stretch>
              </p:blipFill>
              <p:spPr>
                <a:xfrm>
                  <a:off x="3702540" y="3325370"/>
                  <a:ext cx="372960" cy="45036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22" name="Ink 21">
                  <a:extLst>
                    <a:ext uri="{FF2B5EF4-FFF2-40B4-BE49-F238E27FC236}">
                      <a16:creationId xmlns:a16="http://schemas.microsoft.com/office/drawing/2014/main" id="{FD4FF288-D3BF-1F0E-7720-EE9C1A130A9A}"/>
                    </a:ext>
                  </a:extLst>
                </p14:cNvPr>
                <p14:cNvContentPartPr/>
                <p14:nvPr/>
              </p14:nvContentPartPr>
              <p14:xfrm>
                <a:off x="4020240" y="3604240"/>
                <a:ext cx="340200" cy="177480"/>
              </p14:xfrm>
            </p:contentPart>
          </mc:Choice>
          <mc:Fallback>
            <p:pic>
              <p:nvPicPr>
                <p:cNvPr id="22" name="Ink 21">
                  <a:extLst>
                    <a:ext uri="{FF2B5EF4-FFF2-40B4-BE49-F238E27FC236}">
                      <a16:creationId xmlns:a16="http://schemas.microsoft.com/office/drawing/2014/main" id="{FD4FF288-D3BF-1F0E-7720-EE9C1A130A9A}"/>
                    </a:ext>
                  </a:extLst>
                </p:cNvPr>
                <p:cNvPicPr/>
                <p:nvPr/>
              </p:nvPicPr>
              <p:blipFill>
                <a:blip r:embed="rId14"/>
                <a:stretch>
                  <a:fillRect/>
                </a:stretch>
              </p:blipFill>
              <p:spPr>
                <a:xfrm>
                  <a:off x="3984240" y="3568240"/>
                  <a:ext cx="411840" cy="249120"/>
                </a:xfrm>
                <a:prstGeom prst="rect">
                  <a:avLst/>
                </a:prstGeom>
              </p:spPr>
            </p:pic>
          </mc:Fallback>
        </mc:AlternateContent>
      </p:grpSp>
      <p:grpSp>
        <p:nvGrpSpPr>
          <p:cNvPr id="26" name="Group 25">
            <a:extLst>
              <a:ext uri="{FF2B5EF4-FFF2-40B4-BE49-F238E27FC236}">
                <a16:creationId xmlns:a16="http://schemas.microsoft.com/office/drawing/2014/main" id="{ED95DF3C-BF5D-3077-E07E-7362246539CC}"/>
              </a:ext>
            </a:extLst>
          </p:cNvPr>
          <p:cNvGrpSpPr/>
          <p:nvPr/>
        </p:nvGrpSpPr>
        <p:grpSpPr>
          <a:xfrm>
            <a:off x="7535280" y="4265529"/>
            <a:ext cx="914040" cy="570960"/>
            <a:chOff x="7535280" y="3595960"/>
            <a:chExt cx="914040" cy="570960"/>
          </a:xfrm>
        </p:grpSpPr>
        <mc:AlternateContent xmlns:mc="http://schemas.openxmlformats.org/markup-compatibility/2006">
          <mc:Choice xmlns:p14="http://schemas.microsoft.com/office/powerpoint/2010/main" Requires="p14">
            <p:contentPart p14:bwMode="auto" r:id="rId15">
              <p14:nvContentPartPr>
                <p14:cNvPr id="24" name="Ink 23">
                  <a:extLst>
                    <a:ext uri="{FF2B5EF4-FFF2-40B4-BE49-F238E27FC236}">
                      <a16:creationId xmlns:a16="http://schemas.microsoft.com/office/drawing/2014/main" id="{39B0224F-E0E7-1EBE-2F96-26624FAEB31B}"/>
                    </a:ext>
                  </a:extLst>
                </p14:cNvPr>
                <p14:cNvContentPartPr/>
                <p14:nvPr/>
              </p14:nvContentPartPr>
              <p14:xfrm>
                <a:off x="7535280" y="3595960"/>
                <a:ext cx="914040" cy="570960"/>
              </p14:xfrm>
            </p:contentPart>
          </mc:Choice>
          <mc:Fallback>
            <p:pic>
              <p:nvPicPr>
                <p:cNvPr id="24" name="Ink 23">
                  <a:extLst>
                    <a:ext uri="{FF2B5EF4-FFF2-40B4-BE49-F238E27FC236}">
                      <a16:creationId xmlns:a16="http://schemas.microsoft.com/office/drawing/2014/main" id="{39B0224F-E0E7-1EBE-2F96-26624FAEB31B}"/>
                    </a:ext>
                  </a:extLst>
                </p:cNvPr>
                <p:cNvPicPr/>
                <p:nvPr/>
              </p:nvPicPr>
              <p:blipFill>
                <a:blip r:embed="rId16"/>
                <a:stretch>
                  <a:fillRect/>
                </a:stretch>
              </p:blipFill>
              <p:spPr>
                <a:xfrm>
                  <a:off x="7499280" y="3559960"/>
                  <a:ext cx="985680" cy="6426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25" name="Ink 24">
                  <a:extLst>
                    <a:ext uri="{FF2B5EF4-FFF2-40B4-BE49-F238E27FC236}">
                      <a16:creationId xmlns:a16="http://schemas.microsoft.com/office/drawing/2014/main" id="{7AF8A6A3-3559-12BF-ABAC-E4D22DA55E6C}"/>
                    </a:ext>
                  </a:extLst>
                </p14:cNvPr>
                <p14:cNvContentPartPr/>
                <p14:nvPr/>
              </p14:nvContentPartPr>
              <p14:xfrm>
                <a:off x="8208120" y="3713320"/>
                <a:ext cx="1080" cy="3960"/>
              </p14:xfrm>
            </p:contentPart>
          </mc:Choice>
          <mc:Fallback>
            <p:pic>
              <p:nvPicPr>
                <p:cNvPr id="25" name="Ink 24">
                  <a:extLst>
                    <a:ext uri="{FF2B5EF4-FFF2-40B4-BE49-F238E27FC236}">
                      <a16:creationId xmlns:a16="http://schemas.microsoft.com/office/drawing/2014/main" id="{7AF8A6A3-3559-12BF-ABAC-E4D22DA55E6C}"/>
                    </a:ext>
                  </a:extLst>
                </p:cNvPr>
                <p:cNvPicPr/>
                <p:nvPr/>
              </p:nvPicPr>
              <p:blipFill>
                <a:blip r:embed="rId18"/>
                <a:stretch>
                  <a:fillRect/>
                </a:stretch>
              </p:blipFill>
              <p:spPr>
                <a:xfrm>
                  <a:off x="8172120" y="3680320"/>
                  <a:ext cx="72720" cy="69630"/>
                </a:xfrm>
                <a:prstGeom prst="rect">
                  <a:avLst/>
                </a:prstGeom>
              </p:spPr>
            </p:pic>
          </mc:Fallback>
        </mc:AlternateContent>
      </p:grpSp>
      <p:pic>
        <p:nvPicPr>
          <p:cNvPr id="28" name="Picture 27">
            <a:extLst>
              <a:ext uri="{FF2B5EF4-FFF2-40B4-BE49-F238E27FC236}">
                <a16:creationId xmlns:a16="http://schemas.microsoft.com/office/drawing/2014/main" id="{B370DA24-18F3-A7BF-574C-3805B2D2C55B}"/>
              </a:ext>
            </a:extLst>
          </p:cNvPr>
          <p:cNvPicPr>
            <a:picLocks noChangeAspect="1"/>
          </p:cNvPicPr>
          <p:nvPr/>
        </p:nvPicPr>
        <p:blipFill>
          <a:blip r:embed="rId19"/>
          <a:stretch>
            <a:fillRect/>
          </a:stretch>
        </p:blipFill>
        <p:spPr>
          <a:xfrm>
            <a:off x="3360129" y="1375882"/>
            <a:ext cx="1058142" cy="220446"/>
          </a:xfrm>
          <a:prstGeom prst="rect">
            <a:avLst/>
          </a:prstGeom>
        </p:spPr>
      </p:pic>
      <p:pic>
        <p:nvPicPr>
          <p:cNvPr id="29" name="Picture 28">
            <a:extLst>
              <a:ext uri="{FF2B5EF4-FFF2-40B4-BE49-F238E27FC236}">
                <a16:creationId xmlns:a16="http://schemas.microsoft.com/office/drawing/2014/main" id="{1D983279-03D9-2945-F1DF-D328581B76C0}"/>
              </a:ext>
            </a:extLst>
          </p:cNvPr>
          <p:cNvPicPr>
            <a:picLocks noChangeAspect="1"/>
          </p:cNvPicPr>
          <p:nvPr/>
        </p:nvPicPr>
        <p:blipFill>
          <a:blip r:embed="rId19"/>
          <a:stretch>
            <a:fillRect/>
          </a:stretch>
        </p:blipFill>
        <p:spPr>
          <a:xfrm>
            <a:off x="3685366" y="4293743"/>
            <a:ext cx="855799" cy="178291"/>
          </a:xfrm>
          <a:prstGeom prst="rect">
            <a:avLst/>
          </a:prstGeom>
        </p:spPr>
      </p:pic>
      <p:pic>
        <p:nvPicPr>
          <p:cNvPr id="30" name="Picture 29">
            <a:extLst>
              <a:ext uri="{FF2B5EF4-FFF2-40B4-BE49-F238E27FC236}">
                <a16:creationId xmlns:a16="http://schemas.microsoft.com/office/drawing/2014/main" id="{EB7DB4CE-6C47-BBF7-D6BE-B63AA223C082}"/>
              </a:ext>
            </a:extLst>
          </p:cNvPr>
          <p:cNvPicPr>
            <a:picLocks noChangeAspect="1"/>
          </p:cNvPicPr>
          <p:nvPr/>
        </p:nvPicPr>
        <p:blipFill>
          <a:blip r:embed="rId19"/>
          <a:stretch>
            <a:fillRect/>
          </a:stretch>
        </p:blipFill>
        <p:spPr>
          <a:xfrm>
            <a:off x="7463229" y="4433424"/>
            <a:ext cx="1058142" cy="220446"/>
          </a:xfrm>
          <a:prstGeom prst="rect">
            <a:avLst/>
          </a:prstGeom>
        </p:spPr>
      </p:pic>
      <p:sp>
        <p:nvSpPr>
          <p:cNvPr id="31" name="Rectangle 30">
            <a:extLst>
              <a:ext uri="{FF2B5EF4-FFF2-40B4-BE49-F238E27FC236}">
                <a16:creationId xmlns:a16="http://schemas.microsoft.com/office/drawing/2014/main" id="{CFD8E8BB-AB34-DDF8-D025-96F594EA30C0}"/>
              </a:ext>
            </a:extLst>
          </p:cNvPr>
          <p:cNvSpPr/>
          <p:nvPr/>
        </p:nvSpPr>
        <p:spPr>
          <a:xfrm>
            <a:off x="3338609" y="1375881"/>
            <a:ext cx="1079662" cy="205675"/>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338" name="Rectangle 14337">
            <a:extLst>
              <a:ext uri="{FF2B5EF4-FFF2-40B4-BE49-F238E27FC236}">
                <a16:creationId xmlns:a16="http://schemas.microsoft.com/office/drawing/2014/main" id="{B2C13A25-9CE6-DF49-E020-5874C8E31BBE}"/>
              </a:ext>
            </a:extLst>
          </p:cNvPr>
          <p:cNvSpPr/>
          <p:nvPr/>
        </p:nvSpPr>
        <p:spPr>
          <a:xfrm>
            <a:off x="7447262" y="4440258"/>
            <a:ext cx="1112538" cy="213611"/>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341" name="Rectangle 14340">
            <a:extLst>
              <a:ext uri="{FF2B5EF4-FFF2-40B4-BE49-F238E27FC236}">
                <a16:creationId xmlns:a16="http://schemas.microsoft.com/office/drawing/2014/main" id="{DD9F1E7F-3D0E-334D-7758-63ABD7923828}"/>
              </a:ext>
            </a:extLst>
          </p:cNvPr>
          <p:cNvSpPr/>
          <p:nvPr/>
        </p:nvSpPr>
        <p:spPr>
          <a:xfrm>
            <a:off x="3670301" y="4312352"/>
            <a:ext cx="886832" cy="136216"/>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4342" name="Text 1">
            <a:extLst>
              <a:ext uri="{FF2B5EF4-FFF2-40B4-BE49-F238E27FC236}">
                <a16:creationId xmlns:a16="http://schemas.microsoft.com/office/drawing/2014/main" id="{DAEA8791-E7F3-4306-1B12-8B74D9378BB5}"/>
              </a:ext>
            </a:extLst>
          </p:cNvPr>
          <p:cNvSpPr/>
          <p:nvPr/>
        </p:nvSpPr>
        <p:spPr>
          <a:xfrm>
            <a:off x="0" y="468660"/>
            <a:ext cx="4020240" cy="755904"/>
          </a:xfrm>
          <a:prstGeom prst="rect">
            <a:avLst/>
          </a:prstGeom>
          <a:noFill/>
          <a:ln/>
        </p:spPr>
        <p:txBody>
          <a:bodyPr wrap="square" rtlCol="0" anchor="ctr"/>
          <a:lstStyle/>
          <a:p>
            <a:r>
              <a:rPr lang="en-US" sz="2800" b="1" dirty="0">
                <a:solidFill>
                  <a:srgbClr val="1F3864"/>
                </a:solidFill>
                <a:latin typeface="Calibri" pitchFamily="34" charset="0"/>
                <a:ea typeface="Calibri" pitchFamily="34" charset="-122"/>
                <a:cs typeface="Calibri" pitchFamily="34" charset="-120"/>
              </a:rPr>
              <a:t>DDPM Sampling Formula</a:t>
            </a:r>
            <a:endParaRPr lang="en-US" sz="2800" dirty="0"/>
          </a:p>
        </p:txBody>
      </p:sp>
      <p:sp>
        <p:nvSpPr>
          <p:cNvPr id="14343" name="Text 1">
            <a:extLst>
              <a:ext uri="{FF2B5EF4-FFF2-40B4-BE49-F238E27FC236}">
                <a16:creationId xmlns:a16="http://schemas.microsoft.com/office/drawing/2014/main" id="{C5674923-786C-7ED6-A913-891EFF44C975}"/>
              </a:ext>
            </a:extLst>
          </p:cNvPr>
          <p:cNvSpPr/>
          <p:nvPr/>
        </p:nvSpPr>
        <p:spPr>
          <a:xfrm>
            <a:off x="0" y="3436519"/>
            <a:ext cx="4020240" cy="755904"/>
          </a:xfrm>
          <a:prstGeom prst="rect">
            <a:avLst/>
          </a:prstGeom>
          <a:noFill/>
          <a:ln/>
        </p:spPr>
        <p:txBody>
          <a:bodyPr wrap="square" rtlCol="0" anchor="ctr"/>
          <a:lstStyle/>
          <a:p>
            <a:r>
              <a:rPr lang="en-US" sz="2800" b="1" dirty="0">
                <a:solidFill>
                  <a:srgbClr val="1F3864"/>
                </a:solidFill>
                <a:latin typeface="Calibri" pitchFamily="34" charset="0"/>
                <a:ea typeface="Calibri" pitchFamily="34" charset="-122"/>
                <a:cs typeface="Calibri" pitchFamily="34" charset="-120"/>
              </a:rPr>
              <a:t>DDIM Sampling Formula</a:t>
            </a:r>
            <a:endParaRPr lang="en-US" sz="2800" dirty="0"/>
          </a:p>
        </p:txBody>
      </p:sp>
      <p:sp>
        <p:nvSpPr>
          <p:cNvPr id="4" name="Text 14">
            <a:extLst>
              <a:ext uri="{FF2B5EF4-FFF2-40B4-BE49-F238E27FC236}">
                <a16:creationId xmlns:a16="http://schemas.microsoft.com/office/drawing/2014/main" id="{B9FA7014-3B54-92A7-3A6B-74B4631C010E}"/>
              </a:ext>
            </a:extLst>
          </p:cNvPr>
          <p:cNvSpPr/>
          <p:nvPr/>
        </p:nvSpPr>
        <p:spPr>
          <a:xfrm>
            <a:off x="182881" y="2204697"/>
            <a:ext cx="1584960" cy="780288"/>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Steps needed</a:t>
            </a:r>
            <a:endParaRPr lang="en-US" sz="1333" dirty="0"/>
          </a:p>
        </p:txBody>
      </p:sp>
      <p:sp>
        <p:nvSpPr>
          <p:cNvPr id="3" name="Text 16">
            <a:extLst>
              <a:ext uri="{FF2B5EF4-FFF2-40B4-BE49-F238E27FC236}">
                <a16:creationId xmlns:a16="http://schemas.microsoft.com/office/drawing/2014/main" id="{4958B317-37A2-8492-2CDC-926444211848}"/>
              </a:ext>
            </a:extLst>
          </p:cNvPr>
          <p:cNvSpPr/>
          <p:nvPr/>
        </p:nvSpPr>
        <p:spPr>
          <a:xfrm>
            <a:off x="2414817" y="2316801"/>
            <a:ext cx="7983704" cy="780288"/>
          </a:xfrm>
          <a:prstGeom prst="rect">
            <a:avLst/>
          </a:prstGeom>
          <a:noFill/>
          <a:ln/>
        </p:spPr>
        <p:txBody>
          <a:bodyPr wrap="square" rtlCol="0" anchor="ctr"/>
          <a:lstStyle/>
          <a:p>
            <a:r>
              <a:rPr lang="en-US" sz="2800" dirty="0">
                <a:solidFill>
                  <a:srgbClr val="595959"/>
                </a:solidFill>
                <a:highlight>
                  <a:srgbClr val="FFFF00"/>
                </a:highlight>
                <a:latin typeface="Calibri" pitchFamily="34" charset="0"/>
                <a:ea typeface="Calibri" pitchFamily="34" charset="-122"/>
                <a:cs typeface="Calibri" pitchFamily="34" charset="-120"/>
              </a:rPr>
              <a:t>Stochastic — adds fresh random noise at every step</a:t>
            </a:r>
          </a:p>
          <a:p>
            <a:r>
              <a:rPr lang="en-US" sz="2800" dirty="0">
                <a:solidFill>
                  <a:srgbClr val="595959"/>
                </a:solidFill>
                <a:highlight>
                  <a:srgbClr val="FFFF00"/>
                </a:highlight>
                <a:latin typeface="Calibri" pitchFamily="34" charset="0"/>
                <a:ea typeface="Calibri" pitchFamily="34" charset="-122"/>
                <a:cs typeface="Calibri" pitchFamily="34" charset="-120"/>
              </a:rPr>
              <a:t>Different run = different image even with same seed</a:t>
            </a:r>
            <a:endParaRPr lang="en-US" sz="2800" dirty="0">
              <a:highlight>
                <a:srgbClr val="FFFF00"/>
              </a:highlight>
            </a:endParaRPr>
          </a:p>
          <a:p>
            <a:endParaRPr lang="en-US" sz="2800" dirty="0">
              <a:highlight>
                <a:srgbClr val="FFFF00"/>
              </a:highlight>
            </a:endParaRPr>
          </a:p>
        </p:txBody>
      </p:sp>
      <p:cxnSp>
        <p:nvCxnSpPr>
          <p:cNvPr id="7" name="Straight Arrow Connector 6">
            <a:extLst>
              <a:ext uri="{FF2B5EF4-FFF2-40B4-BE49-F238E27FC236}">
                <a16:creationId xmlns:a16="http://schemas.microsoft.com/office/drawing/2014/main" id="{130AFBFB-4F0F-9063-C2D8-C210F3211498}"/>
              </a:ext>
            </a:extLst>
          </p:cNvPr>
          <p:cNvCxnSpPr/>
          <p:nvPr/>
        </p:nvCxnSpPr>
        <p:spPr>
          <a:xfrm>
            <a:off x="6503542" y="1654140"/>
            <a:ext cx="0" cy="39041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0">
            <p14:nvContentPartPr>
              <p14:cNvPr id="14339" name="Ink 14338">
                <a:extLst>
                  <a:ext uri="{FF2B5EF4-FFF2-40B4-BE49-F238E27FC236}">
                    <a16:creationId xmlns:a16="http://schemas.microsoft.com/office/drawing/2014/main" id="{4339E7BC-2A72-A683-21A3-3BBB60CCC1C2}"/>
                  </a:ext>
                </a:extLst>
              </p14:cNvPr>
              <p14:cNvContentPartPr/>
              <p14:nvPr/>
            </p14:nvContentPartPr>
            <p14:xfrm>
              <a:off x="6509440" y="1457920"/>
              <a:ext cx="33840" cy="360"/>
            </p14:xfrm>
          </p:contentPart>
        </mc:Choice>
        <mc:Fallback>
          <p:pic>
            <p:nvPicPr>
              <p:cNvPr id="14339" name="Ink 14338">
                <a:extLst>
                  <a:ext uri="{FF2B5EF4-FFF2-40B4-BE49-F238E27FC236}">
                    <a16:creationId xmlns:a16="http://schemas.microsoft.com/office/drawing/2014/main" id="{4339E7BC-2A72-A683-21A3-3BBB60CCC1C2}"/>
                  </a:ext>
                </a:extLst>
              </p:cNvPr>
              <p:cNvPicPr/>
              <p:nvPr/>
            </p:nvPicPr>
            <p:blipFill>
              <a:blip r:embed="rId21"/>
              <a:stretch>
                <a:fillRect/>
              </a:stretch>
            </p:blipFill>
            <p:spPr>
              <a:xfrm>
                <a:off x="6437800" y="1313920"/>
                <a:ext cx="17748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344" name="Ink 14343">
                <a:extLst>
                  <a:ext uri="{FF2B5EF4-FFF2-40B4-BE49-F238E27FC236}">
                    <a16:creationId xmlns:a16="http://schemas.microsoft.com/office/drawing/2014/main" id="{F01B3C47-857E-DE74-CCA3-032C400497CE}"/>
                  </a:ext>
                </a:extLst>
              </p14:cNvPr>
              <p14:cNvContentPartPr/>
              <p14:nvPr/>
            </p14:nvContentPartPr>
            <p14:xfrm>
              <a:off x="8978830" y="4546420"/>
              <a:ext cx="304920" cy="6840"/>
            </p14:xfrm>
          </p:contentPart>
        </mc:Choice>
        <mc:Fallback>
          <p:pic>
            <p:nvPicPr>
              <p:cNvPr id="14344" name="Ink 14343">
                <a:extLst>
                  <a:ext uri="{FF2B5EF4-FFF2-40B4-BE49-F238E27FC236}">
                    <a16:creationId xmlns:a16="http://schemas.microsoft.com/office/drawing/2014/main" id="{F01B3C47-857E-DE74-CCA3-032C400497CE}"/>
                  </a:ext>
                </a:extLst>
              </p:cNvPr>
              <p:cNvPicPr/>
              <p:nvPr/>
            </p:nvPicPr>
            <p:blipFill>
              <a:blip r:embed="rId23"/>
              <a:stretch>
                <a:fillRect/>
              </a:stretch>
            </p:blipFill>
            <p:spPr>
              <a:xfrm>
                <a:off x="8906830" y="4402420"/>
                <a:ext cx="448560" cy="294480"/>
              </a:xfrm>
              <a:prstGeom prst="rect">
                <a:avLst/>
              </a:prstGeom>
            </p:spPr>
          </p:pic>
        </mc:Fallback>
      </mc:AlternateContent>
      <p:sp>
        <p:nvSpPr>
          <p:cNvPr id="14345" name="Text 16">
            <a:extLst>
              <a:ext uri="{FF2B5EF4-FFF2-40B4-BE49-F238E27FC236}">
                <a16:creationId xmlns:a16="http://schemas.microsoft.com/office/drawing/2014/main" id="{C6369083-F7B0-558F-BF79-90EC9F921C44}"/>
              </a:ext>
            </a:extLst>
          </p:cNvPr>
          <p:cNvSpPr/>
          <p:nvPr/>
        </p:nvSpPr>
        <p:spPr>
          <a:xfrm>
            <a:off x="1239748" y="5575461"/>
            <a:ext cx="10448558" cy="780288"/>
          </a:xfrm>
          <a:prstGeom prst="rect">
            <a:avLst/>
          </a:prstGeom>
          <a:noFill/>
          <a:ln/>
        </p:spPr>
        <p:txBody>
          <a:bodyPr wrap="square" rtlCol="0" anchor="ctr"/>
          <a:lstStyle/>
          <a:p>
            <a:r>
              <a:rPr lang="en-US" sz="2800" dirty="0">
                <a:solidFill>
                  <a:srgbClr val="595959"/>
                </a:solidFill>
                <a:highlight>
                  <a:srgbClr val="FFFF00"/>
                </a:highlight>
                <a:latin typeface="Calibri" pitchFamily="34" charset="0"/>
                <a:ea typeface="Calibri" pitchFamily="34" charset="-122"/>
                <a:cs typeface="Calibri" pitchFamily="34" charset="-120"/>
              </a:rPr>
              <a:t>Deterministic — no random noise added during sampling if set      to 0</a:t>
            </a:r>
            <a:endParaRPr lang="en-US" sz="2800" dirty="0">
              <a:highlight>
                <a:srgbClr val="FFFF00"/>
              </a:highlight>
            </a:endParaRPr>
          </a:p>
          <a:p>
            <a:r>
              <a:rPr lang="en-US" sz="2800" dirty="0">
                <a:solidFill>
                  <a:srgbClr val="595959"/>
                </a:solidFill>
                <a:highlight>
                  <a:srgbClr val="FFFF00"/>
                </a:highlight>
                <a:latin typeface="Calibri" pitchFamily="34" charset="0"/>
                <a:ea typeface="Calibri" pitchFamily="34" charset="-122"/>
                <a:cs typeface="Calibri" pitchFamily="34" charset="-120"/>
              </a:rPr>
              <a:t>Same noise seed always produces exactly the same image</a:t>
            </a:r>
            <a:endParaRPr lang="en-US" sz="2800" dirty="0">
              <a:highlight>
                <a:srgbClr val="FFFF00"/>
              </a:highlight>
            </a:endParaRPr>
          </a:p>
          <a:p>
            <a:endParaRPr lang="en-US" sz="2800" dirty="0">
              <a:highlight>
                <a:srgbClr val="FFFF00"/>
              </a:highlight>
            </a:endParaRPr>
          </a:p>
        </p:txBody>
      </p:sp>
      <p:cxnSp>
        <p:nvCxnSpPr>
          <p:cNvPr id="14347" name="Straight Arrow Connector 14346">
            <a:extLst>
              <a:ext uri="{FF2B5EF4-FFF2-40B4-BE49-F238E27FC236}">
                <a16:creationId xmlns:a16="http://schemas.microsoft.com/office/drawing/2014/main" id="{3DF01901-8983-F9FB-1EFF-FBD5AEF96FC4}"/>
              </a:ext>
            </a:extLst>
          </p:cNvPr>
          <p:cNvCxnSpPr/>
          <p:nvPr/>
        </p:nvCxnSpPr>
        <p:spPr>
          <a:xfrm>
            <a:off x="9131290" y="4735268"/>
            <a:ext cx="0" cy="5353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4349" name="Picture 14348">
            <a:extLst>
              <a:ext uri="{FF2B5EF4-FFF2-40B4-BE49-F238E27FC236}">
                <a16:creationId xmlns:a16="http://schemas.microsoft.com/office/drawing/2014/main" id="{243C8FD3-EEF5-84DC-B524-7451B503041A}"/>
              </a:ext>
            </a:extLst>
          </p:cNvPr>
          <p:cNvPicPr>
            <a:picLocks noChangeAspect="1"/>
          </p:cNvPicPr>
          <p:nvPr/>
        </p:nvPicPr>
        <p:blipFill>
          <a:blip r:embed="rId24"/>
          <a:stretch>
            <a:fillRect/>
          </a:stretch>
        </p:blipFill>
        <p:spPr>
          <a:xfrm>
            <a:off x="10430929" y="5423248"/>
            <a:ext cx="327258" cy="304426"/>
          </a:xfrm>
          <a:prstGeom prst="rect">
            <a:avLst/>
          </a:prstGeom>
        </p:spPr>
      </p:pic>
    </p:spTree>
    <p:extLst>
      <p:ext uri="{BB962C8B-B14F-4D97-AF65-F5344CB8AC3E}">
        <p14:creationId xmlns:p14="http://schemas.microsoft.com/office/powerpoint/2010/main" val="464228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458499" y="17260"/>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DDPM vs DDIM: Key Differences</a:t>
            </a:r>
            <a:endParaRPr lang="en-US" sz="3467" dirty="0"/>
          </a:p>
        </p:txBody>
      </p:sp>
      <p:sp>
        <p:nvSpPr>
          <p:cNvPr id="5" name="Shape 3"/>
          <p:cNvSpPr/>
          <p:nvPr/>
        </p:nvSpPr>
        <p:spPr>
          <a:xfrm>
            <a:off x="182881" y="766041"/>
            <a:ext cx="5663112" cy="487680"/>
          </a:xfrm>
          <a:prstGeom prst="rect">
            <a:avLst/>
          </a:prstGeom>
          <a:solidFill>
            <a:srgbClr val="1F5BAD"/>
          </a:solidFill>
          <a:ln w="12700">
            <a:solidFill>
              <a:srgbClr val="1F5BAD"/>
            </a:solidFill>
            <a:prstDash val="solid"/>
          </a:ln>
        </p:spPr>
      </p:sp>
      <p:sp>
        <p:nvSpPr>
          <p:cNvPr id="6" name="Text 4"/>
          <p:cNvSpPr/>
          <p:nvPr/>
        </p:nvSpPr>
        <p:spPr>
          <a:xfrm>
            <a:off x="182881" y="766041"/>
            <a:ext cx="5486400" cy="487680"/>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DDPM — Labs 4 &amp; 5</a:t>
            </a:r>
            <a:endParaRPr lang="en-US" sz="1733" dirty="0"/>
          </a:p>
        </p:txBody>
      </p:sp>
      <p:sp>
        <p:nvSpPr>
          <p:cNvPr id="7" name="Shape 5"/>
          <p:cNvSpPr/>
          <p:nvPr/>
        </p:nvSpPr>
        <p:spPr>
          <a:xfrm>
            <a:off x="6522719" y="766041"/>
            <a:ext cx="5486400" cy="487680"/>
          </a:xfrm>
          <a:prstGeom prst="rect">
            <a:avLst/>
          </a:prstGeom>
          <a:solidFill>
            <a:srgbClr val="1B6B60"/>
          </a:solidFill>
          <a:ln w="12700">
            <a:solidFill>
              <a:srgbClr val="1B6B60"/>
            </a:solidFill>
            <a:prstDash val="solid"/>
          </a:ln>
        </p:spPr>
      </p:sp>
      <p:sp>
        <p:nvSpPr>
          <p:cNvPr id="8" name="Text 6"/>
          <p:cNvSpPr/>
          <p:nvPr/>
        </p:nvSpPr>
        <p:spPr>
          <a:xfrm>
            <a:off x="6522719" y="766041"/>
            <a:ext cx="5486400" cy="487680"/>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DDIM — Lab 6</a:t>
            </a:r>
            <a:endParaRPr lang="en-US" sz="1733" dirty="0"/>
          </a:p>
        </p:txBody>
      </p:sp>
      <p:sp>
        <p:nvSpPr>
          <p:cNvPr id="9" name="Shape 7"/>
          <p:cNvSpPr/>
          <p:nvPr/>
        </p:nvSpPr>
        <p:spPr>
          <a:xfrm>
            <a:off x="182881" y="1351257"/>
            <a:ext cx="1584960" cy="780288"/>
          </a:xfrm>
          <a:prstGeom prst="rect">
            <a:avLst/>
          </a:prstGeom>
          <a:solidFill>
            <a:srgbClr val="1A3A6B"/>
          </a:solidFill>
          <a:ln w="12700">
            <a:solidFill>
              <a:srgbClr val="1F5BAD"/>
            </a:solidFill>
            <a:prstDash val="solid"/>
          </a:ln>
        </p:spPr>
      </p:sp>
      <p:sp>
        <p:nvSpPr>
          <p:cNvPr id="10" name="Text 8"/>
          <p:cNvSpPr/>
          <p:nvPr/>
        </p:nvSpPr>
        <p:spPr>
          <a:xfrm>
            <a:off x="182881" y="1351257"/>
            <a:ext cx="1584960" cy="780288"/>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Sampling type</a:t>
            </a:r>
            <a:endParaRPr lang="en-US" sz="1333" dirty="0"/>
          </a:p>
        </p:txBody>
      </p:sp>
      <p:sp>
        <p:nvSpPr>
          <p:cNvPr id="11" name="Shape 9"/>
          <p:cNvSpPr/>
          <p:nvPr/>
        </p:nvSpPr>
        <p:spPr>
          <a:xfrm>
            <a:off x="1804417" y="1351257"/>
            <a:ext cx="4041578" cy="780288"/>
          </a:xfrm>
          <a:prstGeom prst="rect">
            <a:avLst/>
          </a:prstGeom>
          <a:solidFill>
            <a:srgbClr val="EEF3FB"/>
          </a:solidFill>
          <a:ln w="12700">
            <a:solidFill>
              <a:srgbClr val="CCCCCC"/>
            </a:solidFill>
            <a:prstDash val="solid"/>
          </a:ln>
        </p:spPr>
      </p:sp>
      <p:sp>
        <p:nvSpPr>
          <p:cNvPr id="12" name="Text 10"/>
          <p:cNvSpPr/>
          <p:nvPr/>
        </p:nvSpPr>
        <p:spPr>
          <a:xfrm>
            <a:off x="1950721" y="1351257"/>
            <a:ext cx="4055140" cy="780288"/>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Stochastic — adds fresh random noise at every step</a:t>
            </a:r>
            <a:endParaRPr lang="en-US" sz="1400" dirty="0"/>
          </a:p>
        </p:txBody>
      </p:sp>
      <p:sp>
        <p:nvSpPr>
          <p:cNvPr id="13" name="Shape 11"/>
          <p:cNvSpPr/>
          <p:nvPr/>
        </p:nvSpPr>
        <p:spPr>
          <a:xfrm>
            <a:off x="6522719" y="1351257"/>
            <a:ext cx="5486400" cy="780288"/>
          </a:xfrm>
          <a:prstGeom prst="rect">
            <a:avLst/>
          </a:prstGeom>
          <a:solidFill>
            <a:srgbClr val="D0EDE8"/>
          </a:solidFill>
          <a:ln w="12700">
            <a:solidFill>
              <a:srgbClr val="CCCCCC"/>
            </a:solidFill>
            <a:prstDash val="solid"/>
          </a:ln>
        </p:spPr>
      </p:sp>
      <p:sp>
        <p:nvSpPr>
          <p:cNvPr id="14" name="Text 12"/>
          <p:cNvSpPr/>
          <p:nvPr/>
        </p:nvSpPr>
        <p:spPr>
          <a:xfrm>
            <a:off x="6669023" y="1351257"/>
            <a:ext cx="5181600" cy="780288"/>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Deterministic — no random noise added during sampling</a:t>
            </a:r>
            <a:endParaRPr lang="en-US" sz="1400" dirty="0"/>
          </a:p>
        </p:txBody>
      </p:sp>
      <p:sp>
        <p:nvSpPr>
          <p:cNvPr id="15" name="Shape 13"/>
          <p:cNvSpPr/>
          <p:nvPr/>
        </p:nvSpPr>
        <p:spPr>
          <a:xfrm>
            <a:off x="182881" y="2204697"/>
            <a:ext cx="1584960" cy="780288"/>
          </a:xfrm>
          <a:prstGeom prst="rect">
            <a:avLst/>
          </a:prstGeom>
          <a:solidFill>
            <a:srgbClr val="1F5BAD"/>
          </a:solidFill>
          <a:ln w="12700">
            <a:solidFill>
              <a:srgbClr val="1F5BAD"/>
            </a:solidFill>
            <a:prstDash val="solid"/>
          </a:ln>
        </p:spPr>
      </p:sp>
      <p:sp>
        <p:nvSpPr>
          <p:cNvPr id="16" name="Text 14"/>
          <p:cNvSpPr/>
          <p:nvPr/>
        </p:nvSpPr>
        <p:spPr>
          <a:xfrm>
            <a:off x="182881" y="2204697"/>
            <a:ext cx="1584960" cy="780288"/>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Steps needed</a:t>
            </a:r>
            <a:endParaRPr lang="en-US" sz="1333" dirty="0"/>
          </a:p>
        </p:txBody>
      </p:sp>
      <p:sp>
        <p:nvSpPr>
          <p:cNvPr id="17" name="Shape 15"/>
          <p:cNvSpPr/>
          <p:nvPr/>
        </p:nvSpPr>
        <p:spPr>
          <a:xfrm>
            <a:off x="1804417" y="2204697"/>
            <a:ext cx="4041578" cy="780288"/>
          </a:xfrm>
          <a:prstGeom prst="rect">
            <a:avLst/>
          </a:prstGeom>
          <a:solidFill>
            <a:srgbClr val="FFFFFF"/>
          </a:solidFill>
          <a:ln w="12700">
            <a:solidFill>
              <a:srgbClr val="CCCCCC"/>
            </a:solidFill>
            <a:prstDash val="solid"/>
          </a:ln>
        </p:spPr>
      </p:sp>
      <p:sp>
        <p:nvSpPr>
          <p:cNvPr id="18" name="Text 16"/>
          <p:cNvSpPr/>
          <p:nvPr/>
        </p:nvSpPr>
        <p:spPr>
          <a:xfrm>
            <a:off x="1950721" y="2204697"/>
            <a:ext cx="3657600" cy="780288"/>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1 000 full steps — slow at inference</a:t>
            </a:r>
            <a:endParaRPr lang="en-US" sz="1400" dirty="0"/>
          </a:p>
        </p:txBody>
      </p:sp>
      <p:sp>
        <p:nvSpPr>
          <p:cNvPr id="19" name="Shape 17"/>
          <p:cNvSpPr/>
          <p:nvPr/>
        </p:nvSpPr>
        <p:spPr>
          <a:xfrm>
            <a:off x="6522719" y="2204697"/>
            <a:ext cx="5486400" cy="780288"/>
          </a:xfrm>
          <a:prstGeom prst="rect">
            <a:avLst/>
          </a:prstGeom>
          <a:solidFill>
            <a:srgbClr val="FFFFFF"/>
          </a:solidFill>
          <a:ln w="12700">
            <a:solidFill>
              <a:srgbClr val="CCCCCC"/>
            </a:solidFill>
            <a:prstDash val="solid"/>
          </a:ln>
        </p:spPr>
      </p:sp>
      <p:sp>
        <p:nvSpPr>
          <p:cNvPr id="20" name="Text 18"/>
          <p:cNvSpPr/>
          <p:nvPr/>
        </p:nvSpPr>
        <p:spPr>
          <a:xfrm>
            <a:off x="6669023" y="2204697"/>
            <a:ext cx="5181600" cy="780288"/>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50 steps — 20× faster with no quality loss</a:t>
            </a:r>
            <a:endParaRPr lang="en-US" sz="1400" dirty="0"/>
          </a:p>
        </p:txBody>
      </p:sp>
      <p:sp>
        <p:nvSpPr>
          <p:cNvPr id="21" name="Shape 19"/>
          <p:cNvSpPr/>
          <p:nvPr/>
        </p:nvSpPr>
        <p:spPr>
          <a:xfrm>
            <a:off x="182881" y="3058137"/>
            <a:ext cx="1584960" cy="780288"/>
          </a:xfrm>
          <a:prstGeom prst="rect">
            <a:avLst/>
          </a:prstGeom>
          <a:solidFill>
            <a:srgbClr val="1A3A6B"/>
          </a:solidFill>
          <a:ln w="12700">
            <a:solidFill>
              <a:srgbClr val="1F5BAD"/>
            </a:solidFill>
            <a:prstDash val="solid"/>
          </a:ln>
        </p:spPr>
      </p:sp>
      <p:sp>
        <p:nvSpPr>
          <p:cNvPr id="22" name="Text 20"/>
          <p:cNvSpPr/>
          <p:nvPr/>
        </p:nvSpPr>
        <p:spPr>
          <a:xfrm>
            <a:off x="182881" y="3058137"/>
            <a:ext cx="1584960" cy="780288"/>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Markov property</a:t>
            </a:r>
            <a:endParaRPr lang="en-US" sz="1333" dirty="0"/>
          </a:p>
        </p:txBody>
      </p:sp>
      <p:sp>
        <p:nvSpPr>
          <p:cNvPr id="23" name="Shape 21"/>
          <p:cNvSpPr/>
          <p:nvPr/>
        </p:nvSpPr>
        <p:spPr>
          <a:xfrm>
            <a:off x="1804416" y="3058137"/>
            <a:ext cx="4055139" cy="780288"/>
          </a:xfrm>
          <a:prstGeom prst="rect">
            <a:avLst/>
          </a:prstGeom>
          <a:solidFill>
            <a:srgbClr val="EEF3FB"/>
          </a:solidFill>
          <a:ln w="12700">
            <a:solidFill>
              <a:srgbClr val="CCCCCC"/>
            </a:solidFill>
            <a:prstDash val="solid"/>
          </a:ln>
        </p:spPr>
      </p:sp>
      <p:sp>
        <p:nvSpPr>
          <p:cNvPr id="24" name="Text 22"/>
          <p:cNvSpPr/>
          <p:nvPr/>
        </p:nvSpPr>
        <p:spPr>
          <a:xfrm>
            <a:off x="1950720" y="3058137"/>
            <a:ext cx="4055139" cy="780288"/>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Each step depends only on the previous (Markovian)</a:t>
            </a:r>
            <a:endParaRPr lang="en-US" sz="1400" dirty="0"/>
          </a:p>
        </p:txBody>
      </p:sp>
      <p:sp>
        <p:nvSpPr>
          <p:cNvPr id="25" name="Shape 23"/>
          <p:cNvSpPr/>
          <p:nvPr/>
        </p:nvSpPr>
        <p:spPr>
          <a:xfrm>
            <a:off x="6522719" y="3058137"/>
            <a:ext cx="5486400" cy="780288"/>
          </a:xfrm>
          <a:prstGeom prst="rect">
            <a:avLst/>
          </a:prstGeom>
          <a:solidFill>
            <a:srgbClr val="D0EDE8"/>
          </a:solidFill>
          <a:ln w="12700">
            <a:solidFill>
              <a:srgbClr val="CCCCCC"/>
            </a:solidFill>
            <a:prstDash val="solid"/>
          </a:ln>
        </p:spPr>
      </p:sp>
      <p:sp>
        <p:nvSpPr>
          <p:cNvPr id="26" name="Text 24"/>
          <p:cNvSpPr/>
          <p:nvPr/>
        </p:nvSpPr>
        <p:spPr>
          <a:xfrm>
            <a:off x="6669023" y="3058137"/>
            <a:ext cx="5181600" cy="780288"/>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Can skip timesteps — non-Markovian shortcut</a:t>
            </a:r>
            <a:endParaRPr lang="en-US" sz="1400" dirty="0"/>
          </a:p>
        </p:txBody>
      </p:sp>
      <p:sp>
        <p:nvSpPr>
          <p:cNvPr id="27" name="Shape 25"/>
          <p:cNvSpPr/>
          <p:nvPr/>
        </p:nvSpPr>
        <p:spPr>
          <a:xfrm>
            <a:off x="182881" y="3911577"/>
            <a:ext cx="1584960" cy="780288"/>
          </a:xfrm>
          <a:prstGeom prst="rect">
            <a:avLst/>
          </a:prstGeom>
          <a:solidFill>
            <a:srgbClr val="1F5BAD"/>
          </a:solidFill>
          <a:ln w="12700">
            <a:solidFill>
              <a:srgbClr val="1F5BAD"/>
            </a:solidFill>
            <a:prstDash val="solid"/>
          </a:ln>
        </p:spPr>
      </p:sp>
      <p:sp>
        <p:nvSpPr>
          <p:cNvPr id="28" name="Text 26"/>
          <p:cNvSpPr/>
          <p:nvPr/>
        </p:nvSpPr>
        <p:spPr>
          <a:xfrm>
            <a:off x="182881" y="3911577"/>
            <a:ext cx="1584960" cy="780288"/>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Reproducibility</a:t>
            </a:r>
            <a:endParaRPr lang="en-US" sz="1333" dirty="0"/>
          </a:p>
        </p:txBody>
      </p:sp>
      <p:sp>
        <p:nvSpPr>
          <p:cNvPr id="29" name="Shape 27"/>
          <p:cNvSpPr/>
          <p:nvPr/>
        </p:nvSpPr>
        <p:spPr>
          <a:xfrm>
            <a:off x="1804416" y="3911577"/>
            <a:ext cx="4041579" cy="780288"/>
          </a:xfrm>
          <a:prstGeom prst="rect">
            <a:avLst/>
          </a:prstGeom>
          <a:solidFill>
            <a:srgbClr val="FFFFFF"/>
          </a:solidFill>
          <a:ln w="12700">
            <a:solidFill>
              <a:srgbClr val="CCCCCC"/>
            </a:solidFill>
            <a:prstDash val="solid"/>
          </a:ln>
        </p:spPr>
      </p:sp>
      <p:sp>
        <p:nvSpPr>
          <p:cNvPr id="30" name="Text 28"/>
          <p:cNvSpPr/>
          <p:nvPr/>
        </p:nvSpPr>
        <p:spPr>
          <a:xfrm>
            <a:off x="1950720" y="3911577"/>
            <a:ext cx="4145279" cy="780288"/>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Different run = different image even with same seed</a:t>
            </a:r>
            <a:endParaRPr lang="en-US" sz="1400" dirty="0"/>
          </a:p>
        </p:txBody>
      </p:sp>
      <p:sp>
        <p:nvSpPr>
          <p:cNvPr id="31" name="Shape 29"/>
          <p:cNvSpPr/>
          <p:nvPr/>
        </p:nvSpPr>
        <p:spPr>
          <a:xfrm>
            <a:off x="6522719" y="3911577"/>
            <a:ext cx="5486400" cy="780288"/>
          </a:xfrm>
          <a:prstGeom prst="rect">
            <a:avLst/>
          </a:prstGeom>
          <a:solidFill>
            <a:srgbClr val="FFFFFF"/>
          </a:solidFill>
          <a:ln w="12700">
            <a:solidFill>
              <a:srgbClr val="CCCCCC"/>
            </a:solidFill>
            <a:prstDash val="solid"/>
          </a:ln>
        </p:spPr>
      </p:sp>
      <p:sp>
        <p:nvSpPr>
          <p:cNvPr id="32" name="Text 30"/>
          <p:cNvSpPr/>
          <p:nvPr/>
        </p:nvSpPr>
        <p:spPr>
          <a:xfrm>
            <a:off x="6669023" y="3911577"/>
            <a:ext cx="5181600" cy="780288"/>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Same noise seed always produces exactly the same image</a:t>
            </a:r>
            <a:endParaRPr lang="en-US" sz="1400" dirty="0"/>
          </a:p>
        </p:txBody>
      </p:sp>
      <p:sp>
        <p:nvSpPr>
          <p:cNvPr id="41" name="Shape 0">
            <a:extLst>
              <a:ext uri="{FF2B5EF4-FFF2-40B4-BE49-F238E27FC236}">
                <a16:creationId xmlns:a16="http://schemas.microsoft.com/office/drawing/2014/main" id="{6969D2D9-61C8-9D87-DE4B-70DEB9365756}"/>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45" name="Picture 44">
            <a:extLst>
              <a:ext uri="{FF2B5EF4-FFF2-40B4-BE49-F238E27FC236}">
                <a16:creationId xmlns:a16="http://schemas.microsoft.com/office/drawing/2014/main" id="{ABAC44FC-B40A-B960-1B83-F73E6D7F01D8}"/>
              </a:ext>
            </a:extLst>
          </p:cNvPr>
          <p:cNvPicPr>
            <a:picLocks noChangeAspect="1"/>
          </p:cNvPicPr>
          <p:nvPr/>
        </p:nvPicPr>
        <p:blipFill>
          <a:blip r:embed="rId3"/>
          <a:stretch>
            <a:fillRect/>
          </a:stretch>
        </p:blipFill>
        <p:spPr>
          <a:xfrm>
            <a:off x="8069214" y="4765017"/>
            <a:ext cx="2305591" cy="2046630"/>
          </a:xfrm>
          <a:prstGeom prst="rect">
            <a:avLst/>
          </a:prstGeom>
        </p:spPr>
      </p:pic>
      <p:pic>
        <p:nvPicPr>
          <p:cNvPr id="47" name="Picture 46">
            <a:extLst>
              <a:ext uri="{FF2B5EF4-FFF2-40B4-BE49-F238E27FC236}">
                <a16:creationId xmlns:a16="http://schemas.microsoft.com/office/drawing/2014/main" id="{7C9E5A4F-BF94-820A-E643-B81117D35455}"/>
              </a:ext>
            </a:extLst>
          </p:cNvPr>
          <p:cNvPicPr>
            <a:picLocks noChangeAspect="1"/>
          </p:cNvPicPr>
          <p:nvPr/>
        </p:nvPicPr>
        <p:blipFill>
          <a:blip r:embed="rId4"/>
          <a:stretch>
            <a:fillRect/>
          </a:stretch>
        </p:blipFill>
        <p:spPr>
          <a:xfrm>
            <a:off x="2194561" y="4701641"/>
            <a:ext cx="1928226" cy="2122817"/>
          </a:xfrm>
          <a:prstGeom prst="rect">
            <a:avLst/>
          </a:prstGeom>
        </p:spPr>
      </p:pic>
      <p:sp>
        <p:nvSpPr>
          <p:cNvPr id="49" name="TextBox 48">
            <a:extLst>
              <a:ext uri="{FF2B5EF4-FFF2-40B4-BE49-F238E27FC236}">
                <a16:creationId xmlns:a16="http://schemas.microsoft.com/office/drawing/2014/main" id="{455573D7-925E-B386-60D6-A27862E1BCD1}"/>
              </a:ext>
            </a:extLst>
          </p:cNvPr>
          <p:cNvSpPr txBox="1"/>
          <p:nvPr/>
        </p:nvSpPr>
        <p:spPr>
          <a:xfrm>
            <a:off x="4122787" y="5763049"/>
            <a:ext cx="1325366" cy="369332"/>
          </a:xfrm>
          <a:prstGeom prst="rect">
            <a:avLst/>
          </a:prstGeom>
          <a:noFill/>
        </p:spPr>
        <p:txBody>
          <a:bodyPr wrap="square">
            <a:spAutoFit/>
          </a:bodyPr>
          <a:lstStyle/>
          <a:p>
            <a:r>
              <a:rPr lang="ro-RO" dirty="0"/>
              <a:t>June 2020</a:t>
            </a:r>
          </a:p>
        </p:txBody>
      </p:sp>
      <p:sp>
        <p:nvSpPr>
          <p:cNvPr id="51" name="TextBox 50">
            <a:extLst>
              <a:ext uri="{FF2B5EF4-FFF2-40B4-BE49-F238E27FC236}">
                <a16:creationId xmlns:a16="http://schemas.microsoft.com/office/drawing/2014/main" id="{672C9319-94E7-C9E2-0299-F05B40A9131B}"/>
              </a:ext>
            </a:extLst>
          </p:cNvPr>
          <p:cNvSpPr txBox="1"/>
          <p:nvPr/>
        </p:nvSpPr>
        <p:spPr>
          <a:xfrm>
            <a:off x="10320234" y="5763049"/>
            <a:ext cx="1705510" cy="369332"/>
          </a:xfrm>
          <a:prstGeom prst="rect">
            <a:avLst/>
          </a:prstGeom>
          <a:noFill/>
        </p:spPr>
        <p:txBody>
          <a:bodyPr wrap="square">
            <a:spAutoFit/>
          </a:bodyPr>
          <a:lstStyle/>
          <a:p>
            <a:r>
              <a:rPr lang="ro-RO" dirty="0"/>
              <a:t>October 2020</a:t>
            </a:r>
          </a:p>
        </p:txBody>
      </p:sp>
      <p:pic>
        <p:nvPicPr>
          <p:cNvPr id="20484" name="Picture 4" descr="UC Berkeley seal &amp; logo (revised)">
            <a:extLst>
              <a:ext uri="{FF2B5EF4-FFF2-40B4-BE49-F238E27FC236}">
                <a16:creationId xmlns:a16="http://schemas.microsoft.com/office/drawing/2014/main" id="{8CB5C6C7-1765-A477-BFA0-ACA6C6D5B0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2787" y="6132381"/>
            <a:ext cx="1313392" cy="339516"/>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6" descr="stanford-university-logo - Dorm2Dorm">
            <a:extLst>
              <a:ext uri="{FF2B5EF4-FFF2-40B4-BE49-F238E27FC236}">
                <a16:creationId xmlns:a16="http://schemas.microsoft.com/office/drawing/2014/main" id="{71A3D3FF-6CB4-3DE5-0D77-1C85BA60269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o-RO"/>
          </a:p>
        </p:txBody>
      </p:sp>
      <p:pic>
        <p:nvPicPr>
          <p:cNvPr id="20488" name="Picture 8" descr="stanford-university-logo - Dorm2Dorm">
            <a:extLst>
              <a:ext uri="{FF2B5EF4-FFF2-40B4-BE49-F238E27FC236}">
                <a16:creationId xmlns:a16="http://schemas.microsoft.com/office/drawing/2014/main" id="{08B70876-2E44-5DEB-5233-63888FE198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20234" y="6132381"/>
            <a:ext cx="1320386" cy="4313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2</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036320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The Oxford Flowers</a:t>
            </a:r>
            <a:r>
              <a:rPr lang="en-US" sz="6000" dirty="0"/>
              <a:t> </a:t>
            </a:r>
            <a:r>
              <a:rPr lang="en-US" sz="6000" b="1" dirty="0">
                <a:solidFill>
                  <a:srgbClr val="000000"/>
                </a:solidFill>
                <a:latin typeface="Calibri" pitchFamily="34" charset="0"/>
                <a:ea typeface="Calibri" pitchFamily="34" charset="-122"/>
                <a:cs typeface="Calibri" pitchFamily="34" charset="-120"/>
              </a:rPr>
              <a:t>Dataset</a:t>
            </a:r>
            <a:endParaRPr lang="en-US" sz="6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Oxford 102 Flowers Dataset</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~8 000 color images of 102 flower categories, downloaded directly from Hugging Face.</a:t>
            </a:r>
            <a:endParaRPr lang="en-US" sz="1733" dirty="0"/>
          </a:p>
        </p:txBody>
      </p:sp>
      <p:sp>
        <p:nvSpPr>
          <p:cNvPr id="5" name="Shape 3"/>
          <p:cNvSpPr/>
          <p:nvPr/>
        </p:nvSpPr>
        <p:spPr>
          <a:xfrm>
            <a:off x="1680167" y="1341120"/>
            <a:ext cx="2097024" cy="1072896"/>
          </a:xfrm>
          <a:prstGeom prst="rect">
            <a:avLst/>
          </a:prstGeom>
          <a:solidFill>
            <a:srgbClr val="1F5BAD"/>
          </a:solidFill>
          <a:ln w="12700">
            <a:solidFill>
              <a:srgbClr val="1F5BAD"/>
            </a:solidFill>
            <a:prstDash val="solid"/>
          </a:ln>
        </p:spPr>
      </p:sp>
      <p:sp>
        <p:nvSpPr>
          <p:cNvPr id="6" name="Text 4"/>
          <p:cNvSpPr/>
          <p:nvPr/>
        </p:nvSpPr>
        <p:spPr>
          <a:xfrm>
            <a:off x="1680167" y="1389888"/>
            <a:ext cx="2097024" cy="536448"/>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~8 000</a:t>
            </a:r>
            <a:endParaRPr lang="en-US" sz="2667" dirty="0"/>
          </a:p>
        </p:txBody>
      </p:sp>
      <p:sp>
        <p:nvSpPr>
          <p:cNvPr id="7" name="Text 5"/>
          <p:cNvSpPr/>
          <p:nvPr/>
        </p:nvSpPr>
        <p:spPr>
          <a:xfrm>
            <a:off x="1680167" y="1926336"/>
            <a:ext cx="2097024" cy="365760"/>
          </a:xfrm>
          <a:prstGeom prst="rect">
            <a:avLst/>
          </a:prstGeom>
          <a:noFill/>
          <a:ln/>
        </p:spPr>
        <p:txBody>
          <a:bodyPr wrap="square" rtlCol="0" anchor="ctr"/>
          <a:lstStyle/>
          <a:p>
            <a:pPr algn="ctr"/>
            <a:r>
              <a:rPr lang="en-US" sz="1333" dirty="0">
                <a:solidFill>
                  <a:srgbClr val="FFFFFF"/>
                </a:solidFill>
                <a:latin typeface="Calibri" pitchFamily="34" charset="0"/>
                <a:ea typeface="Calibri" pitchFamily="34" charset="-122"/>
                <a:cs typeface="Calibri" pitchFamily="34" charset="-120"/>
              </a:rPr>
              <a:t>Training images</a:t>
            </a:r>
            <a:endParaRPr lang="en-US" sz="1333" dirty="0"/>
          </a:p>
        </p:txBody>
      </p:sp>
      <p:sp>
        <p:nvSpPr>
          <p:cNvPr id="8" name="Shape 6"/>
          <p:cNvSpPr/>
          <p:nvPr/>
        </p:nvSpPr>
        <p:spPr>
          <a:xfrm>
            <a:off x="3972263" y="1341120"/>
            <a:ext cx="2097024" cy="1072896"/>
          </a:xfrm>
          <a:prstGeom prst="rect">
            <a:avLst/>
          </a:prstGeom>
          <a:solidFill>
            <a:srgbClr val="1F5BAD"/>
          </a:solidFill>
          <a:ln w="12700">
            <a:solidFill>
              <a:srgbClr val="1F5BAD"/>
            </a:solidFill>
            <a:prstDash val="solid"/>
          </a:ln>
        </p:spPr>
      </p:sp>
      <p:sp>
        <p:nvSpPr>
          <p:cNvPr id="9" name="Text 7"/>
          <p:cNvSpPr/>
          <p:nvPr/>
        </p:nvSpPr>
        <p:spPr>
          <a:xfrm>
            <a:off x="3972263" y="1389888"/>
            <a:ext cx="2097024" cy="536448"/>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102</a:t>
            </a:r>
            <a:endParaRPr lang="en-US" sz="2667" dirty="0"/>
          </a:p>
        </p:txBody>
      </p:sp>
      <p:sp>
        <p:nvSpPr>
          <p:cNvPr id="10" name="Text 8"/>
          <p:cNvSpPr/>
          <p:nvPr/>
        </p:nvSpPr>
        <p:spPr>
          <a:xfrm>
            <a:off x="3972263" y="1926336"/>
            <a:ext cx="2097024" cy="365760"/>
          </a:xfrm>
          <a:prstGeom prst="rect">
            <a:avLst/>
          </a:prstGeom>
          <a:noFill/>
          <a:ln/>
        </p:spPr>
        <p:txBody>
          <a:bodyPr wrap="square" rtlCol="0" anchor="ctr"/>
          <a:lstStyle/>
          <a:p>
            <a:pPr algn="ctr"/>
            <a:r>
              <a:rPr lang="en-US" sz="1333" dirty="0">
                <a:solidFill>
                  <a:srgbClr val="FFFFFF"/>
                </a:solidFill>
                <a:latin typeface="Calibri" pitchFamily="34" charset="0"/>
                <a:ea typeface="Calibri" pitchFamily="34" charset="-122"/>
                <a:cs typeface="Calibri" pitchFamily="34" charset="-120"/>
              </a:rPr>
              <a:t>Flower categories</a:t>
            </a:r>
            <a:endParaRPr lang="en-US" sz="1333" dirty="0"/>
          </a:p>
        </p:txBody>
      </p:sp>
      <p:sp>
        <p:nvSpPr>
          <p:cNvPr id="11" name="Shape 9"/>
          <p:cNvSpPr/>
          <p:nvPr/>
        </p:nvSpPr>
        <p:spPr>
          <a:xfrm>
            <a:off x="6264359" y="1341120"/>
            <a:ext cx="2097024" cy="1072896"/>
          </a:xfrm>
          <a:prstGeom prst="rect">
            <a:avLst/>
          </a:prstGeom>
          <a:solidFill>
            <a:srgbClr val="1F5BAD"/>
          </a:solidFill>
          <a:ln w="12700">
            <a:solidFill>
              <a:srgbClr val="1F5BAD"/>
            </a:solidFill>
            <a:prstDash val="solid"/>
          </a:ln>
        </p:spPr>
      </p:sp>
      <p:sp>
        <p:nvSpPr>
          <p:cNvPr id="12" name="Text 10"/>
          <p:cNvSpPr/>
          <p:nvPr/>
        </p:nvSpPr>
        <p:spPr>
          <a:xfrm>
            <a:off x="6264359" y="1389888"/>
            <a:ext cx="2097024" cy="536448"/>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64 × 64</a:t>
            </a:r>
            <a:endParaRPr lang="en-US" sz="2667" dirty="0"/>
          </a:p>
        </p:txBody>
      </p:sp>
      <p:sp>
        <p:nvSpPr>
          <p:cNvPr id="13" name="Text 11"/>
          <p:cNvSpPr/>
          <p:nvPr/>
        </p:nvSpPr>
        <p:spPr>
          <a:xfrm>
            <a:off x="6264359" y="1926336"/>
            <a:ext cx="2097024" cy="365760"/>
          </a:xfrm>
          <a:prstGeom prst="rect">
            <a:avLst/>
          </a:prstGeom>
          <a:noFill/>
          <a:ln/>
        </p:spPr>
        <p:txBody>
          <a:bodyPr wrap="square" rtlCol="0" anchor="ctr"/>
          <a:lstStyle/>
          <a:p>
            <a:pPr algn="ctr"/>
            <a:r>
              <a:rPr lang="en-US" sz="1333" dirty="0">
                <a:solidFill>
                  <a:srgbClr val="FFFFFF"/>
                </a:solidFill>
                <a:latin typeface="Calibri" pitchFamily="34" charset="0"/>
                <a:ea typeface="Calibri" pitchFamily="34" charset="-122"/>
                <a:cs typeface="Calibri" pitchFamily="34" charset="-120"/>
              </a:rPr>
              <a:t>Image size (px)</a:t>
            </a:r>
            <a:endParaRPr lang="en-US" sz="1333" dirty="0"/>
          </a:p>
        </p:txBody>
      </p:sp>
      <p:sp>
        <p:nvSpPr>
          <p:cNvPr id="14" name="Shape 12"/>
          <p:cNvSpPr/>
          <p:nvPr/>
        </p:nvSpPr>
        <p:spPr>
          <a:xfrm>
            <a:off x="8556455" y="1341120"/>
            <a:ext cx="2097024" cy="1072896"/>
          </a:xfrm>
          <a:prstGeom prst="rect">
            <a:avLst/>
          </a:prstGeom>
          <a:solidFill>
            <a:srgbClr val="1F5BAD"/>
          </a:solidFill>
          <a:ln w="12700">
            <a:solidFill>
              <a:srgbClr val="1F5BAD"/>
            </a:solidFill>
            <a:prstDash val="solid"/>
          </a:ln>
        </p:spPr>
      </p:sp>
      <p:sp>
        <p:nvSpPr>
          <p:cNvPr id="15" name="Text 13"/>
          <p:cNvSpPr/>
          <p:nvPr/>
        </p:nvSpPr>
        <p:spPr>
          <a:xfrm>
            <a:off x="8556455" y="1389888"/>
            <a:ext cx="2097024" cy="536448"/>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3</a:t>
            </a:r>
            <a:endParaRPr lang="en-US" sz="2667" dirty="0"/>
          </a:p>
        </p:txBody>
      </p:sp>
      <p:sp>
        <p:nvSpPr>
          <p:cNvPr id="16" name="Text 14"/>
          <p:cNvSpPr/>
          <p:nvPr/>
        </p:nvSpPr>
        <p:spPr>
          <a:xfrm>
            <a:off x="8556455" y="1926336"/>
            <a:ext cx="2097024" cy="365760"/>
          </a:xfrm>
          <a:prstGeom prst="rect">
            <a:avLst/>
          </a:prstGeom>
          <a:noFill/>
          <a:ln/>
        </p:spPr>
        <p:txBody>
          <a:bodyPr wrap="square" rtlCol="0" anchor="ctr"/>
          <a:lstStyle/>
          <a:p>
            <a:pPr algn="ctr"/>
            <a:r>
              <a:rPr lang="en-US" sz="1333" dirty="0">
                <a:solidFill>
                  <a:srgbClr val="FFFFFF"/>
                </a:solidFill>
                <a:latin typeface="Calibri" pitchFamily="34" charset="0"/>
                <a:ea typeface="Calibri" pitchFamily="34" charset="-122"/>
                <a:cs typeface="Calibri" pitchFamily="34" charset="-120"/>
              </a:rPr>
              <a:t>Color channels (RGB)</a:t>
            </a:r>
            <a:endParaRPr lang="en-US" sz="1333" dirty="0"/>
          </a:p>
        </p:txBody>
      </p:sp>
      <p:pic>
        <p:nvPicPr>
          <p:cNvPr id="57" name="Picture 56">
            <a:extLst>
              <a:ext uri="{FF2B5EF4-FFF2-40B4-BE49-F238E27FC236}">
                <a16:creationId xmlns:a16="http://schemas.microsoft.com/office/drawing/2014/main" id="{CE9B0F0A-FB8E-1BBF-08EF-0A2622A54BAF}"/>
              </a:ext>
            </a:extLst>
          </p:cNvPr>
          <p:cNvPicPr>
            <a:picLocks noChangeAspect="1"/>
          </p:cNvPicPr>
          <p:nvPr/>
        </p:nvPicPr>
        <p:blipFill>
          <a:blip r:embed="rId3"/>
          <a:stretch>
            <a:fillRect/>
          </a:stretch>
        </p:blipFill>
        <p:spPr>
          <a:xfrm>
            <a:off x="2852239" y="2589088"/>
            <a:ext cx="6487522" cy="4268912"/>
          </a:xfrm>
          <a:prstGeom prst="rect">
            <a:avLst/>
          </a:prstGeom>
        </p:spPr>
      </p:pic>
      <p:sp>
        <p:nvSpPr>
          <p:cNvPr id="58" name="Shape 0">
            <a:extLst>
              <a:ext uri="{FF2B5EF4-FFF2-40B4-BE49-F238E27FC236}">
                <a16:creationId xmlns:a16="http://schemas.microsoft.com/office/drawing/2014/main" id="{6A3DFA30-B9FE-19A6-B50A-2DAFCFE83B9C}"/>
              </a:ext>
            </a:extLst>
          </p:cNvPr>
          <p:cNvSpPr/>
          <p:nvPr/>
        </p:nvSpPr>
        <p:spPr>
          <a:xfrm>
            <a:off x="0" y="0"/>
            <a:ext cx="12192000" cy="97536"/>
          </a:xfrm>
          <a:prstGeom prst="rect">
            <a:avLst/>
          </a:prstGeom>
          <a:solidFill>
            <a:srgbClr val="1565C0"/>
          </a:solidFill>
          <a:ln w="12700">
            <a:solidFill>
              <a:srgbClr val="1565C0"/>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4E4FA7AF-1148-52A1-5E00-E78A6BD255E0}"/>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3</a:t>
            </a:r>
            <a:endParaRPr lang="en-US" sz="1867" dirty="0"/>
          </a:p>
        </p:txBody>
      </p:sp>
      <p:sp>
        <p:nvSpPr>
          <p:cNvPr id="7" name="Text 2">
            <a:extLst>
              <a:ext uri="{FF2B5EF4-FFF2-40B4-BE49-F238E27FC236}">
                <a16:creationId xmlns:a16="http://schemas.microsoft.com/office/drawing/2014/main" id="{C1239377-AFAE-8459-D692-5946FB8E2BB9}"/>
              </a:ext>
            </a:extLst>
          </p:cNvPr>
          <p:cNvSpPr/>
          <p:nvPr/>
        </p:nvSpPr>
        <p:spPr>
          <a:xfrm>
            <a:off x="853440" y="2255520"/>
            <a:ext cx="10363200" cy="2194560"/>
          </a:xfrm>
          <a:prstGeom prst="rect">
            <a:avLst/>
          </a:prstGeom>
          <a:noFill/>
          <a:ln/>
        </p:spPr>
        <p:txBody>
          <a:bodyPr wrap="square" lIns="0" tIns="0" rIns="0" bIns="0" rtlCol="0" anchor="ctr"/>
          <a:lstStyle/>
          <a:p>
            <a:r>
              <a:rPr lang="en-US" sz="6000" b="1" dirty="0">
                <a:latin typeface="Calibri" pitchFamily="34" charset="0"/>
                <a:ea typeface="Calibri" pitchFamily="34" charset="-122"/>
                <a:cs typeface="Calibri" pitchFamily="34" charset="-120"/>
              </a:rPr>
              <a:t>Building the U-Net with Attention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55" name="Shape 0">
            <a:extLst>
              <a:ext uri="{FF2B5EF4-FFF2-40B4-BE49-F238E27FC236}">
                <a16:creationId xmlns:a16="http://schemas.microsoft.com/office/drawing/2014/main" id="{259D52EF-E87E-745F-15AC-3F84C7D4BD2F}"/>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4338" name="Picture 2" descr="YARN | May I have your attention, please | Eminem - The Real Slim Shady  (Edited) | Video gifs by quotes | 05c3bfe4 | 紗">
            <a:extLst>
              <a:ext uri="{FF2B5EF4-FFF2-40B4-BE49-F238E27FC236}">
                <a16:creationId xmlns:a16="http://schemas.microsoft.com/office/drawing/2014/main" id="{B8751039-A0CD-55C2-CEB4-2EE4ABD19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9688" y="1260510"/>
            <a:ext cx="6812624" cy="51094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CE7F0F-CC31-9AEE-D528-9B4F182ED663}"/>
              </a:ext>
            </a:extLst>
          </p:cNvPr>
          <p:cNvPicPr>
            <a:picLocks noChangeAspect="1"/>
          </p:cNvPicPr>
          <p:nvPr/>
        </p:nvPicPr>
        <p:blipFill>
          <a:blip r:embed="rId2"/>
          <a:stretch>
            <a:fillRect/>
          </a:stretch>
        </p:blipFill>
        <p:spPr>
          <a:xfrm>
            <a:off x="2180650" y="117304"/>
            <a:ext cx="7830699" cy="6380569"/>
          </a:xfrm>
          <a:prstGeom prst="rect">
            <a:avLst/>
          </a:prstGeom>
        </p:spPr>
      </p:pic>
      <p:sp>
        <p:nvSpPr>
          <p:cNvPr id="4" name="Shape 0">
            <a:extLst>
              <a:ext uri="{FF2B5EF4-FFF2-40B4-BE49-F238E27FC236}">
                <a16:creationId xmlns:a16="http://schemas.microsoft.com/office/drawing/2014/main" id="{16773F9F-58E7-6FE9-EF87-0C9837F34AA2}"/>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2" name="Rectangle 1">
            <a:extLst>
              <a:ext uri="{FF2B5EF4-FFF2-40B4-BE49-F238E27FC236}">
                <a16:creationId xmlns:a16="http://schemas.microsoft.com/office/drawing/2014/main" id="{96710B7C-A01A-E3CB-AD51-470A207BCC18}"/>
              </a:ext>
            </a:extLst>
          </p:cNvPr>
          <p:cNvSpPr/>
          <p:nvPr/>
        </p:nvSpPr>
        <p:spPr>
          <a:xfrm>
            <a:off x="5405120" y="5981700"/>
            <a:ext cx="1132840" cy="18796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5" name="Rectangle 4">
            <a:extLst>
              <a:ext uri="{FF2B5EF4-FFF2-40B4-BE49-F238E27FC236}">
                <a16:creationId xmlns:a16="http://schemas.microsoft.com/office/drawing/2014/main" id="{7662BB57-60FA-9813-8E19-42C8D7F1BD7B}"/>
              </a:ext>
            </a:extLst>
          </p:cNvPr>
          <p:cNvSpPr/>
          <p:nvPr/>
        </p:nvSpPr>
        <p:spPr>
          <a:xfrm>
            <a:off x="7819457" y="2515001"/>
            <a:ext cx="1132840" cy="18796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6" name="Rectangle 5">
            <a:extLst>
              <a:ext uri="{FF2B5EF4-FFF2-40B4-BE49-F238E27FC236}">
                <a16:creationId xmlns:a16="http://schemas.microsoft.com/office/drawing/2014/main" id="{3596BA15-284D-3DEB-87C7-636444AFDA74}"/>
              </a:ext>
            </a:extLst>
          </p:cNvPr>
          <p:cNvSpPr/>
          <p:nvPr/>
        </p:nvSpPr>
        <p:spPr>
          <a:xfrm>
            <a:off x="3006825" y="4940567"/>
            <a:ext cx="1132840" cy="187960"/>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7" name="Picture 6">
            <a:extLst>
              <a:ext uri="{FF2B5EF4-FFF2-40B4-BE49-F238E27FC236}">
                <a16:creationId xmlns:a16="http://schemas.microsoft.com/office/drawing/2014/main" id="{7376B365-4C3D-7BE4-4463-515F72A7DABD}"/>
              </a:ext>
            </a:extLst>
          </p:cNvPr>
          <p:cNvPicPr>
            <a:picLocks noChangeAspect="1"/>
          </p:cNvPicPr>
          <p:nvPr/>
        </p:nvPicPr>
        <p:blipFill>
          <a:blip r:embed="rId3"/>
          <a:stretch>
            <a:fillRect/>
          </a:stretch>
        </p:blipFill>
        <p:spPr>
          <a:xfrm>
            <a:off x="2011214" y="4988894"/>
            <a:ext cx="922289" cy="935656"/>
          </a:xfrm>
          <a:prstGeom prst="rect">
            <a:avLst/>
          </a:prstGeom>
        </p:spPr>
      </p:pic>
      <p:pic>
        <p:nvPicPr>
          <p:cNvPr id="15364" name="Picture 4">
            <a:extLst>
              <a:ext uri="{FF2B5EF4-FFF2-40B4-BE49-F238E27FC236}">
                <a16:creationId xmlns:a16="http://schemas.microsoft.com/office/drawing/2014/main" id="{73432947-EAB9-1C55-DD5C-02F57F9308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24623" y="2515001"/>
            <a:ext cx="914400" cy="9334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07E7B521-50AC-2B8D-B0E3-6B6A0D94C2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9377" y="6116320"/>
            <a:ext cx="680583" cy="694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536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Self-Attention in the Denoising U-Net</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highlight>
                  <a:srgbClr val="FFFF00"/>
                </a:highlight>
                <a:latin typeface="Calibri" pitchFamily="34" charset="0"/>
                <a:ea typeface="Calibri" pitchFamily="34" charset="-122"/>
                <a:cs typeface="Calibri" pitchFamily="34" charset="-120"/>
              </a:rPr>
              <a:t>The attention mechanism helps the U-Net focus on the most relevant pixel regions when denoising.</a:t>
            </a:r>
            <a:endParaRPr lang="en-US" sz="1733" dirty="0">
              <a:highlight>
                <a:srgbClr val="FFFF00"/>
              </a:highlight>
            </a:endParaRPr>
          </a:p>
        </p:txBody>
      </p:sp>
      <p:sp>
        <p:nvSpPr>
          <p:cNvPr id="31" name="Shape 0">
            <a:extLst>
              <a:ext uri="{FF2B5EF4-FFF2-40B4-BE49-F238E27FC236}">
                <a16:creationId xmlns:a16="http://schemas.microsoft.com/office/drawing/2014/main" id="{D5C10A29-9F33-916B-66B1-74638BC253BE}"/>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3" name="TextBox 32">
            <a:extLst>
              <a:ext uri="{FF2B5EF4-FFF2-40B4-BE49-F238E27FC236}">
                <a16:creationId xmlns:a16="http://schemas.microsoft.com/office/drawing/2014/main" id="{89726694-C32A-F824-ADB3-4FF85847BFF0}"/>
              </a:ext>
            </a:extLst>
          </p:cNvPr>
          <p:cNvSpPr txBox="1"/>
          <p:nvPr/>
        </p:nvSpPr>
        <p:spPr>
          <a:xfrm>
            <a:off x="548640" y="1983129"/>
            <a:ext cx="11001676" cy="3139321"/>
          </a:xfrm>
          <a:prstGeom prst="rect">
            <a:avLst/>
          </a:prstGeom>
          <a:noFill/>
        </p:spPr>
        <p:txBody>
          <a:bodyPr wrap="square">
            <a:spAutoFit/>
          </a:bodyPr>
          <a:lstStyle/>
          <a:p>
            <a:pPr>
              <a:buNone/>
            </a:pPr>
            <a:r>
              <a:rPr lang="en-US" b="1" dirty="0"/>
              <a:t>Why Attention &amp; Model Size</a:t>
            </a:r>
          </a:p>
          <a:p>
            <a:pPr>
              <a:buNone/>
            </a:pPr>
            <a:endParaRPr lang="en-US" b="1" dirty="0"/>
          </a:p>
          <a:p>
            <a:pPr>
              <a:buFont typeface="Arial" panose="020B0604020202020204" pitchFamily="34" charset="0"/>
              <a:buChar char="•"/>
            </a:pPr>
            <a:r>
              <a:rPr lang="en-US" dirty="0"/>
              <a:t> The new U-Net is </a:t>
            </a:r>
            <a:r>
              <a:rPr lang="en-US" b="1" dirty="0"/>
              <a:t>significantly larger (~133M parameters)</a:t>
            </a:r>
            <a:r>
              <a:rPr lang="en-US" dirty="0"/>
              <a:t>, allowing it to learn more complex and richer representations compared to previous laboratories. </a:t>
            </a:r>
          </a:p>
          <a:p>
            <a:pPr>
              <a:buFont typeface="Arial" panose="020B0604020202020204" pitchFamily="34" charset="0"/>
              <a:buChar char="•"/>
            </a:pPr>
            <a:endParaRPr lang="en-US" dirty="0"/>
          </a:p>
          <a:p>
            <a:pPr>
              <a:buFont typeface="Arial" panose="020B0604020202020204" pitchFamily="34" charset="0"/>
              <a:buChar char="•"/>
            </a:pPr>
            <a:r>
              <a:rPr lang="en-US" dirty="0"/>
              <a:t> However, the increased capacity and skip connections can introduce </a:t>
            </a:r>
            <a:r>
              <a:rPr lang="en-US" b="1" dirty="0"/>
              <a:t>redundant or less relevant features</a:t>
            </a:r>
            <a:r>
              <a:rPr lang="en-US" dirty="0"/>
              <a:t>. </a:t>
            </a:r>
          </a:p>
          <a:p>
            <a:pPr>
              <a:buFont typeface="Arial" panose="020B0604020202020204" pitchFamily="34" charset="0"/>
              <a:buChar char="•"/>
            </a:pPr>
            <a:endParaRPr lang="en-US" dirty="0"/>
          </a:p>
          <a:p>
            <a:pPr>
              <a:buFont typeface="Arial" panose="020B0604020202020204" pitchFamily="34" charset="0"/>
              <a:buChar char="•"/>
            </a:pPr>
            <a:r>
              <a:rPr lang="en-US" dirty="0"/>
              <a:t> The </a:t>
            </a:r>
            <a:r>
              <a:rPr lang="en-US" b="1" dirty="0"/>
              <a:t>attention mechanism</a:t>
            </a:r>
            <a:r>
              <a:rPr lang="en-US" dirty="0"/>
              <a:t> helps the model </a:t>
            </a:r>
            <a:r>
              <a:rPr lang="en-US" b="1" dirty="0"/>
              <a:t>focus on the most important spatial regions</a:t>
            </a:r>
            <a:r>
              <a:rPr lang="en-US" dirty="0"/>
              <a:t> while suppressing irrelevant information. </a:t>
            </a:r>
          </a:p>
          <a:p>
            <a:pPr>
              <a:buFont typeface="Arial" panose="020B0604020202020204" pitchFamily="34" charset="0"/>
              <a:buChar char="•"/>
            </a:pPr>
            <a:endParaRPr lang="en-US" dirty="0"/>
          </a:p>
          <a:p>
            <a:pPr>
              <a:buFont typeface="Arial" panose="020B0604020202020204" pitchFamily="34" charset="0"/>
              <a:buChar char="•"/>
            </a:pPr>
            <a:r>
              <a:rPr lang="en-US" dirty="0"/>
              <a:t> This leads to </a:t>
            </a:r>
            <a:r>
              <a:rPr lang="en-US" b="1" dirty="0"/>
              <a:t>better feature selection and improved denoising performance</a:t>
            </a:r>
            <a:r>
              <a:rPr lang="en-US"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1378E-1399-6122-A185-D1584A18CB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544FE4-E7B6-53A3-F997-14046E3F8082}"/>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B1A6B129-CEF9-AA20-36B5-EE722E2A094A}"/>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Self-Attention in the Denoising U-Net</a:t>
            </a:r>
            <a:endParaRPr lang="en-US" sz="3467" dirty="0"/>
          </a:p>
        </p:txBody>
      </p:sp>
      <p:sp>
        <p:nvSpPr>
          <p:cNvPr id="4" name="Text 2">
            <a:extLst>
              <a:ext uri="{FF2B5EF4-FFF2-40B4-BE49-F238E27FC236}">
                <a16:creationId xmlns:a16="http://schemas.microsoft.com/office/drawing/2014/main" id="{4EE60864-EF30-B9E4-4B53-D69837E1909E}"/>
              </a:ext>
            </a:extLst>
          </p:cNvPr>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The attention mechanism helps the U-Net focus on the most relevant pixel regions when denoising.</a:t>
            </a:r>
            <a:endParaRPr lang="en-US" sz="1733" dirty="0"/>
          </a:p>
        </p:txBody>
      </p:sp>
      <p:sp>
        <p:nvSpPr>
          <p:cNvPr id="31" name="Shape 0">
            <a:extLst>
              <a:ext uri="{FF2B5EF4-FFF2-40B4-BE49-F238E27FC236}">
                <a16:creationId xmlns:a16="http://schemas.microsoft.com/office/drawing/2014/main" id="{6FFF82A0-F49F-C80E-5C5C-E30E09FE8622}"/>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5" name="Shape 6">
            <a:extLst>
              <a:ext uri="{FF2B5EF4-FFF2-40B4-BE49-F238E27FC236}">
                <a16:creationId xmlns:a16="http://schemas.microsoft.com/office/drawing/2014/main" id="{F757D24E-11D8-E13E-DE4F-BCB901B5A55E}"/>
              </a:ext>
            </a:extLst>
          </p:cNvPr>
          <p:cNvSpPr/>
          <p:nvPr/>
        </p:nvSpPr>
        <p:spPr>
          <a:xfrm>
            <a:off x="128338" y="1341120"/>
            <a:ext cx="7591124" cy="5300313"/>
          </a:xfrm>
          <a:prstGeom prst="rect">
            <a:avLst/>
          </a:prstGeom>
          <a:solidFill>
            <a:srgbClr val="1E2A3A"/>
          </a:solidFill>
          <a:ln w="10160">
            <a:solidFill>
              <a:srgbClr val="00E5FF"/>
            </a:solidFill>
            <a:prstDash val="solid"/>
          </a:ln>
        </p:spPr>
        <p:txBody>
          <a:bodyPr/>
          <a:lstStyle/>
          <a:p>
            <a:r>
              <a:rPr lang="en-US" sz="1310" dirty="0">
                <a:solidFill>
                  <a:srgbClr val="A8D8EA"/>
                </a:solidFill>
                <a:latin typeface="Consolas" pitchFamily="34" charset="0"/>
                <a:ea typeface="Consolas" pitchFamily="34" charset="-122"/>
                <a:cs typeface="Consolas" pitchFamily="34" charset="-120"/>
              </a:rPr>
              <a:t>class Attention(</a:t>
            </a:r>
            <a:r>
              <a:rPr lang="en-US" sz="1310" dirty="0" err="1">
                <a:solidFill>
                  <a:srgbClr val="A8D8EA"/>
                </a:solidFill>
                <a:latin typeface="Consolas" pitchFamily="34" charset="0"/>
                <a:ea typeface="Consolas" pitchFamily="34" charset="-122"/>
                <a:cs typeface="Consolas" pitchFamily="34" charset="-120"/>
              </a:rPr>
              <a:t>nn.Module</a:t>
            </a:r>
            <a:r>
              <a:rPr lang="en-US" sz="1310" dirty="0">
                <a:solidFill>
                  <a:srgbClr val="A8D8EA"/>
                </a:solidFill>
                <a:latin typeface="Consolas" pitchFamily="34" charset="0"/>
                <a:ea typeface="Consolas" pitchFamily="34" charset="-122"/>
                <a:cs typeface="Consolas" pitchFamily="34" charset="-120"/>
              </a:rPr>
              <a:t>):</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def __</a:t>
            </a:r>
            <a:r>
              <a:rPr lang="en-US" sz="1310" dirty="0" err="1">
                <a:solidFill>
                  <a:srgbClr val="A8D8EA"/>
                </a:solidFill>
                <a:latin typeface="Consolas" pitchFamily="34" charset="0"/>
                <a:ea typeface="Consolas" pitchFamily="34" charset="-122"/>
                <a:cs typeface="Consolas" pitchFamily="34" charset="-120"/>
              </a:rPr>
              <a:t>init</a:t>
            </a:r>
            <a:r>
              <a:rPr lang="en-US" sz="1310" dirty="0">
                <a:solidFill>
                  <a:srgbClr val="A8D8EA"/>
                </a:solidFill>
                <a:latin typeface="Consolas" pitchFamily="34" charset="0"/>
                <a:ea typeface="Consolas" pitchFamily="34" charset="-122"/>
                <a:cs typeface="Consolas" pitchFamily="34" charset="-120"/>
              </a:rPr>
              <a:t>__(self, dim, heads=4, </a:t>
            </a:r>
            <a:r>
              <a:rPr lang="en-US" sz="1310" dirty="0" err="1">
                <a:solidFill>
                  <a:srgbClr val="A8D8EA"/>
                </a:solidFill>
                <a:latin typeface="Consolas" pitchFamily="34" charset="0"/>
                <a:ea typeface="Consolas" pitchFamily="34" charset="-122"/>
                <a:cs typeface="Consolas" pitchFamily="34" charset="-120"/>
              </a:rPr>
              <a:t>dim_head</a:t>
            </a:r>
            <a:r>
              <a:rPr lang="en-US" sz="1310" dirty="0">
                <a:solidFill>
                  <a:srgbClr val="A8D8EA"/>
                </a:solidFill>
                <a:latin typeface="Consolas" pitchFamily="34" charset="0"/>
                <a:ea typeface="Consolas" pitchFamily="34" charset="-122"/>
                <a:cs typeface="Consolas" pitchFamily="34" charset="-120"/>
              </a:rPr>
              <a:t>=32):</a:t>
            </a:r>
          </a:p>
          <a:p>
            <a:r>
              <a:rPr lang="en-US" sz="1310" dirty="0">
                <a:solidFill>
                  <a:srgbClr val="A8D8EA"/>
                </a:solidFill>
                <a:latin typeface="Consolas" pitchFamily="34" charset="0"/>
                <a:ea typeface="Consolas" pitchFamily="34" charset="-122"/>
                <a:cs typeface="Consolas" pitchFamily="34" charset="-120"/>
              </a:rPr>
              <a:t>        super().__</a:t>
            </a:r>
            <a:r>
              <a:rPr lang="en-US" sz="1310" dirty="0" err="1">
                <a:solidFill>
                  <a:srgbClr val="A8D8EA"/>
                </a:solidFill>
                <a:latin typeface="Consolas" pitchFamily="34" charset="0"/>
                <a:ea typeface="Consolas" pitchFamily="34" charset="-122"/>
                <a:cs typeface="Consolas" pitchFamily="34" charset="-120"/>
              </a:rPr>
              <a:t>init</a:t>
            </a:r>
            <a:r>
              <a:rPr lang="en-US" sz="1310" dirty="0">
                <a:solidFill>
                  <a:srgbClr val="A8D8EA"/>
                </a:solidFill>
                <a:latin typeface="Consolas" pitchFamily="34" charset="0"/>
                <a:ea typeface="Consolas" pitchFamily="34" charset="-122"/>
                <a:cs typeface="Consolas" pitchFamily="34" charset="-120"/>
              </a:rPr>
              <a:t>__()</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self.scale</a:t>
            </a:r>
            <a:r>
              <a:rPr lang="en-US" sz="1310" dirty="0">
                <a:solidFill>
                  <a:srgbClr val="A8D8EA"/>
                </a:solidFill>
                <a:latin typeface="Consolas" pitchFamily="34" charset="0"/>
                <a:ea typeface="Consolas" pitchFamily="34" charset="-122"/>
                <a:cs typeface="Consolas" pitchFamily="34" charset="-120"/>
              </a:rPr>
              <a:t> = </a:t>
            </a:r>
            <a:r>
              <a:rPr lang="en-US" sz="1310" dirty="0" err="1">
                <a:solidFill>
                  <a:srgbClr val="A8D8EA"/>
                </a:solidFill>
                <a:latin typeface="Consolas" pitchFamily="34" charset="0"/>
                <a:ea typeface="Consolas" pitchFamily="34" charset="-122"/>
                <a:cs typeface="Consolas" pitchFamily="34" charset="-120"/>
              </a:rPr>
              <a:t>dim_head</a:t>
            </a:r>
            <a:r>
              <a:rPr lang="en-US" sz="1310" dirty="0">
                <a:solidFill>
                  <a:srgbClr val="A8D8EA"/>
                </a:solidFill>
                <a:latin typeface="Consolas" pitchFamily="34" charset="0"/>
                <a:ea typeface="Consolas" pitchFamily="34" charset="-122"/>
                <a:cs typeface="Consolas" pitchFamily="34" charset="-120"/>
              </a:rPr>
              <a:t>**-0.5</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self.heads</a:t>
            </a:r>
            <a:r>
              <a:rPr lang="en-US" sz="1310" dirty="0">
                <a:solidFill>
                  <a:srgbClr val="A8D8EA"/>
                </a:solidFill>
                <a:latin typeface="Consolas" pitchFamily="34" charset="0"/>
                <a:ea typeface="Consolas" pitchFamily="34" charset="-122"/>
                <a:cs typeface="Consolas" pitchFamily="34" charset="-120"/>
              </a:rPr>
              <a:t> = heads</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hidden_dim</a:t>
            </a:r>
            <a:r>
              <a:rPr lang="en-US" sz="1310" dirty="0">
                <a:solidFill>
                  <a:srgbClr val="A8D8EA"/>
                </a:solidFill>
                <a:latin typeface="Consolas" pitchFamily="34" charset="0"/>
                <a:ea typeface="Consolas" pitchFamily="34" charset="-122"/>
                <a:cs typeface="Consolas" pitchFamily="34" charset="-120"/>
              </a:rPr>
              <a:t> = </a:t>
            </a:r>
            <a:r>
              <a:rPr lang="en-US" sz="1310" dirty="0" err="1">
                <a:solidFill>
                  <a:srgbClr val="A8D8EA"/>
                </a:solidFill>
                <a:latin typeface="Consolas" pitchFamily="34" charset="0"/>
                <a:ea typeface="Consolas" pitchFamily="34" charset="-122"/>
                <a:cs typeface="Consolas" pitchFamily="34" charset="-120"/>
              </a:rPr>
              <a:t>dim_head</a:t>
            </a:r>
            <a:r>
              <a:rPr lang="en-US" sz="1310" dirty="0">
                <a:solidFill>
                  <a:srgbClr val="A8D8EA"/>
                </a:solidFill>
                <a:latin typeface="Consolas" pitchFamily="34" charset="0"/>
                <a:ea typeface="Consolas" pitchFamily="34" charset="-122"/>
                <a:cs typeface="Consolas" pitchFamily="34" charset="-120"/>
              </a:rPr>
              <a:t> * heads</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self.to_qkv</a:t>
            </a:r>
            <a:r>
              <a:rPr lang="en-US" sz="1310" dirty="0">
                <a:solidFill>
                  <a:srgbClr val="A8D8EA"/>
                </a:solidFill>
                <a:latin typeface="Consolas" pitchFamily="34" charset="0"/>
                <a:ea typeface="Consolas" pitchFamily="34" charset="-122"/>
                <a:cs typeface="Consolas" pitchFamily="34" charset="-120"/>
              </a:rPr>
              <a:t> = nn.Conv2d(dim, </a:t>
            </a:r>
            <a:r>
              <a:rPr lang="en-US" sz="1310" dirty="0" err="1">
                <a:solidFill>
                  <a:srgbClr val="A8D8EA"/>
                </a:solidFill>
                <a:latin typeface="Consolas" pitchFamily="34" charset="0"/>
                <a:ea typeface="Consolas" pitchFamily="34" charset="-122"/>
                <a:cs typeface="Consolas" pitchFamily="34" charset="-120"/>
              </a:rPr>
              <a:t>hidden_dim</a:t>
            </a:r>
            <a:r>
              <a:rPr lang="en-US" sz="1310" dirty="0">
                <a:solidFill>
                  <a:srgbClr val="A8D8EA"/>
                </a:solidFill>
                <a:latin typeface="Consolas" pitchFamily="34" charset="0"/>
                <a:ea typeface="Consolas" pitchFamily="34" charset="-122"/>
                <a:cs typeface="Consolas" pitchFamily="34" charset="-120"/>
              </a:rPr>
              <a:t> * 3, 1, bias=False)</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self.to_out</a:t>
            </a:r>
            <a:r>
              <a:rPr lang="en-US" sz="1310" dirty="0">
                <a:solidFill>
                  <a:srgbClr val="A8D8EA"/>
                </a:solidFill>
                <a:latin typeface="Consolas" pitchFamily="34" charset="0"/>
                <a:ea typeface="Consolas" pitchFamily="34" charset="-122"/>
                <a:cs typeface="Consolas" pitchFamily="34" charset="-120"/>
              </a:rPr>
              <a:t> = nn.Conv2d(</a:t>
            </a:r>
            <a:r>
              <a:rPr lang="en-US" sz="1310" dirty="0" err="1">
                <a:solidFill>
                  <a:srgbClr val="A8D8EA"/>
                </a:solidFill>
                <a:latin typeface="Consolas" pitchFamily="34" charset="0"/>
                <a:ea typeface="Consolas" pitchFamily="34" charset="-122"/>
                <a:cs typeface="Consolas" pitchFamily="34" charset="-120"/>
              </a:rPr>
              <a:t>hidden_dim</a:t>
            </a:r>
            <a:r>
              <a:rPr lang="en-US" sz="1310" dirty="0">
                <a:solidFill>
                  <a:srgbClr val="A8D8EA"/>
                </a:solidFill>
                <a:latin typeface="Consolas" pitchFamily="34" charset="0"/>
                <a:ea typeface="Consolas" pitchFamily="34" charset="-122"/>
                <a:cs typeface="Consolas" pitchFamily="34" charset="-120"/>
              </a:rPr>
              <a:t>, dim, 1)</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def forward(self, x):</a:t>
            </a:r>
          </a:p>
          <a:p>
            <a:r>
              <a:rPr lang="en-US" sz="1310" dirty="0">
                <a:solidFill>
                  <a:srgbClr val="A8D8EA"/>
                </a:solidFill>
                <a:latin typeface="Consolas" pitchFamily="34" charset="0"/>
                <a:ea typeface="Consolas" pitchFamily="34" charset="-122"/>
                <a:cs typeface="Consolas" pitchFamily="34" charset="-120"/>
              </a:rPr>
              <a:t>        b, c, h, w = </a:t>
            </a:r>
            <a:r>
              <a:rPr lang="en-US" sz="1310" dirty="0" err="1">
                <a:solidFill>
                  <a:srgbClr val="A8D8EA"/>
                </a:solidFill>
                <a:latin typeface="Consolas" pitchFamily="34" charset="0"/>
                <a:ea typeface="Consolas" pitchFamily="34" charset="-122"/>
                <a:cs typeface="Consolas" pitchFamily="34" charset="-120"/>
              </a:rPr>
              <a:t>x.shape</a:t>
            </a:r>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qkv</a:t>
            </a:r>
            <a:r>
              <a:rPr lang="en-US" sz="1310" dirty="0">
                <a:solidFill>
                  <a:srgbClr val="A8D8EA"/>
                </a:solidFill>
                <a:latin typeface="Consolas" pitchFamily="34" charset="0"/>
                <a:ea typeface="Consolas" pitchFamily="34" charset="-122"/>
                <a:cs typeface="Consolas" pitchFamily="34" charset="-120"/>
              </a:rPr>
              <a:t> = </a:t>
            </a:r>
            <a:r>
              <a:rPr lang="en-US" sz="1310" dirty="0" err="1">
                <a:solidFill>
                  <a:srgbClr val="A8D8EA"/>
                </a:solidFill>
                <a:latin typeface="Consolas" pitchFamily="34" charset="0"/>
                <a:ea typeface="Consolas" pitchFamily="34" charset="-122"/>
                <a:cs typeface="Consolas" pitchFamily="34" charset="-120"/>
              </a:rPr>
              <a:t>self.to_qkv</a:t>
            </a:r>
            <a:r>
              <a:rPr lang="en-US" sz="1310" dirty="0">
                <a:solidFill>
                  <a:srgbClr val="A8D8EA"/>
                </a:solidFill>
                <a:latin typeface="Consolas" pitchFamily="34" charset="0"/>
                <a:ea typeface="Consolas" pitchFamily="34" charset="-122"/>
                <a:cs typeface="Consolas" pitchFamily="34" charset="-120"/>
              </a:rPr>
              <a:t>(x).chunk(3, dim=1)</a:t>
            </a:r>
          </a:p>
          <a:p>
            <a:r>
              <a:rPr lang="en-US" sz="1310" dirty="0">
                <a:solidFill>
                  <a:srgbClr val="A8D8EA"/>
                </a:solidFill>
                <a:latin typeface="Consolas" pitchFamily="34" charset="0"/>
                <a:ea typeface="Consolas" pitchFamily="34" charset="-122"/>
                <a:cs typeface="Consolas" pitchFamily="34" charset="-120"/>
              </a:rPr>
              <a:t>        q, k, v = map(</a:t>
            </a:r>
          </a:p>
          <a:p>
            <a:r>
              <a:rPr lang="en-US" sz="1310" dirty="0">
                <a:solidFill>
                  <a:srgbClr val="A8D8EA"/>
                </a:solidFill>
                <a:latin typeface="Consolas" pitchFamily="34" charset="0"/>
                <a:ea typeface="Consolas" pitchFamily="34" charset="-122"/>
                <a:cs typeface="Consolas" pitchFamily="34" charset="-120"/>
              </a:rPr>
              <a:t>            lambda t: rearrange(t, 'b (h c) x y -&gt; b h c (x y)', h=</a:t>
            </a:r>
            <a:r>
              <a:rPr lang="en-US" sz="1310" dirty="0" err="1">
                <a:solidFill>
                  <a:srgbClr val="A8D8EA"/>
                </a:solidFill>
                <a:latin typeface="Consolas" pitchFamily="34" charset="0"/>
                <a:ea typeface="Consolas" pitchFamily="34" charset="-122"/>
                <a:cs typeface="Consolas" pitchFamily="34" charset="-120"/>
              </a:rPr>
              <a:t>self.heads</a:t>
            </a:r>
            <a:r>
              <a:rPr lang="en-US" sz="1310" dirty="0">
                <a:solidFill>
                  <a:srgbClr val="A8D8EA"/>
                </a:solidFill>
                <a:latin typeface="Consolas" pitchFamily="34" charset="0"/>
                <a:ea typeface="Consolas" pitchFamily="34" charset="-122"/>
                <a:cs typeface="Consolas" pitchFamily="34" charset="-120"/>
              </a:rPr>
              <a:t>),</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qkv</a:t>
            </a:r>
            <a:r>
              <a:rPr lang="en-US" sz="1310" dirty="0">
                <a:solidFill>
                  <a:srgbClr val="A8D8EA"/>
                </a:solidFill>
                <a:latin typeface="Consolas" pitchFamily="34" charset="0"/>
                <a:ea typeface="Consolas" pitchFamily="34" charset="-122"/>
                <a:cs typeface="Consolas" pitchFamily="34" charset="-120"/>
              </a:rPr>
              <a:t>)</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q = q * </a:t>
            </a:r>
            <a:r>
              <a:rPr lang="en-US" sz="1310" dirty="0" err="1">
                <a:solidFill>
                  <a:srgbClr val="A8D8EA"/>
                </a:solidFill>
                <a:latin typeface="Consolas" pitchFamily="34" charset="0"/>
                <a:ea typeface="Consolas" pitchFamily="34" charset="-122"/>
                <a:cs typeface="Consolas" pitchFamily="34" charset="-120"/>
              </a:rPr>
              <a:t>self.scale</a:t>
            </a:r>
            <a:endParaRPr lang="en-US" sz="1310" dirty="0">
              <a:solidFill>
                <a:srgbClr val="A8D8EA"/>
              </a:solidFill>
              <a:latin typeface="Consolas" pitchFamily="34" charset="0"/>
              <a:ea typeface="Consolas" pitchFamily="34" charset="-122"/>
              <a:cs typeface="Consolas" pitchFamily="34" charset="-120"/>
            </a:endParaRP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sim = </a:t>
            </a:r>
            <a:r>
              <a:rPr lang="en-US" sz="1310" dirty="0" err="1">
                <a:solidFill>
                  <a:srgbClr val="A8D8EA"/>
                </a:solidFill>
                <a:latin typeface="Consolas" pitchFamily="34" charset="0"/>
                <a:ea typeface="Consolas" pitchFamily="34" charset="-122"/>
                <a:cs typeface="Consolas" pitchFamily="34" charset="-120"/>
              </a:rPr>
              <a:t>einsum</a:t>
            </a:r>
            <a:r>
              <a:rPr lang="en-US" sz="1310" dirty="0">
                <a:solidFill>
                  <a:srgbClr val="A8D8EA"/>
                </a:solidFill>
                <a:latin typeface="Consolas" pitchFamily="34" charset="0"/>
                <a:ea typeface="Consolas" pitchFamily="34" charset="-122"/>
                <a:cs typeface="Consolas" pitchFamily="34" charset="-120"/>
              </a:rPr>
              <a:t>('b h d </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 b h d j -&gt; b h </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 j', q, k)</a:t>
            </a:r>
          </a:p>
          <a:p>
            <a:r>
              <a:rPr lang="en-US" sz="1310" dirty="0">
                <a:solidFill>
                  <a:srgbClr val="A8D8EA"/>
                </a:solidFill>
                <a:latin typeface="Consolas" pitchFamily="34" charset="0"/>
                <a:ea typeface="Consolas" pitchFamily="34" charset="-122"/>
                <a:cs typeface="Consolas" pitchFamily="34" charset="-120"/>
              </a:rPr>
              <a:t>        attn = </a:t>
            </a:r>
            <a:r>
              <a:rPr lang="en-US" sz="1310" dirty="0" err="1">
                <a:solidFill>
                  <a:srgbClr val="A8D8EA"/>
                </a:solidFill>
                <a:latin typeface="Consolas" pitchFamily="34" charset="0"/>
                <a:ea typeface="Consolas" pitchFamily="34" charset="-122"/>
                <a:cs typeface="Consolas" pitchFamily="34" charset="-120"/>
              </a:rPr>
              <a:t>sim.softmax</a:t>
            </a:r>
            <a:r>
              <a:rPr lang="en-US" sz="1310" dirty="0">
                <a:solidFill>
                  <a:srgbClr val="A8D8EA"/>
                </a:solidFill>
                <a:latin typeface="Consolas" pitchFamily="34" charset="0"/>
                <a:ea typeface="Consolas" pitchFamily="34" charset="-122"/>
                <a:cs typeface="Consolas" pitchFamily="34" charset="-120"/>
              </a:rPr>
              <a:t>(dim=-1)</a:t>
            </a:r>
          </a:p>
          <a:p>
            <a:r>
              <a:rPr lang="en-US" sz="1310" dirty="0">
                <a:solidFill>
                  <a:srgbClr val="A8D8EA"/>
                </a:solidFill>
                <a:latin typeface="Consolas" pitchFamily="34" charset="0"/>
                <a:ea typeface="Consolas" pitchFamily="34" charset="-122"/>
                <a:cs typeface="Consolas" pitchFamily="34" charset="-120"/>
              </a:rPr>
              <a:t>        out = </a:t>
            </a:r>
            <a:r>
              <a:rPr lang="en-US" sz="1310" dirty="0" err="1">
                <a:solidFill>
                  <a:srgbClr val="A8D8EA"/>
                </a:solidFill>
                <a:latin typeface="Consolas" pitchFamily="34" charset="0"/>
                <a:ea typeface="Consolas" pitchFamily="34" charset="-122"/>
                <a:cs typeface="Consolas" pitchFamily="34" charset="-120"/>
              </a:rPr>
              <a:t>einsum</a:t>
            </a:r>
            <a:r>
              <a:rPr lang="en-US" sz="1310" dirty="0">
                <a:solidFill>
                  <a:srgbClr val="A8D8EA"/>
                </a:solidFill>
                <a:latin typeface="Consolas" pitchFamily="34" charset="0"/>
                <a:ea typeface="Consolas" pitchFamily="34" charset="-122"/>
                <a:cs typeface="Consolas" pitchFamily="34" charset="-120"/>
              </a:rPr>
              <a:t>('b h </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 j, b h d j -&gt; b h </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 d', attn, v)</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out = rearrange(out, 'b h (x y) d -&gt; b (h d) x y', x=h, y=w)</a:t>
            </a:r>
          </a:p>
          <a:p>
            <a:r>
              <a:rPr lang="en-US" sz="1310" dirty="0">
                <a:solidFill>
                  <a:srgbClr val="A8D8EA"/>
                </a:solidFill>
                <a:latin typeface="Consolas" pitchFamily="34" charset="0"/>
                <a:ea typeface="Consolas" pitchFamily="34" charset="-122"/>
                <a:cs typeface="Consolas" pitchFamily="34" charset="-120"/>
              </a:rPr>
              <a:t>        return </a:t>
            </a:r>
            <a:r>
              <a:rPr lang="en-US" sz="1310" dirty="0" err="1">
                <a:solidFill>
                  <a:srgbClr val="A8D8EA"/>
                </a:solidFill>
                <a:latin typeface="Consolas" pitchFamily="34" charset="0"/>
                <a:ea typeface="Consolas" pitchFamily="34" charset="-122"/>
                <a:cs typeface="Consolas" pitchFamily="34" charset="-120"/>
              </a:rPr>
              <a:t>self.to_out</a:t>
            </a:r>
            <a:r>
              <a:rPr lang="en-US" sz="1310" dirty="0">
                <a:solidFill>
                  <a:srgbClr val="A8D8EA"/>
                </a:solidFill>
                <a:latin typeface="Consolas" pitchFamily="34" charset="0"/>
                <a:ea typeface="Consolas" pitchFamily="34" charset="-122"/>
                <a:cs typeface="Consolas" pitchFamily="34" charset="-120"/>
              </a:rPr>
              <a:t>(out)</a:t>
            </a:r>
            <a:endParaRPr lang="en-US" sz="1310" dirty="0"/>
          </a:p>
        </p:txBody>
      </p:sp>
      <p:sp>
        <p:nvSpPr>
          <p:cNvPr id="6" name="Text 7">
            <a:extLst>
              <a:ext uri="{FF2B5EF4-FFF2-40B4-BE49-F238E27FC236}">
                <a16:creationId xmlns:a16="http://schemas.microsoft.com/office/drawing/2014/main" id="{56818427-061D-3E51-3427-EDBCD2B25D19}"/>
              </a:ext>
            </a:extLst>
          </p:cNvPr>
          <p:cNvSpPr/>
          <p:nvPr/>
        </p:nvSpPr>
        <p:spPr>
          <a:xfrm>
            <a:off x="597408" y="1463040"/>
            <a:ext cx="10875264" cy="2877312"/>
          </a:xfrm>
          <a:prstGeom prst="rect">
            <a:avLst/>
          </a:prstGeom>
          <a:noFill/>
          <a:ln/>
        </p:spPr>
        <p:txBody>
          <a:bodyPr wrap="square" lIns="0" tIns="0" rIns="0" bIns="0" rtlCol="0" anchor="t"/>
          <a:lstStyle/>
          <a:p>
            <a:endParaRPr lang="en-US" sz="1307" dirty="0"/>
          </a:p>
        </p:txBody>
      </p:sp>
      <p:sp>
        <p:nvSpPr>
          <p:cNvPr id="8" name="TextBox 7">
            <a:extLst>
              <a:ext uri="{FF2B5EF4-FFF2-40B4-BE49-F238E27FC236}">
                <a16:creationId xmlns:a16="http://schemas.microsoft.com/office/drawing/2014/main" id="{4DDC73F1-58F4-071B-6CC5-B7AFD7E93A73}"/>
              </a:ext>
            </a:extLst>
          </p:cNvPr>
          <p:cNvSpPr txBox="1"/>
          <p:nvPr/>
        </p:nvSpPr>
        <p:spPr>
          <a:xfrm>
            <a:off x="7802881" y="2067350"/>
            <a:ext cx="4389119" cy="2862322"/>
          </a:xfrm>
          <a:prstGeom prst="rect">
            <a:avLst/>
          </a:prstGeom>
          <a:noFill/>
        </p:spPr>
        <p:txBody>
          <a:bodyPr wrap="square">
            <a:spAutoFit/>
          </a:bodyPr>
          <a:lstStyle/>
          <a:p>
            <a:pPr>
              <a:buNone/>
            </a:pPr>
            <a:r>
              <a:rPr lang="en-US" b="1" dirty="0">
                <a:solidFill>
                  <a:srgbClr val="FF0000"/>
                </a:solidFill>
              </a:rPr>
              <a:t>NOTE</a:t>
            </a:r>
            <a:r>
              <a:rPr lang="en-US" dirty="0"/>
              <a:t>: </a:t>
            </a:r>
          </a:p>
          <a:p>
            <a:pPr marL="285750" indent="-285750">
              <a:buFont typeface="Arial" panose="020B0604020202020204" pitchFamily="34" charset="0"/>
              <a:buChar char="•"/>
            </a:pPr>
            <a:r>
              <a:rPr lang="en-US" dirty="0"/>
              <a:t>This implementation is identical to standard multi-head attention used in other laboratories, with the only difference being the use of </a:t>
            </a:r>
            <a:r>
              <a:rPr lang="en-US" dirty="0" err="1">
                <a:latin typeface="Courier New" panose="02070309020205020404" pitchFamily="49" charset="0"/>
              </a:rPr>
              <a:t>einsum</a:t>
            </a:r>
            <a:r>
              <a:rPr lang="en-US" dirty="0"/>
              <a:t> notation.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a:t>
            </a:r>
            <a:r>
              <a:rPr lang="en-US" dirty="0" err="1">
                <a:latin typeface="Courier New" panose="02070309020205020404" pitchFamily="49" charset="0"/>
              </a:rPr>
              <a:t>einsum</a:t>
            </a:r>
            <a:r>
              <a:rPr lang="en-US" dirty="0"/>
              <a:t> notation provides a concise and expressive way to define tensor operations:</a:t>
            </a:r>
          </a:p>
        </p:txBody>
      </p:sp>
      <p:sp>
        <p:nvSpPr>
          <p:cNvPr id="10" name="TextBox 9">
            <a:extLst>
              <a:ext uri="{FF2B5EF4-FFF2-40B4-BE49-F238E27FC236}">
                <a16:creationId xmlns:a16="http://schemas.microsoft.com/office/drawing/2014/main" id="{66F12B90-AD4A-D5BC-A38F-82908990A202}"/>
              </a:ext>
            </a:extLst>
          </p:cNvPr>
          <p:cNvSpPr txBox="1"/>
          <p:nvPr/>
        </p:nvSpPr>
        <p:spPr>
          <a:xfrm>
            <a:off x="8094846" y="4857550"/>
            <a:ext cx="3968816" cy="646331"/>
          </a:xfrm>
          <a:prstGeom prst="rect">
            <a:avLst/>
          </a:prstGeom>
          <a:noFill/>
        </p:spPr>
        <p:txBody>
          <a:bodyPr wrap="square">
            <a:spAutoFit/>
          </a:bodyPr>
          <a:lstStyle/>
          <a:p>
            <a:r>
              <a:rPr lang="ro-RO" dirty="0">
                <a:hlinkClick r:id="rId3"/>
              </a:rPr>
              <a:t>https://rockt.ai/2018/04/30/einsum</a:t>
            </a:r>
            <a:endParaRPr lang="en-US" dirty="0"/>
          </a:p>
          <a:p>
            <a:endParaRPr lang="ro-RO" dirty="0"/>
          </a:p>
        </p:txBody>
      </p:sp>
    </p:spTree>
    <p:extLst>
      <p:ext uri="{BB962C8B-B14F-4D97-AF65-F5344CB8AC3E}">
        <p14:creationId xmlns:p14="http://schemas.microsoft.com/office/powerpoint/2010/main" val="3304466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62C8C-5BD7-4316-CDE9-07C10359294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BA90636-48F9-1F82-0E5B-7A53E7113C42}"/>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1" name="Text 2">
            <a:extLst>
              <a:ext uri="{FF2B5EF4-FFF2-40B4-BE49-F238E27FC236}">
                <a16:creationId xmlns:a16="http://schemas.microsoft.com/office/drawing/2014/main" id="{1528B543-0D9A-C6A6-BE1C-4B23B05CEEEE}"/>
              </a:ext>
            </a:extLst>
          </p:cNvPr>
          <p:cNvSpPr/>
          <p:nvPr/>
        </p:nvSpPr>
        <p:spPr>
          <a:xfrm>
            <a:off x="514195" y="2331720"/>
            <a:ext cx="11163609" cy="2194560"/>
          </a:xfrm>
          <a:prstGeom prst="rect">
            <a:avLst/>
          </a:prstGeom>
          <a:noFill/>
          <a:ln/>
        </p:spPr>
        <p:txBody>
          <a:bodyPr wrap="square" lIns="0" tIns="0" rIns="0" bIns="0" rtlCol="0" anchor="ctr"/>
          <a:lstStyle/>
          <a:p>
            <a:r>
              <a:rPr lang="en-US" sz="3800" b="1" i="1" dirty="0">
                <a:latin typeface="Calibri" pitchFamily="34" charset="0"/>
                <a:ea typeface="Calibri" pitchFamily="34" charset="-122"/>
                <a:cs typeface="Calibri" pitchFamily="34" charset="-120"/>
              </a:rPr>
              <a:t>Try to focus on the big picture and not get lost in details</a:t>
            </a:r>
            <a:endParaRPr lang="en-US" sz="3800" i="1" dirty="0"/>
          </a:p>
        </p:txBody>
      </p:sp>
    </p:spTree>
    <p:extLst>
      <p:ext uri="{BB962C8B-B14F-4D97-AF65-F5344CB8AC3E}">
        <p14:creationId xmlns:p14="http://schemas.microsoft.com/office/powerpoint/2010/main" val="1695842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A5048-5661-9C6C-C569-CC21819591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35738BA-1EB4-3BE4-48DD-755B96F32FE2}"/>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8189EAB6-B948-A21A-70CE-4B25E07888CA}"/>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Self-Attention in the Denoising U-Net</a:t>
            </a:r>
            <a:endParaRPr lang="en-US" sz="3467" dirty="0"/>
          </a:p>
        </p:txBody>
      </p:sp>
      <p:sp>
        <p:nvSpPr>
          <p:cNvPr id="31" name="Shape 0">
            <a:extLst>
              <a:ext uri="{FF2B5EF4-FFF2-40B4-BE49-F238E27FC236}">
                <a16:creationId xmlns:a16="http://schemas.microsoft.com/office/drawing/2014/main" id="{F7C873CB-05AC-31B9-1777-CE1642A66EE1}"/>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5" name="Shape 6">
            <a:extLst>
              <a:ext uri="{FF2B5EF4-FFF2-40B4-BE49-F238E27FC236}">
                <a16:creationId xmlns:a16="http://schemas.microsoft.com/office/drawing/2014/main" id="{0C2EAA9C-9D2E-FB1D-B0D2-C755D43D43DE}"/>
              </a:ext>
            </a:extLst>
          </p:cNvPr>
          <p:cNvSpPr/>
          <p:nvPr/>
        </p:nvSpPr>
        <p:spPr>
          <a:xfrm>
            <a:off x="128338" y="1341121"/>
            <a:ext cx="6599721" cy="4636168"/>
          </a:xfrm>
          <a:prstGeom prst="rect">
            <a:avLst/>
          </a:prstGeom>
          <a:solidFill>
            <a:srgbClr val="1E2A3A"/>
          </a:solidFill>
          <a:ln w="10160">
            <a:solidFill>
              <a:srgbClr val="00E5FF"/>
            </a:solidFill>
            <a:prstDash val="solid"/>
          </a:ln>
        </p:spPr>
        <p:txBody>
          <a:bodyPr/>
          <a:lstStyle/>
          <a:p>
            <a:r>
              <a:rPr lang="en-US" sz="1150" dirty="0">
                <a:solidFill>
                  <a:srgbClr val="A8D8EA"/>
                </a:solidFill>
                <a:latin typeface="Consolas" pitchFamily="34" charset="0"/>
                <a:ea typeface="Consolas" pitchFamily="34" charset="-122"/>
                <a:cs typeface="Consolas" pitchFamily="34" charset="-120"/>
              </a:rPr>
              <a:t>class Attention(</a:t>
            </a:r>
            <a:r>
              <a:rPr lang="en-US" sz="1150" dirty="0" err="1">
                <a:solidFill>
                  <a:srgbClr val="A8D8EA"/>
                </a:solidFill>
                <a:latin typeface="Consolas" pitchFamily="34" charset="0"/>
                <a:ea typeface="Consolas" pitchFamily="34" charset="-122"/>
                <a:cs typeface="Consolas" pitchFamily="34" charset="-120"/>
              </a:rPr>
              <a:t>nn.Module</a:t>
            </a:r>
            <a:r>
              <a:rPr lang="en-US" sz="1150" dirty="0">
                <a:solidFill>
                  <a:srgbClr val="A8D8EA"/>
                </a:solidFill>
                <a:latin typeface="Consolas" pitchFamily="34" charset="0"/>
                <a:ea typeface="Consolas" pitchFamily="34" charset="-122"/>
                <a:cs typeface="Consolas" pitchFamily="34" charset="-120"/>
              </a:rPr>
              <a:t>):</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def __</a:t>
            </a:r>
            <a:r>
              <a:rPr lang="en-US" sz="1150" dirty="0" err="1">
                <a:solidFill>
                  <a:srgbClr val="A8D8EA"/>
                </a:solidFill>
                <a:latin typeface="Consolas" pitchFamily="34" charset="0"/>
                <a:ea typeface="Consolas" pitchFamily="34" charset="-122"/>
                <a:cs typeface="Consolas" pitchFamily="34" charset="-120"/>
              </a:rPr>
              <a:t>init</a:t>
            </a:r>
            <a:r>
              <a:rPr lang="en-US" sz="1150" dirty="0">
                <a:solidFill>
                  <a:srgbClr val="A8D8EA"/>
                </a:solidFill>
                <a:latin typeface="Consolas" pitchFamily="34" charset="0"/>
                <a:ea typeface="Consolas" pitchFamily="34" charset="-122"/>
                <a:cs typeface="Consolas" pitchFamily="34" charset="-120"/>
              </a:rPr>
              <a:t>__(self, dim, heads=4, </a:t>
            </a:r>
            <a:r>
              <a:rPr lang="en-US" sz="1150" dirty="0" err="1">
                <a:solidFill>
                  <a:srgbClr val="A8D8EA"/>
                </a:solidFill>
                <a:latin typeface="Consolas" pitchFamily="34" charset="0"/>
                <a:ea typeface="Consolas" pitchFamily="34" charset="-122"/>
                <a:cs typeface="Consolas" pitchFamily="34" charset="-120"/>
              </a:rPr>
              <a:t>dim_head</a:t>
            </a:r>
            <a:r>
              <a:rPr lang="en-US" sz="1150" dirty="0">
                <a:solidFill>
                  <a:srgbClr val="A8D8EA"/>
                </a:solidFill>
                <a:latin typeface="Consolas" pitchFamily="34" charset="0"/>
                <a:ea typeface="Consolas" pitchFamily="34" charset="-122"/>
                <a:cs typeface="Consolas" pitchFamily="34" charset="-120"/>
              </a:rPr>
              <a:t>=32):</a:t>
            </a:r>
          </a:p>
          <a:p>
            <a:r>
              <a:rPr lang="en-US" sz="1150" dirty="0">
                <a:solidFill>
                  <a:srgbClr val="A8D8EA"/>
                </a:solidFill>
                <a:latin typeface="Consolas" pitchFamily="34" charset="0"/>
                <a:ea typeface="Consolas" pitchFamily="34" charset="-122"/>
                <a:cs typeface="Consolas" pitchFamily="34" charset="-120"/>
              </a:rPr>
              <a:t>        super().__</a:t>
            </a:r>
            <a:r>
              <a:rPr lang="en-US" sz="1150" dirty="0" err="1">
                <a:solidFill>
                  <a:srgbClr val="A8D8EA"/>
                </a:solidFill>
                <a:latin typeface="Consolas" pitchFamily="34" charset="0"/>
                <a:ea typeface="Consolas" pitchFamily="34" charset="-122"/>
                <a:cs typeface="Consolas" pitchFamily="34" charset="-120"/>
              </a:rPr>
              <a:t>init</a:t>
            </a:r>
            <a:r>
              <a:rPr lang="en-US" sz="1150" dirty="0">
                <a:solidFill>
                  <a:srgbClr val="A8D8EA"/>
                </a:solidFill>
                <a:latin typeface="Consolas" pitchFamily="34" charset="0"/>
                <a:ea typeface="Consolas" pitchFamily="34" charset="-122"/>
                <a:cs typeface="Consolas" pitchFamily="34" charset="-120"/>
              </a:rPr>
              <a:t>__()</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self.scale</a:t>
            </a:r>
            <a:r>
              <a:rPr lang="en-US" sz="1150" dirty="0">
                <a:solidFill>
                  <a:srgbClr val="A8D8EA"/>
                </a:solidFill>
                <a:latin typeface="Consolas" pitchFamily="34" charset="0"/>
                <a:ea typeface="Consolas" pitchFamily="34" charset="-122"/>
                <a:cs typeface="Consolas" pitchFamily="34" charset="-120"/>
              </a:rPr>
              <a:t> = </a:t>
            </a:r>
            <a:r>
              <a:rPr lang="en-US" sz="1150" dirty="0" err="1">
                <a:solidFill>
                  <a:srgbClr val="A8D8EA"/>
                </a:solidFill>
                <a:latin typeface="Consolas" pitchFamily="34" charset="0"/>
                <a:ea typeface="Consolas" pitchFamily="34" charset="-122"/>
                <a:cs typeface="Consolas" pitchFamily="34" charset="-120"/>
              </a:rPr>
              <a:t>dim_head</a:t>
            </a:r>
            <a:r>
              <a:rPr lang="en-US" sz="1150" dirty="0">
                <a:solidFill>
                  <a:srgbClr val="A8D8EA"/>
                </a:solidFill>
                <a:latin typeface="Consolas" pitchFamily="34" charset="0"/>
                <a:ea typeface="Consolas" pitchFamily="34" charset="-122"/>
                <a:cs typeface="Consolas" pitchFamily="34" charset="-120"/>
              </a:rPr>
              <a:t>**-0.5</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self.heads</a:t>
            </a:r>
            <a:r>
              <a:rPr lang="en-US" sz="1150" dirty="0">
                <a:solidFill>
                  <a:srgbClr val="A8D8EA"/>
                </a:solidFill>
                <a:latin typeface="Consolas" pitchFamily="34" charset="0"/>
                <a:ea typeface="Consolas" pitchFamily="34" charset="-122"/>
                <a:cs typeface="Consolas" pitchFamily="34" charset="-120"/>
              </a:rPr>
              <a:t> = heads</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hidden_dim</a:t>
            </a:r>
            <a:r>
              <a:rPr lang="en-US" sz="1150" dirty="0">
                <a:solidFill>
                  <a:srgbClr val="A8D8EA"/>
                </a:solidFill>
                <a:latin typeface="Consolas" pitchFamily="34" charset="0"/>
                <a:ea typeface="Consolas" pitchFamily="34" charset="-122"/>
                <a:cs typeface="Consolas" pitchFamily="34" charset="-120"/>
              </a:rPr>
              <a:t> = </a:t>
            </a:r>
            <a:r>
              <a:rPr lang="en-US" sz="1150" dirty="0" err="1">
                <a:solidFill>
                  <a:srgbClr val="A8D8EA"/>
                </a:solidFill>
                <a:latin typeface="Consolas" pitchFamily="34" charset="0"/>
                <a:ea typeface="Consolas" pitchFamily="34" charset="-122"/>
                <a:cs typeface="Consolas" pitchFamily="34" charset="-120"/>
              </a:rPr>
              <a:t>dim_head</a:t>
            </a:r>
            <a:r>
              <a:rPr lang="en-US" sz="1150" dirty="0">
                <a:solidFill>
                  <a:srgbClr val="A8D8EA"/>
                </a:solidFill>
                <a:latin typeface="Consolas" pitchFamily="34" charset="0"/>
                <a:ea typeface="Consolas" pitchFamily="34" charset="-122"/>
                <a:cs typeface="Consolas" pitchFamily="34" charset="-120"/>
              </a:rPr>
              <a:t> * heads</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self.to_qkv</a:t>
            </a:r>
            <a:r>
              <a:rPr lang="en-US" sz="1150" dirty="0">
                <a:solidFill>
                  <a:srgbClr val="A8D8EA"/>
                </a:solidFill>
                <a:latin typeface="Consolas" pitchFamily="34" charset="0"/>
                <a:ea typeface="Consolas" pitchFamily="34" charset="-122"/>
                <a:cs typeface="Consolas" pitchFamily="34" charset="-120"/>
              </a:rPr>
              <a:t> = nn.Conv2d(dim, </a:t>
            </a:r>
            <a:r>
              <a:rPr lang="en-US" sz="1150" dirty="0" err="1">
                <a:solidFill>
                  <a:srgbClr val="A8D8EA"/>
                </a:solidFill>
                <a:latin typeface="Consolas" pitchFamily="34" charset="0"/>
                <a:ea typeface="Consolas" pitchFamily="34" charset="-122"/>
                <a:cs typeface="Consolas" pitchFamily="34" charset="-120"/>
              </a:rPr>
              <a:t>hidden_dim</a:t>
            </a:r>
            <a:r>
              <a:rPr lang="en-US" sz="1150" dirty="0">
                <a:solidFill>
                  <a:srgbClr val="A8D8EA"/>
                </a:solidFill>
                <a:latin typeface="Consolas" pitchFamily="34" charset="0"/>
                <a:ea typeface="Consolas" pitchFamily="34" charset="-122"/>
                <a:cs typeface="Consolas" pitchFamily="34" charset="-120"/>
              </a:rPr>
              <a:t> * 3, 1, bias=False)</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self.to_out</a:t>
            </a:r>
            <a:r>
              <a:rPr lang="en-US" sz="1150" dirty="0">
                <a:solidFill>
                  <a:srgbClr val="A8D8EA"/>
                </a:solidFill>
                <a:latin typeface="Consolas" pitchFamily="34" charset="0"/>
                <a:ea typeface="Consolas" pitchFamily="34" charset="-122"/>
                <a:cs typeface="Consolas" pitchFamily="34" charset="-120"/>
              </a:rPr>
              <a:t> = nn.Conv2d(</a:t>
            </a:r>
            <a:r>
              <a:rPr lang="en-US" sz="1150" dirty="0" err="1">
                <a:solidFill>
                  <a:srgbClr val="A8D8EA"/>
                </a:solidFill>
                <a:latin typeface="Consolas" pitchFamily="34" charset="0"/>
                <a:ea typeface="Consolas" pitchFamily="34" charset="-122"/>
                <a:cs typeface="Consolas" pitchFamily="34" charset="-120"/>
              </a:rPr>
              <a:t>hidden_dim</a:t>
            </a:r>
            <a:r>
              <a:rPr lang="en-US" sz="1150" dirty="0">
                <a:solidFill>
                  <a:srgbClr val="A8D8EA"/>
                </a:solidFill>
                <a:latin typeface="Consolas" pitchFamily="34" charset="0"/>
                <a:ea typeface="Consolas" pitchFamily="34" charset="-122"/>
                <a:cs typeface="Consolas" pitchFamily="34" charset="-120"/>
              </a:rPr>
              <a:t>, dim, 1)</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def forward(self, x):</a:t>
            </a:r>
          </a:p>
          <a:p>
            <a:r>
              <a:rPr lang="en-US" sz="1150" dirty="0">
                <a:solidFill>
                  <a:srgbClr val="A8D8EA"/>
                </a:solidFill>
                <a:latin typeface="Consolas" pitchFamily="34" charset="0"/>
                <a:ea typeface="Consolas" pitchFamily="34" charset="-122"/>
                <a:cs typeface="Consolas" pitchFamily="34" charset="-120"/>
              </a:rPr>
              <a:t>        b, c, h, w = </a:t>
            </a:r>
            <a:r>
              <a:rPr lang="en-US" sz="1150" dirty="0" err="1">
                <a:solidFill>
                  <a:srgbClr val="A8D8EA"/>
                </a:solidFill>
                <a:latin typeface="Consolas" pitchFamily="34" charset="0"/>
                <a:ea typeface="Consolas" pitchFamily="34" charset="-122"/>
                <a:cs typeface="Consolas" pitchFamily="34" charset="-120"/>
              </a:rPr>
              <a:t>x.shape</a:t>
            </a:r>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qkv</a:t>
            </a:r>
            <a:r>
              <a:rPr lang="en-US" sz="1150" dirty="0">
                <a:solidFill>
                  <a:srgbClr val="A8D8EA"/>
                </a:solidFill>
                <a:latin typeface="Consolas" pitchFamily="34" charset="0"/>
                <a:ea typeface="Consolas" pitchFamily="34" charset="-122"/>
                <a:cs typeface="Consolas" pitchFamily="34" charset="-120"/>
              </a:rPr>
              <a:t> = </a:t>
            </a:r>
            <a:r>
              <a:rPr lang="en-US" sz="1150" dirty="0" err="1">
                <a:solidFill>
                  <a:srgbClr val="A8D8EA"/>
                </a:solidFill>
                <a:latin typeface="Consolas" pitchFamily="34" charset="0"/>
                <a:ea typeface="Consolas" pitchFamily="34" charset="-122"/>
                <a:cs typeface="Consolas" pitchFamily="34" charset="-120"/>
              </a:rPr>
              <a:t>self.to_qkv</a:t>
            </a:r>
            <a:r>
              <a:rPr lang="en-US" sz="1150" dirty="0">
                <a:solidFill>
                  <a:srgbClr val="A8D8EA"/>
                </a:solidFill>
                <a:latin typeface="Consolas" pitchFamily="34" charset="0"/>
                <a:ea typeface="Consolas" pitchFamily="34" charset="-122"/>
                <a:cs typeface="Consolas" pitchFamily="34" charset="-120"/>
              </a:rPr>
              <a:t>(x).chunk(3, dim=1)</a:t>
            </a:r>
          </a:p>
          <a:p>
            <a:r>
              <a:rPr lang="en-US" sz="1150" dirty="0">
                <a:solidFill>
                  <a:srgbClr val="A8D8EA"/>
                </a:solidFill>
                <a:latin typeface="Consolas" pitchFamily="34" charset="0"/>
                <a:ea typeface="Consolas" pitchFamily="34" charset="-122"/>
                <a:cs typeface="Consolas" pitchFamily="34" charset="-120"/>
              </a:rPr>
              <a:t>        q, k, v = map(</a:t>
            </a:r>
          </a:p>
          <a:p>
            <a:r>
              <a:rPr lang="en-US" sz="1150" dirty="0">
                <a:solidFill>
                  <a:srgbClr val="A8D8EA"/>
                </a:solidFill>
                <a:latin typeface="Consolas" pitchFamily="34" charset="0"/>
                <a:ea typeface="Consolas" pitchFamily="34" charset="-122"/>
                <a:cs typeface="Consolas" pitchFamily="34" charset="-120"/>
              </a:rPr>
              <a:t>            lambda t: rearrange(t, 'b (h c) x y -&gt; b h c (x y)', h=</a:t>
            </a:r>
            <a:r>
              <a:rPr lang="en-US" sz="1150" dirty="0" err="1">
                <a:solidFill>
                  <a:srgbClr val="A8D8EA"/>
                </a:solidFill>
                <a:latin typeface="Consolas" pitchFamily="34" charset="0"/>
                <a:ea typeface="Consolas" pitchFamily="34" charset="-122"/>
                <a:cs typeface="Consolas" pitchFamily="34" charset="-120"/>
              </a:rPr>
              <a:t>self.heads</a:t>
            </a:r>
            <a:r>
              <a:rPr lang="en-US" sz="1150" dirty="0">
                <a:solidFill>
                  <a:srgbClr val="A8D8EA"/>
                </a:solidFill>
                <a:latin typeface="Consolas" pitchFamily="34" charset="0"/>
                <a:ea typeface="Consolas" pitchFamily="34" charset="-122"/>
                <a:cs typeface="Consolas" pitchFamily="34" charset="-120"/>
              </a:rPr>
              <a:t>),</a:t>
            </a:r>
          </a:p>
          <a:p>
            <a:r>
              <a:rPr lang="en-US" sz="1150" dirty="0">
                <a:solidFill>
                  <a:srgbClr val="A8D8EA"/>
                </a:solidFill>
                <a:latin typeface="Consolas" pitchFamily="34" charset="0"/>
                <a:ea typeface="Consolas" pitchFamily="34" charset="-122"/>
                <a:cs typeface="Consolas" pitchFamily="34" charset="-120"/>
              </a:rPr>
              <a:t>            </a:t>
            </a:r>
            <a:r>
              <a:rPr lang="en-US" sz="1150" dirty="0" err="1">
                <a:solidFill>
                  <a:srgbClr val="A8D8EA"/>
                </a:solidFill>
                <a:latin typeface="Consolas" pitchFamily="34" charset="0"/>
                <a:ea typeface="Consolas" pitchFamily="34" charset="-122"/>
                <a:cs typeface="Consolas" pitchFamily="34" charset="-120"/>
              </a:rPr>
              <a:t>qkv</a:t>
            </a:r>
            <a:r>
              <a:rPr lang="en-US" sz="1150" dirty="0">
                <a:solidFill>
                  <a:srgbClr val="A8D8EA"/>
                </a:solidFill>
                <a:latin typeface="Consolas" pitchFamily="34" charset="0"/>
                <a:ea typeface="Consolas" pitchFamily="34" charset="-122"/>
                <a:cs typeface="Consolas" pitchFamily="34" charset="-120"/>
              </a:rPr>
              <a:t>)</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q = q * </a:t>
            </a:r>
            <a:r>
              <a:rPr lang="en-US" sz="1150" dirty="0" err="1">
                <a:solidFill>
                  <a:srgbClr val="A8D8EA"/>
                </a:solidFill>
                <a:latin typeface="Consolas" pitchFamily="34" charset="0"/>
                <a:ea typeface="Consolas" pitchFamily="34" charset="-122"/>
                <a:cs typeface="Consolas" pitchFamily="34" charset="-120"/>
              </a:rPr>
              <a:t>self.scale</a:t>
            </a:r>
            <a:endParaRPr lang="en-US" sz="1150" dirty="0">
              <a:solidFill>
                <a:srgbClr val="A8D8EA"/>
              </a:solidFill>
              <a:latin typeface="Consolas" pitchFamily="34" charset="0"/>
              <a:ea typeface="Consolas" pitchFamily="34" charset="-122"/>
              <a:cs typeface="Consolas" pitchFamily="34" charset="-120"/>
            </a:endParaRP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sim = </a:t>
            </a:r>
            <a:r>
              <a:rPr lang="en-US" sz="1150" dirty="0" err="1">
                <a:solidFill>
                  <a:srgbClr val="A8D8EA"/>
                </a:solidFill>
                <a:latin typeface="Consolas" pitchFamily="34" charset="0"/>
                <a:ea typeface="Consolas" pitchFamily="34" charset="-122"/>
                <a:cs typeface="Consolas" pitchFamily="34" charset="-120"/>
              </a:rPr>
              <a:t>einsum</a:t>
            </a:r>
            <a:r>
              <a:rPr lang="en-US" sz="1150" dirty="0">
                <a:solidFill>
                  <a:srgbClr val="A8D8EA"/>
                </a:solidFill>
                <a:latin typeface="Consolas" pitchFamily="34" charset="0"/>
                <a:ea typeface="Consolas" pitchFamily="34" charset="-122"/>
                <a:cs typeface="Consolas" pitchFamily="34" charset="-120"/>
              </a:rPr>
              <a:t>('b h d </a:t>
            </a:r>
            <a:r>
              <a:rPr lang="en-US" sz="1150" dirty="0" err="1">
                <a:solidFill>
                  <a:srgbClr val="A8D8EA"/>
                </a:solidFill>
                <a:latin typeface="Consolas" pitchFamily="34" charset="0"/>
                <a:ea typeface="Consolas" pitchFamily="34" charset="-122"/>
                <a:cs typeface="Consolas" pitchFamily="34" charset="-120"/>
              </a:rPr>
              <a:t>i</a:t>
            </a:r>
            <a:r>
              <a:rPr lang="en-US" sz="1150" dirty="0">
                <a:solidFill>
                  <a:srgbClr val="A8D8EA"/>
                </a:solidFill>
                <a:latin typeface="Consolas" pitchFamily="34" charset="0"/>
                <a:ea typeface="Consolas" pitchFamily="34" charset="-122"/>
                <a:cs typeface="Consolas" pitchFamily="34" charset="-120"/>
              </a:rPr>
              <a:t>, b h d j -&gt; b h </a:t>
            </a:r>
            <a:r>
              <a:rPr lang="en-US" sz="1150" dirty="0" err="1">
                <a:solidFill>
                  <a:srgbClr val="A8D8EA"/>
                </a:solidFill>
                <a:latin typeface="Consolas" pitchFamily="34" charset="0"/>
                <a:ea typeface="Consolas" pitchFamily="34" charset="-122"/>
                <a:cs typeface="Consolas" pitchFamily="34" charset="-120"/>
              </a:rPr>
              <a:t>i</a:t>
            </a:r>
            <a:r>
              <a:rPr lang="en-US" sz="1150" dirty="0">
                <a:solidFill>
                  <a:srgbClr val="A8D8EA"/>
                </a:solidFill>
                <a:latin typeface="Consolas" pitchFamily="34" charset="0"/>
                <a:ea typeface="Consolas" pitchFamily="34" charset="-122"/>
                <a:cs typeface="Consolas" pitchFamily="34" charset="-120"/>
              </a:rPr>
              <a:t> j', q, k)</a:t>
            </a:r>
          </a:p>
          <a:p>
            <a:r>
              <a:rPr lang="en-US" sz="1150" dirty="0">
                <a:solidFill>
                  <a:srgbClr val="A8D8EA"/>
                </a:solidFill>
                <a:latin typeface="Consolas" pitchFamily="34" charset="0"/>
                <a:ea typeface="Consolas" pitchFamily="34" charset="-122"/>
                <a:cs typeface="Consolas" pitchFamily="34" charset="-120"/>
              </a:rPr>
              <a:t>        attn = </a:t>
            </a:r>
            <a:r>
              <a:rPr lang="en-US" sz="1150" dirty="0" err="1">
                <a:solidFill>
                  <a:srgbClr val="A8D8EA"/>
                </a:solidFill>
                <a:latin typeface="Consolas" pitchFamily="34" charset="0"/>
                <a:ea typeface="Consolas" pitchFamily="34" charset="-122"/>
                <a:cs typeface="Consolas" pitchFamily="34" charset="-120"/>
              </a:rPr>
              <a:t>sim.softmax</a:t>
            </a:r>
            <a:r>
              <a:rPr lang="en-US" sz="1150" dirty="0">
                <a:solidFill>
                  <a:srgbClr val="A8D8EA"/>
                </a:solidFill>
                <a:latin typeface="Consolas" pitchFamily="34" charset="0"/>
                <a:ea typeface="Consolas" pitchFamily="34" charset="-122"/>
                <a:cs typeface="Consolas" pitchFamily="34" charset="-120"/>
              </a:rPr>
              <a:t>(dim=-1)</a:t>
            </a:r>
          </a:p>
          <a:p>
            <a:r>
              <a:rPr lang="en-US" sz="1150" dirty="0">
                <a:solidFill>
                  <a:srgbClr val="A8D8EA"/>
                </a:solidFill>
                <a:latin typeface="Consolas" pitchFamily="34" charset="0"/>
                <a:ea typeface="Consolas" pitchFamily="34" charset="-122"/>
                <a:cs typeface="Consolas" pitchFamily="34" charset="-120"/>
              </a:rPr>
              <a:t>        out = </a:t>
            </a:r>
            <a:r>
              <a:rPr lang="en-US" sz="1150" dirty="0" err="1">
                <a:solidFill>
                  <a:srgbClr val="A8D8EA"/>
                </a:solidFill>
                <a:latin typeface="Consolas" pitchFamily="34" charset="0"/>
                <a:ea typeface="Consolas" pitchFamily="34" charset="-122"/>
                <a:cs typeface="Consolas" pitchFamily="34" charset="-120"/>
              </a:rPr>
              <a:t>einsum</a:t>
            </a:r>
            <a:r>
              <a:rPr lang="en-US" sz="1150" dirty="0">
                <a:solidFill>
                  <a:srgbClr val="A8D8EA"/>
                </a:solidFill>
                <a:latin typeface="Consolas" pitchFamily="34" charset="0"/>
                <a:ea typeface="Consolas" pitchFamily="34" charset="-122"/>
                <a:cs typeface="Consolas" pitchFamily="34" charset="-120"/>
              </a:rPr>
              <a:t>('b h </a:t>
            </a:r>
            <a:r>
              <a:rPr lang="en-US" sz="1150" dirty="0" err="1">
                <a:solidFill>
                  <a:srgbClr val="A8D8EA"/>
                </a:solidFill>
                <a:latin typeface="Consolas" pitchFamily="34" charset="0"/>
                <a:ea typeface="Consolas" pitchFamily="34" charset="-122"/>
                <a:cs typeface="Consolas" pitchFamily="34" charset="-120"/>
              </a:rPr>
              <a:t>i</a:t>
            </a:r>
            <a:r>
              <a:rPr lang="en-US" sz="1150" dirty="0">
                <a:solidFill>
                  <a:srgbClr val="A8D8EA"/>
                </a:solidFill>
                <a:latin typeface="Consolas" pitchFamily="34" charset="0"/>
                <a:ea typeface="Consolas" pitchFamily="34" charset="-122"/>
                <a:cs typeface="Consolas" pitchFamily="34" charset="-120"/>
              </a:rPr>
              <a:t> j, b h d j -&gt; b h </a:t>
            </a:r>
            <a:r>
              <a:rPr lang="en-US" sz="1150" dirty="0" err="1">
                <a:solidFill>
                  <a:srgbClr val="A8D8EA"/>
                </a:solidFill>
                <a:latin typeface="Consolas" pitchFamily="34" charset="0"/>
                <a:ea typeface="Consolas" pitchFamily="34" charset="-122"/>
                <a:cs typeface="Consolas" pitchFamily="34" charset="-120"/>
              </a:rPr>
              <a:t>i</a:t>
            </a:r>
            <a:r>
              <a:rPr lang="en-US" sz="1150" dirty="0">
                <a:solidFill>
                  <a:srgbClr val="A8D8EA"/>
                </a:solidFill>
                <a:latin typeface="Consolas" pitchFamily="34" charset="0"/>
                <a:ea typeface="Consolas" pitchFamily="34" charset="-122"/>
                <a:cs typeface="Consolas" pitchFamily="34" charset="-120"/>
              </a:rPr>
              <a:t> d', attn, v)</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out = rearrange(out, 'b h (x y) d -&gt; b (h d) x y', x=h, y=w)</a:t>
            </a:r>
          </a:p>
          <a:p>
            <a:r>
              <a:rPr lang="en-US" sz="1150" dirty="0">
                <a:solidFill>
                  <a:srgbClr val="A8D8EA"/>
                </a:solidFill>
                <a:latin typeface="Consolas" pitchFamily="34" charset="0"/>
                <a:ea typeface="Consolas" pitchFamily="34" charset="-122"/>
                <a:cs typeface="Consolas" pitchFamily="34" charset="-120"/>
              </a:rPr>
              <a:t>        return </a:t>
            </a:r>
            <a:r>
              <a:rPr lang="en-US" sz="1150" dirty="0" err="1">
                <a:solidFill>
                  <a:srgbClr val="A8D8EA"/>
                </a:solidFill>
                <a:latin typeface="Consolas" pitchFamily="34" charset="0"/>
                <a:ea typeface="Consolas" pitchFamily="34" charset="-122"/>
                <a:cs typeface="Consolas" pitchFamily="34" charset="-120"/>
              </a:rPr>
              <a:t>self.to_out</a:t>
            </a:r>
            <a:r>
              <a:rPr lang="en-US" sz="1150" dirty="0">
                <a:solidFill>
                  <a:srgbClr val="A8D8EA"/>
                </a:solidFill>
                <a:latin typeface="Consolas" pitchFamily="34" charset="0"/>
                <a:ea typeface="Consolas" pitchFamily="34" charset="-122"/>
                <a:cs typeface="Consolas" pitchFamily="34" charset="-120"/>
              </a:rPr>
              <a:t>(out)</a:t>
            </a:r>
            <a:endParaRPr lang="en-US" sz="1150" dirty="0"/>
          </a:p>
        </p:txBody>
      </p:sp>
      <p:sp>
        <p:nvSpPr>
          <p:cNvPr id="6" name="Text 7">
            <a:extLst>
              <a:ext uri="{FF2B5EF4-FFF2-40B4-BE49-F238E27FC236}">
                <a16:creationId xmlns:a16="http://schemas.microsoft.com/office/drawing/2014/main" id="{5C3E8B72-905B-135B-E446-FAF14DB664DF}"/>
              </a:ext>
            </a:extLst>
          </p:cNvPr>
          <p:cNvSpPr/>
          <p:nvPr/>
        </p:nvSpPr>
        <p:spPr>
          <a:xfrm>
            <a:off x="597408" y="1463040"/>
            <a:ext cx="10875264" cy="2877312"/>
          </a:xfrm>
          <a:prstGeom prst="rect">
            <a:avLst/>
          </a:prstGeom>
          <a:noFill/>
          <a:ln/>
        </p:spPr>
        <p:txBody>
          <a:bodyPr wrap="square" lIns="0" tIns="0" rIns="0" bIns="0" rtlCol="0" anchor="t"/>
          <a:lstStyle/>
          <a:p>
            <a:endParaRPr lang="en-US" sz="1307" dirty="0"/>
          </a:p>
        </p:txBody>
      </p:sp>
      <p:pic>
        <p:nvPicPr>
          <p:cNvPr id="7" name="Picture 2" descr="Why do my glasses need cleaning all the time? | Book An Eye Test">
            <a:extLst>
              <a:ext uri="{FF2B5EF4-FFF2-40B4-BE49-F238E27FC236}">
                <a16:creationId xmlns:a16="http://schemas.microsoft.com/office/drawing/2014/main" id="{021FEAB5-32C5-1521-FCFE-1E54A4CE9A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775" y="2827292"/>
            <a:ext cx="2269590" cy="1513060"/>
          </a:xfrm>
          <a:prstGeom prst="rect">
            <a:avLst/>
          </a:prstGeom>
          <a:noFill/>
          <a:extLst>
            <a:ext uri="{909E8E84-426E-40DD-AFC4-6F175D3DCCD1}">
              <a14:hiddenFill xmlns:a14="http://schemas.microsoft.com/office/drawing/2010/main">
                <a:solidFill>
                  <a:srgbClr val="FFFFFF"/>
                </a:solidFill>
              </a14:hiddenFill>
            </a:ext>
          </a:extLst>
        </p:spPr>
      </p:pic>
      <p:sp>
        <p:nvSpPr>
          <p:cNvPr id="11" name="Shape 6">
            <a:extLst>
              <a:ext uri="{FF2B5EF4-FFF2-40B4-BE49-F238E27FC236}">
                <a16:creationId xmlns:a16="http://schemas.microsoft.com/office/drawing/2014/main" id="{469A69DC-C85E-0866-6EDF-6F65AC4255DD}"/>
              </a:ext>
            </a:extLst>
          </p:cNvPr>
          <p:cNvSpPr/>
          <p:nvPr/>
        </p:nvSpPr>
        <p:spPr>
          <a:xfrm>
            <a:off x="9386815" y="3033563"/>
            <a:ext cx="2408884" cy="625642"/>
          </a:xfrm>
          <a:prstGeom prst="rect">
            <a:avLst/>
          </a:prstGeom>
          <a:solidFill>
            <a:srgbClr val="1E2A3A"/>
          </a:solidFill>
          <a:ln w="10160">
            <a:solidFill>
              <a:srgbClr val="00E5FF"/>
            </a:solidFill>
            <a:prstDash val="solid"/>
          </a:ln>
        </p:spPr>
        <p:txBody>
          <a:bodyPr/>
          <a:lstStyle/>
          <a:p>
            <a:r>
              <a:rPr lang="en-US" sz="1150" dirty="0">
                <a:solidFill>
                  <a:srgbClr val="A8D8EA"/>
                </a:solidFill>
                <a:latin typeface="Consolas" pitchFamily="34" charset="0"/>
                <a:ea typeface="Consolas" pitchFamily="34" charset="-122"/>
                <a:cs typeface="Consolas" pitchFamily="34" charset="-120"/>
              </a:rPr>
              <a:t>class Attention(</a:t>
            </a:r>
            <a:r>
              <a:rPr lang="en-US" sz="1150" dirty="0" err="1">
                <a:solidFill>
                  <a:srgbClr val="A8D8EA"/>
                </a:solidFill>
                <a:latin typeface="Consolas" pitchFamily="34" charset="0"/>
                <a:ea typeface="Consolas" pitchFamily="34" charset="-122"/>
                <a:cs typeface="Consolas" pitchFamily="34" charset="-120"/>
              </a:rPr>
              <a:t>nn.Module</a:t>
            </a:r>
            <a:r>
              <a:rPr lang="en-US" sz="1150" dirty="0">
                <a:solidFill>
                  <a:srgbClr val="A8D8EA"/>
                </a:solidFill>
                <a:latin typeface="Consolas" pitchFamily="34" charset="0"/>
                <a:ea typeface="Consolas" pitchFamily="34" charset="-122"/>
                <a:cs typeface="Consolas" pitchFamily="34" charset="-120"/>
              </a:rPr>
              <a:t>):</a:t>
            </a:r>
          </a:p>
          <a:p>
            <a:endParaRPr lang="en-US" sz="1150" dirty="0">
              <a:solidFill>
                <a:srgbClr val="A8D8EA"/>
              </a:solidFill>
              <a:latin typeface="Consolas" pitchFamily="34" charset="0"/>
              <a:ea typeface="Consolas" pitchFamily="34" charset="-122"/>
              <a:cs typeface="Consolas" pitchFamily="34" charset="-120"/>
            </a:endParaRPr>
          </a:p>
          <a:p>
            <a:r>
              <a:rPr lang="en-US" sz="1150" dirty="0">
                <a:solidFill>
                  <a:srgbClr val="A8D8EA"/>
                </a:solidFill>
                <a:latin typeface="Consolas" pitchFamily="34" charset="0"/>
                <a:ea typeface="Consolas" pitchFamily="34" charset="-122"/>
                <a:cs typeface="Consolas" pitchFamily="34" charset="-120"/>
              </a:rPr>
              <a:t>    ...</a:t>
            </a:r>
            <a:endParaRPr lang="en-US" sz="1150" dirty="0"/>
          </a:p>
        </p:txBody>
      </p:sp>
      <p:pic>
        <p:nvPicPr>
          <p:cNvPr id="12" name="Picture 11">
            <a:extLst>
              <a:ext uri="{FF2B5EF4-FFF2-40B4-BE49-F238E27FC236}">
                <a16:creationId xmlns:a16="http://schemas.microsoft.com/office/drawing/2014/main" id="{FC46A106-7B3F-E618-F14A-7CFC0C682399}"/>
              </a:ext>
            </a:extLst>
          </p:cNvPr>
          <p:cNvPicPr>
            <a:picLocks noChangeAspect="1"/>
          </p:cNvPicPr>
          <p:nvPr/>
        </p:nvPicPr>
        <p:blipFill>
          <a:blip r:embed="rId4"/>
          <a:stretch>
            <a:fillRect/>
          </a:stretch>
        </p:blipFill>
        <p:spPr>
          <a:xfrm>
            <a:off x="9100365" y="3685587"/>
            <a:ext cx="2988919" cy="628383"/>
          </a:xfrm>
          <a:prstGeom prst="rect">
            <a:avLst/>
          </a:prstGeom>
        </p:spPr>
      </p:pic>
    </p:spTree>
    <p:extLst>
      <p:ext uri="{BB962C8B-B14F-4D97-AF65-F5344CB8AC3E}">
        <p14:creationId xmlns:p14="http://schemas.microsoft.com/office/powerpoint/2010/main" val="4076754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BCC7-F81F-6C38-A847-CFC3510CCDB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B248F1-50AC-D922-E0C8-B21DB3A19FCC}"/>
              </a:ext>
            </a:extLst>
          </p:cNvPr>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CEF6A442-30A5-DEE1-62E4-1EAB49EB4217}"/>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4</a:t>
            </a:r>
            <a:endParaRPr lang="en-US" sz="1867" dirty="0"/>
          </a:p>
        </p:txBody>
      </p:sp>
      <p:sp>
        <p:nvSpPr>
          <p:cNvPr id="7" name="Text 2">
            <a:extLst>
              <a:ext uri="{FF2B5EF4-FFF2-40B4-BE49-F238E27FC236}">
                <a16:creationId xmlns:a16="http://schemas.microsoft.com/office/drawing/2014/main" id="{8DA3BB4A-394F-57E1-9419-29717C1DECA0}"/>
              </a:ext>
            </a:extLst>
          </p:cNvPr>
          <p:cNvSpPr/>
          <p:nvPr/>
        </p:nvSpPr>
        <p:spPr>
          <a:xfrm>
            <a:off x="853440" y="2255520"/>
            <a:ext cx="1036320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Training the</a:t>
            </a:r>
            <a:endParaRPr lang="en-US" sz="6000" dirty="0"/>
          </a:p>
          <a:p>
            <a:r>
              <a:rPr lang="en-US" sz="6000" b="1" dirty="0">
                <a:solidFill>
                  <a:srgbClr val="000000"/>
                </a:solidFill>
                <a:latin typeface="Calibri" pitchFamily="34" charset="0"/>
                <a:ea typeface="Calibri" pitchFamily="34" charset="-122"/>
                <a:cs typeface="Calibri" pitchFamily="34" charset="-120"/>
              </a:rPr>
              <a:t>Diffusion Model</a:t>
            </a:r>
            <a:endParaRPr lang="en-US" sz="6000" dirty="0"/>
          </a:p>
        </p:txBody>
      </p:sp>
    </p:spTree>
    <p:extLst>
      <p:ext uri="{BB962C8B-B14F-4D97-AF65-F5344CB8AC3E}">
        <p14:creationId xmlns:p14="http://schemas.microsoft.com/office/powerpoint/2010/main" val="3641337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44" name="Shape 0">
            <a:extLst>
              <a:ext uri="{FF2B5EF4-FFF2-40B4-BE49-F238E27FC236}">
                <a16:creationId xmlns:a16="http://schemas.microsoft.com/office/drawing/2014/main" id="{F4222322-E1A7-03CA-F225-2A0E1A587E80}"/>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45" name="Picture 2">
            <a:extLst>
              <a:ext uri="{FF2B5EF4-FFF2-40B4-BE49-F238E27FC236}">
                <a16:creationId xmlns:a16="http://schemas.microsoft.com/office/drawing/2014/main" id="{8FE3385A-F772-C07A-4EE0-7734752250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156" y="1111000"/>
            <a:ext cx="7509339" cy="48603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F4B75-65D1-6BF8-D911-0432A085082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1CA74E8-0B96-F7DB-D559-BF3A85072B51}"/>
              </a:ext>
            </a:extLst>
          </p:cNvPr>
          <p:cNvSpPr/>
          <p:nvPr/>
        </p:nvSpPr>
        <p:spPr>
          <a:xfrm>
            <a:off x="0" y="0"/>
            <a:ext cx="12192000" cy="97536"/>
          </a:xfrm>
          <a:prstGeom prst="rect">
            <a:avLst/>
          </a:prstGeom>
          <a:solidFill>
            <a:srgbClr val="00E5FF"/>
          </a:solidFill>
          <a:ln w="12700">
            <a:solidFill>
              <a:srgbClr val="00E5FF"/>
            </a:solidFill>
            <a:prstDash val="solid"/>
          </a:ln>
        </p:spPr>
      </p:sp>
      <p:sp>
        <p:nvSpPr>
          <p:cNvPr id="3" name="Text 1">
            <a:extLst>
              <a:ext uri="{FF2B5EF4-FFF2-40B4-BE49-F238E27FC236}">
                <a16:creationId xmlns:a16="http://schemas.microsoft.com/office/drawing/2014/main" id="{6F5CB0E6-02FE-5EBF-80DE-48149683C212}"/>
              </a:ext>
            </a:extLst>
          </p:cNvPr>
          <p:cNvSpPr/>
          <p:nvPr/>
        </p:nvSpPr>
        <p:spPr>
          <a:xfrm>
            <a:off x="487680" y="170688"/>
            <a:ext cx="11216640" cy="560832"/>
          </a:xfrm>
          <a:prstGeom prst="rect">
            <a:avLst/>
          </a:prstGeom>
          <a:noFill/>
          <a:ln/>
        </p:spPr>
        <p:txBody>
          <a:bodyPr wrap="square" lIns="0" tIns="0" rIns="0" bIns="0" rtlCol="0" anchor="ctr"/>
          <a:lstStyle/>
          <a:p>
            <a:r>
              <a:rPr lang="en-US" sz="2400" b="1" dirty="0">
                <a:solidFill>
                  <a:srgbClr val="FFFFFF"/>
                </a:solidFill>
                <a:latin typeface="Calibri" pitchFamily="34" charset="0"/>
                <a:ea typeface="Calibri" pitchFamily="34" charset="-122"/>
                <a:cs typeface="Calibri" pitchFamily="34" charset="-120"/>
              </a:rPr>
              <a:t>4.3 — Training the Denoising U-Net</a:t>
            </a:r>
            <a:endParaRPr lang="en-US" sz="2400" dirty="0"/>
          </a:p>
        </p:txBody>
      </p:sp>
      <p:sp>
        <p:nvSpPr>
          <p:cNvPr id="4" name="Shape 2">
            <a:extLst>
              <a:ext uri="{FF2B5EF4-FFF2-40B4-BE49-F238E27FC236}">
                <a16:creationId xmlns:a16="http://schemas.microsoft.com/office/drawing/2014/main" id="{14D42A73-7849-0006-AA34-E360229B0FDC}"/>
              </a:ext>
            </a:extLst>
          </p:cNvPr>
          <p:cNvSpPr/>
          <p:nvPr/>
        </p:nvSpPr>
        <p:spPr>
          <a:xfrm>
            <a:off x="267128" y="380197"/>
            <a:ext cx="7366571" cy="6380267"/>
          </a:xfrm>
          <a:prstGeom prst="rect">
            <a:avLst/>
          </a:prstGeom>
          <a:solidFill>
            <a:srgbClr val="0A1520"/>
          </a:solidFill>
          <a:ln w="10160">
            <a:solidFill>
              <a:srgbClr val="00E5FF"/>
            </a:solidFill>
            <a:prstDash val="solid"/>
          </a:ln>
        </p:spPr>
        <p:txBody>
          <a:bodyPr/>
          <a:lstStyle/>
          <a:p>
            <a:endParaRPr lang="ro-RO"/>
          </a:p>
        </p:txBody>
      </p:sp>
      <p:sp>
        <p:nvSpPr>
          <p:cNvPr id="5" name="Text 3">
            <a:extLst>
              <a:ext uri="{FF2B5EF4-FFF2-40B4-BE49-F238E27FC236}">
                <a16:creationId xmlns:a16="http://schemas.microsoft.com/office/drawing/2014/main" id="{3F4AC0A3-0C68-6BE3-BD6D-B98BB38B7DF3}"/>
              </a:ext>
            </a:extLst>
          </p:cNvPr>
          <p:cNvSpPr/>
          <p:nvPr/>
        </p:nvSpPr>
        <p:spPr>
          <a:xfrm>
            <a:off x="452062" y="502118"/>
            <a:ext cx="7099443" cy="4974336"/>
          </a:xfrm>
          <a:prstGeom prst="rect">
            <a:avLst/>
          </a:prstGeom>
          <a:noFill/>
          <a:ln/>
        </p:spPr>
        <p:txBody>
          <a:bodyPr wrap="square" lIns="0" tIns="0" rIns="0" bIns="0" rtlCol="0" anchor="t"/>
          <a:lstStyle/>
          <a:p>
            <a:r>
              <a:rPr lang="en-US" sz="1227" dirty="0">
                <a:solidFill>
                  <a:srgbClr val="A8D8EA"/>
                </a:solidFill>
                <a:latin typeface="Consolas" pitchFamily="34" charset="0"/>
                <a:ea typeface="Consolas" pitchFamily="34" charset="-122"/>
                <a:cs typeface="Consolas" pitchFamily="34" charset="-120"/>
              </a:rPr>
              <a:t>optimizer=</a:t>
            </a:r>
            <a:r>
              <a:rPr lang="en-US" sz="1227" dirty="0" err="1">
                <a:solidFill>
                  <a:srgbClr val="A8D8EA"/>
                </a:solidFill>
                <a:latin typeface="Consolas" pitchFamily="34" charset="0"/>
                <a:ea typeface="Consolas" pitchFamily="34" charset="-122"/>
                <a:cs typeface="Consolas" pitchFamily="34" charset="-120"/>
              </a:rPr>
              <a:t>torch.optim.AdamW</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model.parameters</a:t>
            </a:r>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lr</a:t>
            </a:r>
            <a:r>
              <a:rPr lang="en-US" sz="1227" dirty="0">
                <a:solidFill>
                  <a:srgbClr val="A8D8EA"/>
                </a:solidFill>
                <a:latin typeface="Consolas" pitchFamily="34" charset="0"/>
                <a:ea typeface="Consolas" pitchFamily="34" charset="-122"/>
                <a:cs typeface="Consolas" pitchFamily="34" charset="-120"/>
              </a:rPr>
              <a:t>=0.0001,</a:t>
            </a:r>
          </a:p>
          <a:p>
            <a:r>
              <a:rPr lang="en-US" sz="1227" dirty="0">
                <a:solidFill>
                  <a:srgbClr val="A8D8EA"/>
                </a:solidFill>
                <a:latin typeface="Consolas" pitchFamily="34" charset="0"/>
                <a:ea typeface="Consolas" pitchFamily="34" charset="-122"/>
                <a:cs typeface="Consolas" pitchFamily="34" charset="-120"/>
              </a:rPr>
              <a:t>    betas=(0.95,0.999), </a:t>
            </a:r>
            <a:r>
              <a:rPr lang="en-US" sz="1227" dirty="0" err="1">
                <a:solidFill>
                  <a:srgbClr val="A8D8EA"/>
                </a:solidFill>
                <a:latin typeface="Consolas" pitchFamily="34" charset="0"/>
                <a:ea typeface="Consolas" pitchFamily="34" charset="-122"/>
                <a:cs typeface="Consolas" pitchFamily="34" charset="-120"/>
              </a:rPr>
              <a:t>weight_decay</a:t>
            </a:r>
            <a:r>
              <a:rPr lang="en-US" sz="1227" dirty="0">
                <a:solidFill>
                  <a:srgbClr val="A8D8EA"/>
                </a:solidFill>
                <a:latin typeface="Consolas" pitchFamily="34" charset="0"/>
                <a:ea typeface="Consolas" pitchFamily="34" charset="-122"/>
                <a:cs typeface="Consolas" pitchFamily="34" charset="-120"/>
              </a:rPr>
              <a:t>=0.00001, eps=1e-8)</a:t>
            </a:r>
          </a:p>
          <a:p>
            <a:r>
              <a:rPr lang="en-US" sz="1227" dirty="0" err="1">
                <a:solidFill>
                  <a:srgbClr val="A8D8EA"/>
                </a:solidFill>
                <a:latin typeface="Consolas" pitchFamily="34" charset="0"/>
                <a:ea typeface="Consolas" pitchFamily="34" charset="-122"/>
                <a:cs typeface="Consolas" pitchFamily="34" charset="-120"/>
              </a:rPr>
              <a:t>lr_scheduler</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get_scheduler</a:t>
            </a:r>
            <a:r>
              <a:rPr lang="en-US" sz="1227" dirty="0">
                <a:solidFill>
                  <a:srgbClr val="A8D8EA"/>
                </a:solidFill>
                <a:latin typeface="Consolas" pitchFamily="34" charset="0"/>
                <a:ea typeface="Consolas" pitchFamily="34" charset="-122"/>
                <a:cs typeface="Consolas" pitchFamily="34" charset="-120"/>
              </a:rPr>
              <a:t>("cosine", optimizer=optimizer,</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num_warmup_steps</a:t>
            </a:r>
            <a:r>
              <a:rPr lang="en-US" sz="1227" dirty="0">
                <a:solidFill>
                  <a:srgbClr val="A8D8EA"/>
                </a:solidFill>
                <a:latin typeface="Consolas" pitchFamily="34" charset="0"/>
                <a:ea typeface="Consolas" pitchFamily="34" charset="-122"/>
                <a:cs typeface="Consolas" pitchFamily="34" charset="-120"/>
              </a:rPr>
              <a:t>=300, </a:t>
            </a:r>
            <a:r>
              <a:rPr lang="en-US" sz="1227" dirty="0" err="1">
                <a:solidFill>
                  <a:srgbClr val="A8D8EA"/>
                </a:solidFill>
                <a:latin typeface="Consolas" pitchFamily="34" charset="0"/>
                <a:ea typeface="Consolas" pitchFamily="34" charset="-122"/>
                <a:cs typeface="Consolas" pitchFamily="34" charset="-120"/>
              </a:rPr>
              <a:t>num_training_steps</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len</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train_dataloader</a:t>
            </a:r>
            <a:r>
              <a:rPr lang="en-US" sz="1227" dirty="0">
                <a:solidFill>
                  <a:srgbClr val="A8D8EA"/>
                </a:solidFill>
                <a:latin typeface="Consolas" pitchFamily="34" charset="0"/>
                <a:ea typeface="Consolas" pitchFamily="34" charset="-122"/>
                <a:cs typeface="Consolas" pitchFamily="34" charset="-120"/>
              </a:rPr>
              <a:t>) * 100))</a:t>
            </a:r>
          </a:p>
          <a:p>
            <a:endParaRPr lang="en-US" sz="1227" dirty="0">
              <a:solidFill>
                <a:srgbClr val="A8D8EA"/>
              </a:solidFill>
              <a:latin typeface="Consolas" pitchFamily="34" charset="0"/>
              <a:ea typeface="Consolas" pitchFamily="34" charset="-122"/>
              <a:cs typeface="Consolas" pitchFamily="34" charset="-120"/>
            </a:endParaRPr>
          </a:p>
          <a:p>
            <a:r>
              <a:rPr lang="en-US" sz="1227" dirty="0">
                <a:solidFill>
                  <a:srgbClr val="A8D8EA"/>
                </a:solidFill>
                <a:latin typeface="Consolas" pitchFamily="34" charset="0"/>
                <a:ea typeface="Consolas" pitchFamily="34" charset="-122"/>
                <a:cs typeface="Consolas" pitchFamily="34" charset="-120"/>
              </a:rPr>
              <a:t>for epoch in range(1):</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model.train</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tloss</a:t>
            </a:r>
            <a:r>
              <a:rPr lang="en-US" sz="1227" dirty="0">
                <a:solidFill>
                  <a:srgbClr val="A8D8EA"/>
                </a:solidFill>
                <a:latin typeface="Consolas" pitchFamily="34" charset="0"/>
                <a:ea typeface="Consolas" pitchFamily="34" charset="-122"/>
                <a:cs typeface="Consolas" pitchFamily="34" charset="-120"/>
              </a:rPr>
              <a:t> = 0</a:t>
            </a:r>
          </a:p>
          <a:p>
            <a:r>
              <a:rPr lang="en-US" sz="1227" dirty="0">
                <a:solidFill>
                  <a:srgbClr val="A8D8EA"/>
                </a:solidFill>
                <a:latin typeface="Consolas" pitchFamily="34" charset="0"/>
                <a:ea typeface="Consolas" pitchFamily="34" charset="-122"/>
                <a:cs typeface="Consolas" pitchFamily="34" charset="-120"/>
              </a:rPr>
              <a:t>    print(</a:t>
            </a:r>
            <a:r>
              <a:rPr lang="en-US" sz="1227" dirty="0" err="1">
                <a:solidFill>
                  <a:srgbClr val="A8D8EA"/>
                </a:solidFill>
                <a:latin typeface="Consolas" pitchFamily="34" charset="0"/>
                <a:ea typeface="Consolas" pitchFamily="34" charset="-122"/>
                <a:cs typeface="Consolas" pitchFamily="34" charset="-120"/>
              </a:rPr>
              <a:t>f"start</a:t>
            </a:r>
            <a:r>
              <a:rPr lang="en-US" sz="1227" dirty="0">
                <a:solidFill>
                  <a:srgbClr val="A8D8EA"/>
                </a:solidFill>
                <a:latin typeface="Consolas" pitchFamily="34" charset="0"/>
                <a:ea typeface="Consolas" pitchFamily="34" charset="-122"/>
                <a:cs typeface="Consolas" pitchFamily="34" charset="-120"/>
              </a:rPr>
              <a:t> epoch {epoch}")</a:t>
            </a:r>
          </a:p>
          <a:p>
            <a:r>
              <a:rPr lang="en-US" sz="1227" dirty="0">
                <a:solidFill>
                  <a:srgbClr val="A8D8EA"/>
                </a:solidFill>
                <a:latin typeface="Consolas" pitchFamily="34" charset="0"/>
                <a:ea typeface="Consolas" pitchFamily="34" charset="-122"/>
                <a:cs typeface="Consolas" pitchFamily="34" charset="-120"/>
              </a:rPr>
              <a:t>    for step, batch in enumerate(</a:t>
            </a:r>
            <a:r>
              <a:rPr lang="en-US" sz="1227" dirty="0" err="1">
                <a:solidFill>
                  <a:srgbClr val="A8D8EA"/>
                </a:solidFill>
                <a:latin typeface="Consolas" pitchFamily="34" charset="0"/>
                <a:ea typeface="Consolas" pitchFamily="34" charset="-122"/>
                <a:cs typeface="Consolas" pitchFamily="34" charset="-120"/>
              </a:rPr>
              <a:t>train_dataloader</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clean_images</a:t>
            </a:r>
            <a:r>
              <a:rPr lang="en-US" sz="1227" dirty="0">
                <a:solidFill>
                  <a:srgbClr val="A8D8EA"/>
                </a:solidFill>
                <a:latin typeface="Consolas" pitchFamily="34" charset="0"/>
                <a:ea typeface="Consolas" pitchFamily="34" charset="-122"/>
                <a:cs typeface="Consolas" pitchFamily="34" charset="-120"/>
              </a:rPr>
              <a:t> = batch["input"].to(device)*2-1</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nums</a:t>
            </a:r>
            <a:r>
              <a:rPr lang="en-US" sz="1227" dirty="0">
                <a:solidFill>
                  <a:srgbClr val="A8D8EA"/>
                </a:solidFill>
                <a:latin typeface="Consolas" pitchFamily="34" charset="0"/>
                <a:ea typeface="Consolas" pitchFamily="34" charset="-122"/>
                <a:cs typeface="Consolas" pitchFamily="34" charset="-120"/>
              </a:rPr>
              <a:t> = </a:t>
            </a:r>
            <a:r>
              <a:rPr lang="en-US" sz="1227" dirty="0" err="1">
                <a:solidFill>
                  <a:srgbClr val="A8D8EA"/>
                </a:solidFill>
                <a:latin typeface="Consolas" pitchFamily="34" charset="0"/>
                <a:ea typeface="Consolas" pitchFamily="34" charset="-122"/>
                <a:cs typeface="Consolas" pitchFamily="34" charset="-120"/>
              </a:rPr>
              <a:t>clean_images.shape</a:t>
            </a:r>
            <a:r>
              <a:rPr lang="en-US" sz="1227" dirty="0">
                <a:solidFill>
                  <a:srgbClr val="A8D8EA"/>
                </a:solidFill>
                <a:latin typeface="Consolas" pitchFamily="34" charset="0"/>
                <a:ea typeface="Consolas" pitchFamily="34" charset="-122"/>
                <a:cs typeface="Consolas" pitchFamily="34" charset="-120"/>
              </a:rPr>
              <a:t>[0]</a:t>
            </a:r>
          </a:p>
          <a:p>
            <a:r>
              <a:rPr lang="en-US" sz="1227" dirty="0">
                <a:solidFill>
                  <a:srgbClr val="A8D8EA"/>
                </a:solidFill>
                <a:latin typeface="Consolas" pitchFamily="34" charset="0"/>
                <a:ea typeface="Consolas" pitchFamily="34" charset="-122"/>
                <a:cs typeface="Consolas" pitchFamily="34" charset="-120"/>
              </a:rPr>
              <a:t>        noise = </a:t>
            </a:r>
            <a:r>
              <a:rPr lang="en-US" sz="1227" dirty="0" err="1">
                <a:solidFill>
                  <a:srgbClr val="A8D8EA"/>
                </a:solidFill>
                <a:latin typeface="Consolas" pitchFamily="34" charset="0"/>
                <a:ea typeface="Consolas" pitchFamily="34" charset="-122"/>
                <a:cs typeface="Consolas" pitchFamily="34" charset="-120"/>
              </a:rPr>
              <a:t>torch.randn</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clean_images.shape</a:t>
            </a:r>
            <a:r>
              <a:rPr lang="en-US" sz="1227" dirty="0">
                <a:solidFill>
                  <a:srgbClr val="A8D8EA"/>
                </a:solidFill>
                <a:latin typeface="Consolas" pitchFamily="34" charset="0"/>
                <a:ea typeface="Consolas" pitchFamily="34" charset="-122"/>
                <a:cs typeface="Consolas" pitchFamily="34" charset="-120"/>
              </a:rPr>
              <a:t>).to(device)</a:t>
            </a:r>
          </a:p>
          <a:p>
            <a:r>
              <a:rPr lang="en-US" sz="1227" dirty="0">
                <a:solidFill>
                  <a:srgbClr val="A8D8EA"/>
                </a:solidFill>
                <a:latin typeface="Consolas" pitchFamily="34" charset="0"/>
                <a:ea typeface="Consolas" pitchFamily="34" charset="-122"/>
                <a:cs typeface="Consolas" pitchFamily="34" charset="-120"/>
              </a:rPr>
              <a:t>        timesteps = </a:t>
            </a:r>
            <a:r>
              <a:rPr lang="en-US" sz="1227" dirty="0" err="1">
                <a:solidFill>
                  <a:srgbClr val="A8D8EA"/>
                </a:solidFill>
                <a:latin typeface="Consolas" pitchFamily="34" charset="0"/>
                <a:ea typeface="Consolas" pitchFamily="34" charset="-122"/>
                <a:cs typeface="Consolas" pitchFamily="34" charset="-120"/>
              </a:rPr>
              <a:t>torch.randint</a:t>
            </a:r>
            <a:r>
              <a:rPr lang="en-US" sz="1227" dirty="0">
                <a:solidFill>
                  <a:srgbClr val="A8D8EA"/>
                </a:solidFill>
                <a:latin typeface="Consolas" pitchFamily="34" charset="0"/>
                <a:ea typeface="Consolas" pitchFamily="34" charset="-122"/>
                <a:cs typeface="Consolas" pitchFamily="34" charset="-120"/>
              </a:rPr>
              <a:t>(0, </a:t>
            </a:r>
            <a:r>
              <a:rPr lang="en-US" sz="1227" dirty="0" err="1">
                <a:solidFill>
                  <a:srgbClr val="A8D8EA"/>
                </a:solidFill>
                <a:latin typeface="Consolas" pitchFamily="34" charset="0"/>
                <a:ea typeface="Consolas" pitchFamily="34" charset="-122"/>
                <a:cs typeface="Consolas" pitchFamily="34" charset="-120"/>
              </a:rPr>
              <a:t>noise_scheduler.num_train_timesteps</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nums</a:t>
            </a:r>
            <a:r>
              <a:rPr lang="en-US" sz="1227" dirty="0">
                <a:solidFill>
                  <a:srgbClr val="A8D8EA"/>
                </a:solidFill>
                <a:latin typeface="Consolas" pitchFamily="34" charset="0"/>
                <a:ea typeface="Consolas" pitchFamily="34" charset="-122"/>
                <a:cs typeface="Consolas" pitchFamily="34" charset="-120"/>
              </a:rPr>
              <a:t>, ), device=device).long()</a:t>
            </a:r>
          </a:p>
          <a:p>
            <a:r>
              <a:rPr lang="en-US" sz="1227" dirty="0">
                <a:solidFill>
                  <a:srgbClr val="A8D8EA"/>
                </a:solidFill>
                <a:latin typeface="Consolas" pitchFamily="34" charset="0"/>
                <a:ea typeface="Consolas" pitchFamily="34" charset="-122"/>
                <a:cs typeface="Consolas" pitchFamily="34" charset="-120"/>
              </a:rPr>
              <a:t>        </a:t>
            </a:r>
          </a:p>
          <a:p>
            <a:r>
              <a:rPr lang="en-US" sz="1227" dirty="0">
                <a:solidFill>
                  <a:srgbClr val="A8D8EA"/>
                </a:solidFill>
                <a:latin typeface="Consolas" pitchFamily="34" charset="0"/>
                <a:ea typeface="Consolas" pitchFamily="34" charset="-122"/>
                <a:cs typeface="Consolas" pitchFamily="34" charset="-120"/>
              </a:rPr>
              <a:t>        # Step 1: corrupt the image</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noisy_images</a:t>
            </a:r>
            <a:r>
              <a:rPr lang="en-US" sz="1227" dirty="0">
                <a:solidFill>
                  <a:srgbClr val="A8D8EA"/>
                </a:solidFill>
                <a:latin typeface="Consolas" pitchFamily="34" charset="0"/>
                <a:ea typeface="Consolas" pitchFamily="34" charset="-122"/>
                <a:cs typeface="Consolas" pitchFamily="34" charset="-120"/>
              </a:rPr>
              <a:t> = </a:t>
            </a:r>
            <a:r>
              <a:rPr lang="en-US" sz="1227" dirty="0" err="1">
                <a:solidFill>
                  <a:srgbClr val="A8D8EA"/>
                </a:solidFill>
                <a:latin typeface="Consolas" pitchFamily="34" charset="0"/>
                <a:ea typeface="Consolas" pitchFamily="34" charset="-122"/>
                <a:cs typeface="Consolas" pitchFamily="34" charset="-120"/>
              </a:rPr>
              <a:t>noise_scheduler.add_noise</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clean_images</a:t>
            </a:r>
            <a:r>
              <a:rPr lang="en-US" sz="1227" dirty="0">
                <a:solidFill>
                  <a:srgbClr val="A8D8EA"/>
                </a:solidFill>
                <a:latin typeface="Consolas" pitchFamily="34" charset="0"/>
                <a:ea typeface="Consolas" pitchFamily="34" charset="-122"/>
                <a:cs typeface="Consolas" pitchFamily="34" charset="-120"/>
              </a:rPr>
              <a:t>, noise, timesteps)</a:t>
            </a:r>
          </a:p>
          <a:p>
            <a:r>
              <a:rPr lang="en-US" sz="1227" dirty="0">
                <a:solidFill>
                  <a:srgbClr val="A8D8EA"/>
                </a:solidFill>
                <a:latin typeface="Consolas" pitchFamily="34" charset="0"/>
                <a:ea typeface="Consolas" pitchFamily="34" charset="-122"/>
                <a:cs typeface="Consolas" pitchFamily="34" charset="-120"/>
              </a:rPr>
              <a:t>        </a:t>
            </a:r>
          </a:p>
          <a:p>
            <a:r>
              <a:rPr lang="en-US" sz="1227" dirty="0">
                <a:solidFill>
                  <a:srgbClr val="A8D8EA"/>
                </a:solidFill>
                <a:latin typeface="Consolas" pitchFamily="34" charset="0"/>
                <a:ea typeface="Consolas" pitchFamily="34" charset="-122"/>
                <a:cs typeface="Consolas" pitchFamily="34" charset="-120"/>
              </a:rPr>
              <a:t>        # Step 2: ask U-Net to predict the noise</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noise_pred</a:t>
            </a:r>
            <a:r>
              <a:rPr lang="en-US" sz="1227" dirty="0">
                <a:solidFill>
                  <a:srgbClr val="A8D8EA"/>
                </a:solidFill>
                <a:latin typeface="Consolas" pitchFamily="34" charset="0"/>
                <a:ea typeface="Consolas" pitchFamily="34" charset="-122"/>
                <a:cs typeface="Consolas" pitchFamily="34" charset="-120"/>
              </a:rPr>
              <a:t> = model(</a:t>
            </a:r>
            <a:r>
              <a:rPr lang="en-US" sz="1227" dirty="0" err="1">
                <a:solidFill>
                  <a:srgbClr val="A8D8EA"/>
                </a:solidFill>
                <a:latin typeface="Consolas" pitchFamily="34" charset="0"/>
                <a:ea typeface="Consolas" pitchFamily="34" charset="-122"/>
                <a:cs typeface="Consolas" pitchFamily="34" charset="-120"/>
              </a:rPr>
              <a:t>noisy_images</a:t>
            </a:r>
            <a:r>
              <a:rPr lang="en-US" sz="1227" dirty="0">
                <a:solidFill>
                  <a:srgbClr val="A8D8EA"/>
                </a:solidFill>
                <a:latin typeface="Consolas" pitchFamily="34" charset="0"/>
                <a:ea typeface="Consolas" pitchFamily="34" charset="-122"/>
                <a:cs typeface="Consolas" pitchFamily="34" charset="-120"/>
              </a:rPr>
              <a:t>, timesteps)["sample"]</a:t>
            </a:r>
          </a:p>
          <a:p>
            <a:r>
              <a:rPr lang="en-US" sz="1227" dirty="0">
                <a:solidFill>
                  <a:srgbClr val="A8D8EA"/>
                </a:solidFill>
                <a:latin typeface="Consolas" pitchFamily="34" charset="0"/>
                <a:ea typeface="Consolas" pitchFamily="34" charset="-122"/>
                <a:cs typeface="Consolas" pitchFamily="34" charset="-120"/>
              </a:rPr>
              <a:t>        </a:t>
            </a:r>
          </a:p>
          <a:p>
            <a:r>
              <a:rPr lang="en-US" sz="1227" dirty="0">
                <a:solidFill>
                  <a:srgbClr val="A8D8EA"/>
                </a:solidFill>
                <a:latin typeface="Consolas" pitchFamily="34" charset="0"/>
                <a:ea typeface="Consolas" pitchFamily="34" charset="-122"/>
                <a:cs typeface="Consolas" pitchFamily="34" charset="-120"/>
              </a:rPr>
              <a:t>        # Step 3: L1 loss between predicted and actual noise</a:t>
            </a:r>
          </a:p>
          <a:p>
            <a:r>
              <a:rPr lang="en-US" sz="1227" dirty="0">
                <a:solidFill>
                  <a:srgbClr val="A8D8EA"/>
                </a:solidFill>
                <a:latin typeface="Consolas" pitchFamily="34" charset="0"/>
                <a:ea typeface="Consolas" pitchFamily="34" charset="-122"/>
                <a:cs typeface="Consolas" pitchFamily="34" charset="-120"/>
              </a:rPr>
              <a:t>        loss = torch.nn.functional.l1_loss(</a:t>
            </a:r>
            <a:r>
              <a:rPr lang="en-US" sz="1227" dirty="0" err="1">
                <a:solidFill>
                  <a:srgbClr val="A8D8EA"/>
                </a:solidFill>
                <a:latin typeface="Consolas" pitchFamily="34" charset="0"/>
                <a:ea typeface="Consolas" pitchFamily="34" charset="-122"/>
                <a:cs typeface="Consolas" pitchFamily="34" charset="-120"/>
              </a:rPr>
              <a:t>noise_pred</a:t>
            </a:r>
            <a:r>
              <a:rPr lang="en-US" sz="1227" dirty="0">
                <a:solidFill>
                  <a:srgbClr val="A8D8EA"/>
                </a:solidFill>
                <a:latin typeface="Consolas" pitchFamily="34" charset="0"/>
                <a:ea typeface="Consolas" pitchFamily="34" charset="-122"/>
                <a:cs typeface="Consolas" pitchFamily="34" charset="-120"/>
              </a:rPr>
              <a:t>, noise)</a:t>
            </a:r>
          </a:p>
          <a:p>
            <a:r>
              <a:rPr lang="en-US" sz="1227" dirty="0">
                <a:solidFill>
                  <a:srgbClr val="A8D8EA"/>
                </a:solidFill>
                <a:latin typeface="Consolas" pitchFamily="34" charset="0"/>
                <a:ea typeface="Consolas" pitchFamily="34" charset="-122"/>
                <a:cs typeface="Consolas" pitchFamily="34" charset="-120"/>
              </a:rPr>
              <a:t>        </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loss.backward</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optimizer.step</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lr_scheduler.step</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optimizer.zero_grad</a:t>
            </a:r>
            <a:r>
              <a:rPr lang="en-US" sz="1227" dirty="0">
                <a:solidFill>
                  <a:srgbClr val="A8D8EA"/>
                </a:solidFill>
                <a:latin typeface="Consolas" pitchFamily="34" charset="0"/>
                <a:ea typeface="Consolas" pitchFamily="34" charset="-122"/>
                <a:cs typeface="Consolas" pitchFamily="34" charset="-120"/>
              </a:rPr>
              <a:t>()</a:t>
            </a:r>
          </a:p>
          <a:p>
            <a:r>
              <a:rPr lang="en-US" sz="1227" dirty="0">
                <a:solidFill>
                  <a:srgbClr val="A8D8EA"/>
                </a:solidFill>
                <a:latin typeface="Consolas" pitchFamily="34" charset="0"/>
                <a:ea typeface="Consolas" pitchFamily="34" charset="-122"/>
                <a:cs typeface="Consolas" pitchFamily="34" charset="-120"/>
              </a:rPr>
              <a:t>        </a:t>
            </a:r>
            <a:r>
              <a:rPr lang="en-US" sz="1227" dirty="0" err="1">
                <a:solidFill>
                  <a:srgbClr val="A8D8EA"/>
                </a:solidFill>
                <a:latin typeface="Consolas" pitchFamily="34" charset="0"/>
                <a:ea typeface="Consolas" pitchFamily="34" charset="-122"/>
                <a:cs typeface="Consolas" pitchFamily="34" charset="-120"/>
              </a:rPr>
              <a:t>tloss</a:t>
            </a:r>
            <a:r>
              <a:rPr lang="en-US" sz="1227" dirty="0">
                <a:solidFill>
                  <a:srgbClr val="A8D8EA"/>
                </a:solidFill>
                <a:latin typeface="Consolas" pitchFamily="34" charset="0"/>
                <a:ea typeface="Consolas" pitchFamily="34" charset="-122"/>
                <a:cs typeface="Consolas" pitchFamily="34" charset="-120"/>
              </a:rPr>
              <a:t> += </a:t>
            </a:r>
            <a:r>
              <a:rPr lang="en-US" sz="1227" dirty="0" err="1">
                <a:solidFill>
                  <a:srgbClr val="A8D8EA"/>
                </a:solidFill>
                <a:latin typeface="Consolas" pitchFamily="34" charset="0"/>
                <a:ea typeface="Consolas" pitchFamily="34" charset="-122"/>
                <a:cs typeface="Consolas" pitchFamily="34" charset="-120"/>
              </a:rPr>
              <a:t>loss.detach</a:t>
            </a:r>
            <a:r>
              <a:rPr lang="en-US" sz="1227" dirty="0">
                <a:solidFill>
                  <a:srgbClr val="A8D8EA"/>
                </a:solidFill>
                <a:latin typeface="Consolas" pitchFamily="34" charset="0"/>
                <a:ea typeface="Consolas" pitchFamily="34" charset="-122"/>
                <a:cs typeface="Consolas" pitchFamily="34" charset="-120"/>
              </a:rPr>
              <a:t>().item()</a:t>
            </a:r>
          </a:p>
          <a:p>
            <a:r>
              <a:rPr lang="en-US" sz="1227" dirty="0">
                <a:solidFill>
                  <a:srgbClr val="A8D8EA"/>
                </a:solidFill>
                <a:latin typeface="Consolas" pitchFamily="34" charset="0"/>
                <a:ea typeface="Consolas" pitchFamily="34" charset="-122"/>
                <a:cs typeface="Consolas" pitchFamily="34" charset="-120"/>
              </a:rPr>
              <a:t>        if step%100==0:</a:t>
            </a:r>
          </a:p>
          <a:p>
            <a:r>
              <a:rPr lang="en-US" sz="1227" dirty="0">
                <a:solidFill>
                  <a:srgbClr val="A8D8EA"/>
                </a:solidFill>
                <a:latin typeface="Consolas" pitchFamily="34" charset="0"/>
                <a:ea typeface="Consolas" pitchFamily="34" charset="-122"/>
                <a:cs typeface="Consolas" pitchFamily="34" charset="-120"/>
              </a:rPr>
              <a:t>            print(</a:t>
            </a:r>
            <a:r>
              <a:rPr lang="en-US" sz="1227" dirty="0" err="1">
                <a:solidFill>
                  <a:srgbClr val="A8D8EA"/>
                </a:solidFill>
                <a:latin typeface="Consolas" pitchFamily="34" charset="0"/>
                <a:ea typeface="Consolas" pitchFamily="34" charset="-122"/>
                <a:cs typeface="Consolas" pitchFamily="34" charset="-120"/>
              </a:rPr>
              <a:t>f"step</a:t>
            </a:r>
            <a:r>
              <a:rPr lang="en-US" sz="1227" dirty="0">
                <a:solidFill>
                  <a:srgbClr val="A8D8EA"/>
                </a:solidFill>
                <a:latin typeface="Consolas" pitchFamily="34" charset="0"/>
                <a:ea typeface="Consolas" pitchFamily="34" charset="-122"/>
                <a:cs typeface="Consolas" pitchFamily="34" charset="-120"/>
              </a:rPr>
              <a:t> {step}, average loss {</a:t>
            </a:r>
            <a:r>
              <a:rPr lang="en-US" sz="1227" dirty="0" err="1">
                <a:solidFill>
                  <a:srgbClr val="A8D8EA"/>
                </a:solidFill>
                <a:latin typeface="Consolas" pitchFamily="34" charset="0"/>
                <a:ea typeface="Consolas" pitchFamily="34" charset="-122"/>
                <a:cs typeface="Consolas" pitchFamily="34" charset="-120"/>
              </a:rPr>
              <a:t>tloss</a:t>
            </a:r>
            <a:r>
              <a:rPr lang="en-US" sz="1227" dirty="0">
                <a:solidFill>
                  <a:srgbClr val="A8D8EA"/>
                </a:solidFill>
                <a:latin typeface="Consolas" pitchFamily="34" charset="0"/>
                <a:ea typeface="Consolas" pitchFamily="34" charset="-122"/>
                <a:cs typeface="Consolas" pitchFamily="34" charset="-120"/>
              </a:rPr>
              <a:t>/(step+1)}")</a:t>
            </a:r>
          </a:p>
          <a:p>
            <a:r>
              <a:rPr lang="en-US" sz="1227" dirty="0" err="1">
                <a:solidFill>
                  <a:srgbClr val="A8D8EA"/>
                </a:solidFill>
                <a:latin typeface="Consolas" pitchFamily="34" charset="0"/>
                <a:ea typeface="Consolas" pitchFamily="34" charset="-122"/>
                <a:cs typeface="Consolas" pitchFamily="34" charset="-120"/>
              </a:rPr>
              <a:t>torch.save</a:t>
            </a:r>
            <a:r>
              <a:rPr lang="en-US" sz="1227" dirty="0">
                <a:solidFill>
                  <a:srgbClr val="A8D8EA"/>
                </a:solidFill>
                <a:latin typeface="Consolas" pitchFamily="34" charset="0"/>
                <a:ea typeface="Consolas" pitchFamily="34" charset="-122"/>
                <a:cs typeface="Consolas" pitchFamily="34" charset="-120"/>
              </a:rPr>
              <a:t>(</a:t>
            </a:r>
            <a:r>
              <a:rPr lang="en-US" sz="1227" dirty="0" err="1">
                <a:solidFill>
                  <a:srgbClr val="A8D8EA"/>
                </a:solidFill>
                <a:latin typeface="Consolas" pitchFamily="34" charset="0"/>
                <a:ea typeface="Consolas" pitchFamily="34" charset="-122"/>
                <a:cs typeface="Consolas" pitchFamily="34" charset="-120"/>
              </a:rPr>
              <a:t>model.state_dict</a:t>
            </a:r>
            <a:r>
              <a:rPr lang="en-US" sz="1227" dirty="0">
                <a:solidFill>
                  <a:srgbClr val="A8D8EA"/>
                </a:solidFill>
                <a:latin typeface="Consolas" pitchFamily="34" charset="0"/>
                <a:ea typeface="Consolas" pitchFamily="34" charset="-122"/>
                <a:cs typeface="Consolas" pitchFamily="34" charset="-120"/>
              </a:rPr>
              <a:t>(),'files/</a:t>
            </a:r>
            <a:r>
              <a:rPr lang="en-US" sz="1227" dirty="0" err="1">
                <a:solidFill>
                  <a:srgbClr val="A8D8EA"/>
                </a:solidFill>
                <a:latin typeface="Consolas" pitchFamily="34" charset="0"/>
                <a:ea typeface="Consolas" pitchFamily="34" charset="-122"/>
                <a:cs typeface="Consolas" pitchFamily="34" charset="-120"/>
              </a:rPr>
              <a:t>diffusion.pth</a:t>
            </a:r>
            <a:r>
              <a:rPr lang="en-US" sz="1227" dirty="0">
                <a:solidFill>
                  <a:srgbClr val="A8D8EA"/>
                </a:solidFill>
                <a:latin typeface="Consolas" pitchFamily="34" charset="0"/>
                <a:ea typeface="Consolas" pitchFamily="34" charset="-122"/>
                <a:cs typeface="Consolas" pitchFamily="34" charset="-120"/>
              </a:rPr>
              <a:t>')</a:t>
            </a:r>
            <a:endParaRPr lang="en-US" sz="1227" dirty="0"/>
          </a:p>
        </p:txBody>
      </p:sp>
      <p:pic>
        <p:nvPicPr>
          <p:cNvPr id="18" name="SaveClip.App_AQNoRZpvWqQZoxx9NZcgIvdpah7SomaD3S0WfrCjxJDAM-ZcfnCiB6VNOM7d56h691riwEJTXKO04NfrW4YwjrYFBp5ly2YTGpH_BlE">
            <a:hlinkClick r:id="" action="ppaction://media"/>
            <a:extLst>
              <a:ext uri="{FF2B5EF4-FFF2-40B4-BE49-F238E27FC236}">
                <a16:creationId xmlns:a16="http://schemas.microsoft.com/office/drawing/2014/main" id="{04BA2219-AD50-F127-7EE0-DB9D2C507DB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123571" y="486187"/>
            <a:ext cx="3375814" cy="6001449"/>
          </a:xfrm>
          <a:prstGeom prst="rect">
            <a:avLst/>
          </a:prstGeom>
        </p:spPr>
      </p:pic>
      <p:sp>
        <p:nvSpPr>
          <p:cNvPr id="7" name="Shape 0">
            <a:extLst>
              <a:ext uri="{FF2B5EF4-FFF2-40B4-BE49-F238E27FC236}">
                <a16:creationId xmlns:a16="http://schemas.microsoft.com/office/drawing/2014/main" id="{306C7A25-2723-D9B0-17F5-B13E2DB30843}"/>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267326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59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8"/>
                                        </p:tgtEl>
                                      </p:cBhvr>
                                    </p:cmd>
                                  </p:childTnLst>
                                </p:cTn>
                              </p:par>
                            </p:childTnLst>
                          </p:cTn>
                        </p:par>
                      </p:childTnLst>
                    </p:cTn>
                  </p:par>
                </p:childTnLst>
              </p:cTn>
              <p:nextCondLst>
                <p:cond evt="onClick" delay="0">
                  <p:tgtEl>
                    <p:spTgt spid="18"/>
                  </p:tgtEl>
                </p:cond>
              </p:nextCondLst>
            </p:seq>
            <p:video>
              <p:cMediaNode vol="80000">
                <p:cTn id="12" fill="hold" display="0">
                  <p:stCondLst>
                    <p:cond delay="indefinite"/>
                  </p:stCondLst>
                </p:cTn>
                <p:tgtEl>
                  <p:spTgt spid="18"/>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16AE8-55DF-BE99-648B-755820FAFA5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D58F291-3D6A-9823-00D4-56BC625CA605}"/>
              </a:ext>
            </a:extLst>
          </p:cNvPr>
          <p:cNvSpPr/>
          <p:nvPr/>
        </p:nvSpPr>
        <p:spPr>
          <a:xfrm>
            <a:off x="0" y="0"/>
            <a:ext cx="146304" cy="6864096"/>
          </a:xfrm>
          <a:prstGeom prst="rect">
            <a:avLst/>
          </a:prstGeom>
          <a:solidFill>
            <a:srgbClr val="00E5FF"/>
          </a:solidFill>
          <a:ln w="12700">
            <a:solidFill>
              <a:srgbClr val="00E5FF"/>
            </a:solidFill>
            <a:prstDash val="solid"/>
          </a:ln>
        </p:spPr>
      </p:sp>
      <p:sp>
        <p:nvSpPr>
          <p:cNvPr id="6" name="Text 1">
            <a:extLst>
              <a:ext uri="{FF2B5EF4-FFF2-40B4-BE49-F238E27FC236}">
                <a16:creationId xmlns:a16="http://schemas.microsoft.com/office/drawing/2014/main" id="{2C69EBC6-A6AA-5184-49F1-B6FBC9009F2D}"/>
              </a:ext>
            </a:extLst>
          </p:cNvPr>
          <p:cNvSpPr/>
          <p:nvPr/>
        </p:nvSpPr>
        <p:spPr>
          <a:xfrm>
            <a:off x="853440" y="1706880"/>
            <a:ext cx="9753600" cy="512064"/>
          </a:xfrm>
          <a:prstGeom prst="rect">
            <a:avLst/>
          </a:prstGeom>
          <a:noFill/>
          <a:ln/>
        </p:spPr>
        <p:txBody>
          <a:bodyPr wrap="square" lIns="0" tIns="0" rIns="0" bIns="0" rtlCol="0" anchor="ctr"/>
          <a:lstStyle/>
          <a:p>
            <a:r>
              <a:rPr lang="en-US" sz="1867" dirty="0">
                <a:solidFill>
                  <a:srgbClr val="00E5FF"/>
                </a:solidFill>
                <a:latin typeface="Calibri" pitchFamily="34" charset="0"/>
                <a:ea typeface="Calibri" pitchFamily="34" charset="-122"/>
                <a:cs typeface="Calibri" pitchFamily="34" charset="-120"/>
              </a:rPr>
              <a:t>Section 5</a:t>
            </a:r>
            <a:endParaRPr lang="en-US" sz="1867" dirty="0"/>
          </a:p>
        </p:txBody>
      </p:sp>
      <p:sp>
        <p:nvSpPr>
          <p:cNvPr id="7" name="Text 2">
            <a:extLst>
              <a:ext uri="{FF2B5EF4-FFF2-40B4-BE49-F238E27FC236}">
                <a16:creationId xmlns:a16="http://schemas.microsoft.com/office/drawing/2014/main" id="{6F362750-C93D-8C94-E2C1-53DB58F22EFB}"/>
              </a:ext>
            </a:extLst>
          </p:cNvPr>
          <p:cNvSpPr/>
          <p:nvPr/>
        </p:nvSpPr>
        <p:spPr>
          <a:xfrm>
            <a:off x="853440" y="2255520"/>
            <a:ext cx="10363200" cy="2194560"/>
          </a:xfrm>
          <a:prstGeom prst="rect">
            <a:avLst/>
          </a:prstGeom>
          <a:noFill/>
          <a:ln/>
        </p:spPr>
        <p:txBody>
          <a:bodyPr wrap="square" lIns="0" tIns="0" rIns="0" bIns="0" rtlCol="0" anchor="ctr"/>
          <a:lstStyle/>
          <a:p>
            <a:r>
              <a:rPr lang="en-US" sz="6000" b="1" dirty="0">
                <a:solidFill>
                  <a:srgbClr val="000000"/>
                </a:solidFill>
                <a:latin typeface="Calibri" pitchFamily="34" charset="0"/>
                <a:ea typeface="Calibri" pitchFamily="34" charset="-122"/>
                <a:cs typeface="Calibri" pitchFamily="34" charset="-120"/>
              </a:rPr>
              <a:t>Image Generation</a:t>
            </a:r>
            <a:endParaRPr lang="en-US" sz="6000" dirty="0"/>
          </a:p>
          <a:p>
            <a:r>
              <a:rPr lang="en-US" sz="6000" b="1" dirty="0">
                <a:solidFill>
                  <a:srgbClr val="000000"/>
                </a:solidFill>
                <a:latin typeface="Calibri" pitchFamily="34" charset="0"/>
                <a:ea typeface="Calibri" pitchFamily="34" charset="-122"/>
                <a:cs typeface="Calibri" pitchFamily="34" charset="-120"/>
              </a:rPr>
              <a:t>and Noise</a:t>
            </a:r>
            <a:r>
              <a:rPr lang="en-US" sz="6000" dirty="0"/>
              <a:t> </a:t>
            </a:r>
            <a:r>
              <a:rPr lang="en-US" sz="6000" b="1" dirty="0">
                <a:solidFill>
                  <a:srgbClr val="000000"/>
                </a:solidFill>
                <a:latin typeface="Calibri" pitchFamily="34" charset="0"/>
                <a:ea typeface="Calibri" pitchFamily="34" charset="-122"/>
                <a:cs typeface="Calibri" pitchFamily="34" charset="-120"/>
              </a:rPr>
              <a:t>Interpolation</a:t>
            </a:r>
            <a:endParaRPr lang="en-US" sz="6000" dirty="0"/>
          </a:p>
        </p:txBody>
      </p:sp>
    </p:spTree>
    <p:extLst>
      <p:ext uri="{BB962C8B-B14F-4D97-AF65-F5344CB8AC3E}">
        <p14:creationId xmlns:p14="http://schemas.microsoft.com/office/powerpoint/2010/main" val="12757308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Generating Flower Images with DDIM</a:t>
            </a:r>
            <a:endParaRPr lang="en-US" sz="3467" dirty="0"/>
          </a:p>
        </p:txBody>
      </p:sp>
      <p:sp>
        <p:nvSpPr>
          <p:cNvPr id="4" name="Text 2"/>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50 inference steps, starting from pure noise, producing a unique flower determined by the noise seed.</a:t>
            </a:r>
            <a:endParaRPr lang="en-US" sz="1733" dirty="0"/>
          </a:p>
        </p:txBody>
      </p:sp>
      <p:sp>
        <p:nvSpPr>
          <p:cNvPr id="46" name="Shape 0">
            <a:extLst>
              <a:ext uri="{FF2B5EF4-FFF2-40B4-BE49-F238E27FC236}">
                <a16:creationId xmlns:a16="http://schemas.microsoft.com/office/drawing/2014/main" id="{3087C2D5-D9BA-C0C9-F1CA-2629E5168F8E}"/>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026" name="Picture 2">
            <a:extLst>
              <a:ext uri="{FF2B5EF4-FFF2-40B4-BE49-F238E27FC236}">
                <a16:creationId xmlns:a16="http://schemas.microsoft.com/office/drawing/2014/main" id="{E17CFA6C-7D93-FA1F-B0AC-F5F7EDAE0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232" y="2804160"/>
            <a:ext cx="9334500" cy="371475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a:extLst>
              <a:ext uri="{FF2B5EF4-FFF2-40B4-BE49-F238E27FC236}">
                <a16:creationId xmlns:a16="http://schemas.microsoft.com/office/drawing/2014/main" id="{B7764914-EA8A-7AE0-715F-4783B69D8107}"/>
              </a:ext>
            </a:extLst>
          </p:cNvPr>
          <p:cNvPicPr>
            <a:picLocks noChangeAspect="1"/>
          </p:cNvPicPr>
          <p:nvPr/>
        </p:nvPicPr>
        <p:blipFill>
          <a:blip r:embed="rId4"/>
          <a:stretch>
            <a:fillRect/>
          </a:stretch>
        </p:blipFill>
        <p:spPr>
          <a:xfrm>
            <a:off x="3333343" y="1420408"/>
            <a:ext cx="688008" cy="818786"/>
          </a:xfrm>
          <a:prstGeom prst="rect">
            <a:avLst/>
          </a:prstGeom>
        </p:spPr>
      </p:pic>
      <p:pic>
        <p:nvPicPr>
          <p:cNvPr id="48" name="Picture 47">
            <a:extLst>
              <a:ext uri="{FF2B5EF4-FFF2-40B4-BE49-F238E27FC236}">
                <a16:creationId xmlns:a16="http://schemas.microsoft.com/office/drawing/2014/main" id="{F16784F5-BF23-F6DE-84A1-70E1451F7927}"/>
              </a:ext>
            </a:extLst>
          </p:cNvPr>
          <p:cNvPicPr>
            <a:picLocks noChangeAspect="1"/>
          </p:cNvPicPr>
          <p:nvPr/>
        </p:nvPicPr>
        <p:blipFill>
          <a:blip r:embed="rId5"/>
          <a:stretch>
            <a:fillRect/>
          </a:stretch>
        </p:blipFill>
        <p:spPr>
          <a:xfrm>
            <a:off x="7831550" y="1292352"/>
            <a:ext cx="736463" cy="887103"/>
          </a:xfrm>
          <a:prstGeom prst="rect">
            <a:avLst/>
          </a:prstGeom>
        </p:spPr>
      </p:pic>
      <p:pic>
        <p:nvPicPr>
          <p:cNvPr id="49" name="Picture 48">
            <a:extLst>
              <a:ext uri="{FF2B5EF4-FFF2-40B4-BE49-F238E27FC236}">
                <a16:creationId xmlns:a16="http://schemas.microsoft.com/office/drawing/2014/main" id="{BB6D58DD-E313-A18B-38DA-428203D0A537}"/>
              </a:ext>
            </a:extLst>
          </p:cNvPr>
          <p:cNvPicPr>
            <a:picLocks noChangeAspect="1"/>
          </p:cNvPicPr>
          <p:nvPr/>
        </p:nvPicPr>
        <p:blipFill>
          <a:blip r:embed="rId6"/>
          <a:stretch>
            <a:fillRect/>
          </a:stretch>
        </p:blipFill>
        <p:spPr>
          <a:xfrm>
            <a:off x="7824087" y="1472268"/>
            <a:ext cx="733527" cy="771633"/>
          </a:xfrm>
          <a:prstGeom prst="rect">
            <a:avLst/>
          </a:prstGeom>
        </p:spPr>
      </p:pic>
      <p:pic>
        <p:nvPicPr>
          <p:cNvPr id="50" name="Picture 49">
            <a:extLst>
              <a:ext uri="{FF2B5EF4-FFF2-40B4-BE49-F238E27FC236}">
                <a16:creationId xmlns:a16="http://schemas.microsoft.com/office/drawing/2014/main" id="{66A2FC6A-F158-2B2B-30EA-8E0D9246D78B}"/>
              </a:ext>
            </a:extLst>
          </p:cNvPr>
          <p:cNvPicPr>
            <a:picLocks noChangeAspect="1"/>
          </p:cNvPicPr>
          <p:nvPr/>
        </p:nvPicPr>
        <p:blipFill>
          <a:blip r:embed="rId7"/>
          <a:stretch>
            <a:fillRect/>
          </a:stretch>
        </p:blipFill>
        <p:spPr>
          <a:xfrm>
            <a:off x="7872821" y="1480191"/>
            <a:ext cx="738375" cy="754253"/>
          </a:xfrm>
          <a:prstGeom prst="rect">
            <a:avLst/>
          </a:prstGeom>
        </p:spPr>
      </p:pic>
      <p:sp>
        <p:nvSpPr>
          <p:cNvPr id="51" name="Right Brace 50">
            <a:extLst>
              <a:ext uri="{FF2B5EF4-FFF2-40B4-BE49-F238E27FC236}">
                <a16:creationId xmlns:a16="http://schemas.microsoft.com/office/drawing/2014/main" id="{56A45D43-A8D4-2A56-22CF-E6E5F56EF8AA}"/>
              </a:ext>
            </a:extLst>
          </p:cNvPr>
          <p:cNvSpPr/>
          <p:nvPr/>
        </p:nvSpPr>
        <p:spPr>
          <a:xfrm rot="5400000">
            <a:off x="5933281" y="-271491"/>
            <a:ext cx="95376" cy="526045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52" name="TextBox 51">
            <a:extLst>
              <a:ext uri="{FF2B5EF4-FFF2-40B4-BE49-F238E27FC236}">
                <a16:creationId xmlns:a16="http://schemas.microsoft.com/office/drawing/2014/main" id="{0405C993-4FBC-3BD8-ADEA-36AAA023B401}"/>
              </a:ext>
            </a:extLst>
          </p:cNvPr>
          <p:cNvSpPr txBox="1"/>
          <p:nvPr/>
        </p:nvSpPr>
        <p:spPr>
          <a:xfrm>
            <a:off x="5443007" y="2358736"/>
            <a:ext cx="1197204" cy="369332"/>
          </a:xfrm>
          <a:prstGeom prst="rect">
            <a:avLst/>
          </a:prstGeom>
          <a:noFill/>
        </p:spPr>
        <p:txBody>
          <a:bodyPr wrap="square">
            <a:spAutoFit/>
          </a:bodyPr>
          <a:lstStyle/>
          <a:p>
            <a:r>
              <a:rPr lang="en-US" dirty="0">
                <a:solidFill>
                  <a:srgbClr val="595959"/>
                </a:solidFill>
                <a:latin typeface="Calibri" pitchFamily="34" charset="0"/>
                <a:ea typeface="Calibri" pitchFamily="34" charset="-122"/>
                <a:cs typeface="Calibri" pitchFamily="34" charset="-120"/>
              </a:rPr>
              <a:t>5</a:t>
            </a:r>
            <a:r>
              <a:rPr lang="en-US" sz="1800" dirty="0">
                <a:solidFill>
                  <a:srgbClr val="595959"/>
                </a:solidFill>
                <a:latin typeface="Calibri" pitchFamily="34" charset="0"/>
                <a:ea typeface="Calibri" pitchFamily="34" charset="-122"/>
                <a:cs typeface="Calibri" pitchFamily="34" charset="-120"/>
              </a:rPr>
              <a:t>0 steps</a:t>
            </a:r>
            <a:endParaRPr lang="ro-RO" dirty="0"/>
          </a:p>
        </p:txBody>
      </p:sp>
      <p:pic>
        <p:nvPicPr>
          <p:cNvPr id="56" name="Picture 55">
            <a:extLst>
              <a:ext uri="{FF2B5EF4-FFF2-40B4-BE49-F238E27FC236}">
                <a16:creationId xmlns:a16="http://schemas.microsoft.com/office/drawing/2014/main" id="{B2A521CF-F4B2-EB54-AE25-67854BF1F785}"/>
              </a:ext>
            </a:extLst>
          </p:cNvPr>
          <p:cNvPicPr>
            <a:picLocks noChangeAspect="1"/>
          </p:cNvPicPr>
          <p:nvPr/>
        </p:nvPicPr>
        <p:blipFill>
          <a:blip r:embed="rId8"/>
          <a:stretch>
            <a:fillRect/>
          </a:stretch>
        </p:blipFill>
        <p:spPr>
          <a:xfrm>
            <a:off x="6748541" y="1507783"/>
            <a:ext cx="733527" cy="727841"/>
          </a:xfrm>
          <a:prstGeom prst="rect">
            <a:avLst/>
          </a:prstGeom>
        </p:spPr>
      </p:pic>
      <p:pic>
        <p:nvPicPr>
          <p:cNvPr id="58" name="Picture 57">
            <a:extLst>
              <a:ext uri="{FF2B5EF4-FFF2-40B4-BE49-F238E27FC236}">
                <a16:creationId xmlns:a16="http://schemas.microsoft.com/office/drawing/2014/main" id="{7E71D3C9-585E-2412-F785-EF33B9A48BCD}"/>
              </a:ext>
            </a:extLst>
          </p:cNvPr>
          <p:cNvPicPr>
            <a:picLocks noChangeAspect="1"/>
          </p:cNvPicPr>
          <p:nvPr/>
        </p:nvPicPr>
        <p:blipFill>
          <a:blip r:embed="rId9"/>
          <a:stretch>
            <a:fillRect/>
          </a:stretch>
        </p:blipFill>
        <p:spPr>
          <a:xfrm>
            <a:off x="4367914" y="1561397"/>
            <a:ext cx="639549" cy="682504"/>
          </a:xfrm>
          <a:prstGeom prst="rect">
            <a:avLst/>
          </a:prstGeom>
        </p:spPr>
      </p:pic>
      <p:cxnSp>
        <p:nvCxnSpPr>
          <p:cNvPr id="1030" name="Straight Arrow Connector 1029">
            <a:extLst>
              <a:ext uri="{FF2B5EF4-FFF2-40B4-BE49-F238E27FC236}">
                <a16:creationId xmlns:a16="http://schemas.microsoft.com/office/drawing/2014/main" id="{9B1F510D-E5AA-CDDB-B09A-FD0F94448B2E}"/>
              </a:ext>
            </a:extLst>
          </p:cNvPr>
          <p:cNvCxnSpPr>
            <a:cxnSpLocks/>
          </p:cNvCxnSpPr>
          <p:nvPr/>
        </p:nvCxnSpPr>
        <p:spPr>
          <a:xfrm>
            <a:off x="7482068" y="1877368"/>
            <a:ext cx="40024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2" name="Straight Arrow Connector 1031">
            <a:extLst>
              <a:ext uri="{FF2B5EF4-FFF2-40B4-BE49-F238E27FC236}">
                <a16:creationId xmlns:a16="http://schemas.microsoft.com/office/drawing/2014/main" id="{EEE8EF00-DC01-2C34-33FD-CCAF73CAA8F9}"/>
              </a:ext>
            </a:extLst>
          </p:cNvPr>
          <p:cNvCxnSpPr>
            <a:cxnSpLocks/>
          </p:cNvCxnSpPr>
          <p:nvPr/>
        </p:nvCxnSpPr>
        <p:spPr>
          <a:xfrm>
            <a:off x="4021351" y="1905061"/>
            <a:ext cx="3465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37" name="Picture 1036">
            <a:extLst>
              <a:ext uri="{FF2B5EF4-FFF2-40B4-BE49-F238E27FC236}">
                <a16:creationId xmlns:a16="http://schemas.microsoft.com/office/drawing/2014/main" id="{15603A1D-2998-6C6D-6285-7BF6F0DF01B7}"/>
              </a:ext>
            </a:extLst>
          </p:cNvPr>
          <p:cNvPicPr>
            <a:picLocks noChangeAspect="1"/>
          </p:cNvPicPr>
          <p:nvPr/>
        </p:nvPicPr>
        <p:blipFill>
          <a:blip r:embed="rId10"/>
          <a:stretch>
            <a:fillRect/>
          </a:stretch>
        </p:blipFill>
        <p:spPr>
          <a:xfrm>
            <a:off x="3344895" y="1551941"/>
            <a:ext cx="676456" cy="682504"/>
          </a:xfrm>
          <a:prstGeom prst="rect">
            <a:avLst/>
          </a:prstGeom>
        </p:spPr>
      </p:pic>
      <p:cxnSp>
        <p:nvCxnSpPr>
          <p:cNvPr id="1038" name="Straight Arrow Connector 1037">
            <a:extLst>
              <a:ext uri="{FF2B5EF4-FFF2-40B4-BE49-F238E27FC236}">
                <a16:creationId xmlns:a16="http://schemas.microsoft.com/office/drawing/2014/main" id="{61BF7FC9-89DC-2185-821B-EA2A26BE8F76}"/>
              </a:ext>
            </a:extLst>
          </p:cNvPr>
          <p:cNvCxnSpPr>
            <a:cxnSpLocks/>
          </p:cNvCxnSpPr>
          <p:nvPr/>
        </p:nvCxnSpPr>
        <p:spPr>
          <a:xfrm>
            <a:off x="5007463" y="1886072"/>
            <a:ext cx="3465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9" name="Straight Arrow Connector 1038">
            <a:extLst>
              <a:ext uri="{FF2B5EF4-FFF2-40B4-BE49-F238E27FC236}">
                <a16:creationId xmlns:a16="http://schemas.microsoft.com/office/drawing/2014/main" id="{468DDBAB-89B0-C3C9-0F7B-BC1EF6DCD712}"/>
              </a:ext>
            </a:extLst>
          </p:cNvPr>
          <p:cNvCxnSpPr>
            <a:cxnSpLocks/>
          </p:cNvCxnSpPr>
          <p:nvPr/>
        </p:nvCxnSpPr>
        <p:spPr>
          <a:xfrm>
            <a:off x="6401978" y="1877368"/>
            <a:ext cx="3465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40" name="TextBox 1039">
            <a:extLst>
              <a:ext uri="{FF2B5EF4-FFF2-40B4-BE49-F238E27FC236}">
                <a16:creationId xmlns:a16="http://schemas.microsoft.com/office/drawing/2014/main" id="{C68EE1BE-51FE-8F41-2893-270A10B6A96D}"/>
              </a:ext>
            </a:extLst>
          </p:cNvPr>
          <p:cNvSpPr txBox="1"/>
          <p:nvPr/>
        </p:nvSpPr>
        <p:spPr>
          <a:xfrm>
            <a:off x="5488179" y="1656858"/>
            <a:ext cx="779646" cy="369332"/>
          </a:xfrm>
          <a:prstGeom prst="rect">
            <a:avLst/>
          </a:prstGeom>
          <a:noFill/>
        </p:spPr>
        <p:txBody>
          <a:bodyPr wrap="square" rtlCol="0">
            <a:spAutoFit/>
          </a:bodyPr>
          <a:lstStyle/>
          <a:p>
            <a:pPr algn="ctr"/>
            <a:r>
              <a:rPr lang="ro-RO" i="1" dirty="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D610BD-CD6E-30B7-DEC7-8F12E461DA06}"/>
              </a:ext>
            </a:extLst>
          </p:cNvPr>
          <p:cNvPicPr>
            <a:picLocks noChangeAspect="1"/>
          </p:cNvPicPr>
          <p:nvPr/>
        </p:nvPicPr>
        <p:blipFill>
          <a:blip r:embed="rId2"/>
          <a:stretch>
            <a:fillRect/>
          </a:stretch>
        </p:blipFill>
        <p:spPr>
          <a:xfrm>
            <a:off x="2259456" y="878688"/>
            <a:ext cx="7673088" cy="4147325"/>
          </a:xfrm>
          <a:prstGeom prst="rect">
            <a:avLst/>
          </a:prstGeom>
        </p:spPr>
      </p:pic>
      <p:sp>
        <p:nvSpPr>
          <p:cNvPr id="4" name="Shape 0">
            <a:extLst>
              <a:ext uri="{FF2B5EF4-FFF2-40B4-BE49-F238E27FC236}">
                <a16:creationId xmlns:a16="http://schemas.microsoft.com/office/drawing/2014/main" id="{AF2B4579-E6CB-BF1A-065B-89A24F5C7F45}"/>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5" name="Picture 4">
            <a:extLst>
              <a:ext uri="{FF2B5EF4-FFF2-40B4-BE49-F238E27FC236}">
                <a16:creationId xmlns:a16="http://schemas.microsoft.com/office/drawing/2014/main" id="{C4A2423D-D8EC-CF0C-AF7D-DC1E85BD3BD0}"/>
              </a:ext>
            </a:extLst>
          </p:cNvPr>
          <p:cNvPicPr>
            <a:picLocks noChangeAspect="1"/>
          </p:cNvPicPr>
          <p:nvPr/>
        </p:nvPicPr>
        <p:blipFill>
          <a:blip r:embed="rId3"/>
          <a:stretch>
            <a:fillRect/>
          </a:stretch>
        </p:blipFill>
        <p:spPr>
          <a:xfrm>
            <a:off x="2042661" y="4983695"/>
            <a:ext cx="8272593" cy="1007098"/>
          </a:xfrm>
          <a:prstGeom prst="rect">
            <a:avLst/>
          </a:prstGeom>
        </p:spPr>
      </p:pic>
      <p:sp>
        <p:nvSpPr>
          <p:cNvPr id="6" name="Text 1">
            <a:extLst>
              <a:ext uri="{FF2B5EF4-FFF2-40B4-BE49-F238E27FC236}">
                <a16:creationId xmlns:a16="http://schemas.microsoft.com/office/drawing/2014/main" id="{8483AFAE-C744-3567-1902-1C63F5C4DEF5}"/>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Noise Tensor Interpolation</a:t>
            </a:r>
            <a:endParaRPr lang="en-US" sz="3467" dirty="0"/>
          </a:p>
        </p:txBody>
      </p:sp>
      <p:sp>
        <p:nvSpPr>
          <p:cNvPr id="8" name="TextBox 7">
            <a:extLst>
              <a:ext uri="{FF2B5EF4-FFF2-40B4-BE49-F238E27FC236}">
                <a16:creationId xmlns:a16="http://schemas.microsoft.com/office/drawing/2014/main" id="{0F9D7678-ECAA-DDC1-57CA-5C48989E1196}"/>
              </a:ext>
            </a:extLst>
          </p:cNvPr>
          <p:cNvSpPr txBox="1"/>
          <p:nvPr/>
        </p:nvSpPr>
        <p:spPr>
          <a:xfrm>
            <a:off x="101027" y="6365447"/>
            <a:ext cx="12392347" cy="346249"/>
          </a:xfrm>
          <a:prstGeom prst="rect">
            <a:avLst/>
          </a:prstGeom>
          <a:noFill/>
        </p:spPr>
        <p:txBody>
          <a:bodyPr wrap="square">
            <a:spAutoFit/>
          </a:bodyPr>
          <a:lstStyle/>
          <a:p>
            <a:r>
              <a:rPr lang="en-US" sz="1650" b="1" dirty="0">
                <a:highlight>
                  <a:srgbClr val="FFFF00"/>
                </a:highlight>
              </a:rPr>
              <a:t>NOTE</a:t>
            </a:r>
            <a:r>
              <a:rPr lang="en-US" sz="1650" dirty="0">
                <a:highlight>
                  <a:srgbClr val="FFFF00"/>
                </a:highlight>
              </a:rPr>
              <a:t>: Linear interpolation is shown here; alternative formulations (e.g., sine/cosine, spherical interpolation, etc.) are also possible.</a:t>
            </a:r>
            <a:endParaRPr lang="ro-RO" sz="1650" dirty="0">
              <a:highlight>
                <a:srgbClr val="FFFF00"/>
              </a:highlight>
            </a:endParaRPr>
          </a:p>
        </p:txBody>
      </p:sp>
    </p:spTree>
    <p:extLst>
      <p:ext uri="{BB962C8B-B14F-4D97-AF65-F5344CB8AC3E}">
        <p14:creationId xmlns:p14="http://schemas.microsoft.com/office/powerpoint/2010/main" val="286746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BF013-DFD2-D14D-A131-8B11FB4EA5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3A24367-ECFC-BCE5-F94E-C3FE4884E501}"/>
              </a:ext>
            </a:extLst>
          </p:cNvPr>
          <p:cNvSpPr/>
          <p:nvPr/>
        </p:nvSpPr>
        <p:spPr>
          <a:xfrm>
            <a:off x="0" y="0"/>
            <a:ext cx="12192000" cy="85344"/>
          </a:xfrm>
          <a:prstGeom prst="rect">
            <a:avLst/>
          </a:prstGeom>
          <a:solidFill>
            <a:srgbClr val="1F3864"/>
          </a:solidFill>
          <a:ln w="12700">
            <a:solidFill>
              <a:srgbClr val="1F3864"/>
            </a:solidFill>
            <a:prstDash val="solid"/>
          </a:ln>
        </p:spPr>
      </p:sp>
      <p:sp>
        <p:nvSpPr>
          <p:cNvPr id="3" name="Text 1">
            <a:extLst>
              <a:ext uri="{FF2B5EF4-FFF2-40B4-BE49-F238E27FC236}">
                <a16:creationId xmlns:a16="http://schemas.microsoft.com/office/drawing/2014/main" id="{032248FE-0337-2B8E-F1C3-3FEC0395974E}"/>
              </a:ext>
            </a:extLst>
          </p:cNvPr>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Noise Tensor Interpolation</a:t>
            </a:r>
            <a:endParaRPr lang="en-US" sz="3467" dirty="0"/>
          </a:p>
        </p:txBody>
      </p:sp>
      <p:sp>
        <p:nvSpPr>
          <p:cNvPr id="4" name="Text 2">
            <a:extLst>
              <a:ext uri="{FF2B5EF4-FFF2-40B4-BE49-F238E27FC236}">
                <a16:creationId xmlns:a16="http://schemas.microsoft.com/office/drawing/2014/main" id="{4E2BB9EB-6ACE-4BC6-8ADB-89BB702CB60D}"/>
              </a:ext>
            </a:extLst>
          </p:cNvPr>
          <p:cNvSpPr/>
          <p:nvPr/>
        </p:nvSpPr>
        <p:spPr>
          <a:xfrm>
            <a:off x="548640" y="950976"/>
            <a:ext cx="11094720" cy="341376"/>
          </a:xfrm>
          <a:prstGeom prst="rect">
            <a:avLst/>
          </a:prstGeom>
          <a:noFill/>
          <a:ln/>
        </p:spPr>
        <p:txBody>
          <a:bodyPr wrap="square" rtlCol="0" anchor="ctr"/>
          <a:lstStyle/>
          <a:p>
            <a:r>
              <a:rPr lang="en-US" sz="1733" i="1" dirty="0">
                <a:solidFill>
                  <a:srgbClr val="595959"/>
                </a:solidFill>
                <a:latin typeface="Calibri" pitchFamily="34" charset="0"/>
                <a:ea typeface="Calibri" pitchFamily="34" charset="-122"/>
                <a:cs typeface="Calibri" pitchFamily="34" charset="-120"/>
              </a:rPr>
              <a:t>Blending two noise seeds produces a smooth visual transition between two different flowers.</a:t>
            </a:r>
            <a:endParaRPr lang="en-US" sz="1733" dirty="0"/>
          </a:p>
        </p:txBody>
      </p:sp>
      <p:sp>
        <p:nvSpPr>
          <p:cNvPr id="45" name="Shape 0">
            <a:extLst>
              <a:ext uri="{FF2B5EF4-FFF2-40B4-BE49-F238E27FC236}">
                <a16:creationId xmlns:a16="http://schemas.microsoft.com/office/drawing/2014/main" id="{C5DAFDB8-3FC7-423C-043D-94E24C93BACD}"/>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48" name="Shape 6">
            <a:extLst>
              <a:ext uri="{FF2B5EF4-FFF2-40B4-BE49-F238E27FC236}">
                <a16:creationId xmlns:a16="http://schemas.microsoft.com/office/drawing/2014/main" id="{D5A25CB5-5BE1-A673-D955-DF8B92CADDE8}"/>
              </a:ext>
            </a:extLst>
          </p:cNvPr>
          <p:cNvSpPr/>
          <p:nvPr/>
        </p:nvSpPr>
        <p:spPr>
          <a:xfrm>
            <a:off x="113016" y="1570849"/>
            <a:ext cx="11938571" cy="5025159"/>
          </a:xfrm>
          <a:prstGeom prst="rect">
            <a:avLst/>
          </a:prstGeom>
          <a:solidFill>
            <a:srgbClr val="1E2A3A"/>
          </a:solidFill>
          <a:ln w="10160">
            <a:solidFill>
              <a:srgbClr val="00E5FF"/>
            </a:solidFill>
            <a:prstDash val="solid"/>
          </a:ln>
        </p:spPr>
        <p:txBody>
          <a:bodyPr/>
          <a:lstStyle/>
          <a:p>
            <a:r>
              <a:rPr lang="en-US" sz="1250" dirty="0">
                <a:solidFill>
                  <a:srgbClr val="A8D8EA"/>
                </a:solidFill>
                <a:latin typeface="Consolas" pitchFamily="34" charset="0"/>
                <a:ea typeface="Consolas" pitchFamily="34" charset="-122"/>
                <a:cs typeface="Consolas" pitchFamily="34" charset="-120"/>
              </a:rPr>
              <a:t>def interpolate(self, model, </a:t>
            </a:r>
            <a:r>
              <a:rPr lang="en-US" sz="1250" dirty="0" err="1">
                <a:solidFill>
                  <a:srgbClr val="A8D8EA"/>
                </a:solidFill>
                <a:latin typeface="Consolas" pitchFamily="34" charset="0"/>
                <a:ea typeface="Consolas" pitchFamily="34" charset="-122"/>
                <a:cs typeface="Consolas" pitchFamily="34" charset="-120"/>
              </a:rPr>
              <a:t>a_idx</a:t>
            </a:r>
            <a:r>
              <a:rPr lang="en-US" sz="1250" dirty="0">
                <a:solidFill>
                  <a:srgbClr val="A8D8EA"/>
                </a:solidFill>
                <a:latin typeface="Consolas" pitchFamily="34" charset="0"/>
                <a:ea typeface="Consolas" pitchFamily="34" charset="-122"/>
                <a:cs typeface="Consolas" pitchFamily="34" charset="-120"/>
              </a:rPr>
              <a:t>, </a:t>
            </a:r>
            <a:r>
              <a:rPr lang="en-US" sz="1250" dirty="0" err="1">
                <a:solidFill>
                  <a:srgbClr val="A8D8EA"/>
                </a:solidFill>
                <a:latin typeface="Consolas" pitchFamily="34" charset="0"/>
                <a:ea typeface="Consolas" pitchFamily="34" charset="-122"/>
                <a:cs typeface="Consolas" pitchFamily="34" charset="-120"/>
              </a:rPr>
              <a:t>b_idx</a:t>
            </a:r>
            <a:r>
              <a:rPr lang="en-US" sz="1250" dirty="0">
                <a:solidFill>
                  <a:srgbClr val="A8D8EA"/>
                </a:solidFill>
                <a:latin typeface="Consolas" pitchFamily="34" charset="0"/>
                <a:ea typeface="Consolas" pitchFamily="34" charset="-122"/>
                <a:cs typeface="Consolas" pitchFamily="34" charset="-120"/>
              </a:rPr>
              <a:t>, ...):</a:t>
            </a:r>
          </a:p>
          <a:p>
            <a:endParaRPr lang="en-US" sz="1250" dirty="0">
              <a:solidFill>
                <a:srgbClr val="A8D8EA"/>
              </a:solidFill>
              <a:latin typeface="Consolas" pitchFamily="34" charset="0"/>
              <a:ea typeface="Consolas" pitchFamily="34" charset="-122"/>
              <a:cs typeface="Consolas" pitchFamily="34" charset="-120"/>
            </a:endParaRPr>
          </a:p>
          <a:p>
            <a:r>
              <a:rPr lang="en-US" sz="1250" dirty="0">
                <a:solidFill>
                  <a:srgbClr val="A8D8EA"/>
                </a:solidFill>
                <a:latin typeface="Consolas" pitchFamily="34" charset="0"/>
                <a:ea typeface="Consolas" pitchFamily="34" charset="-122"/>
                <a:cs typeface="Consolas" pitchFamily="34" charset="-120"/>
              </a:rPr>
              <a:t>        # Generates a batch of pure Gaussian noise</a:t>
            </a:r>
          </a:p>
          <a:p>
            <a:r>
              <a:rPr lang="en-US" sz="1250" dirty="0">
                <a:solidFill>
                  <a:srgbClr val="A8D8EA"/>
                </a:solidFill>
                <a:latin typeface="Consolas" pitchFamily="34" charset="0"/>
                <a:ea typeface="Consolas" pitchFamily="34" charset="-122"/>
                <a:cs typeface="Consolas" pitchFamily="34" charset="-120"/>
              </a:rPr>
              <a:t>        image0 = </a:t>
            </a:r>
            <a:r>
              <a:rPr lang="en-US" sz="1250" dirty="0" err="1">
                <a:solidFill>
                  <a:srgbClr val="A8D8EA"/>
                </a:solidFill>
                <a:latin typeface="Consolas" pitchFamily="34" charset="0"/>
                <a:ea typeface="Consolas" pitchFamily="34" charset="-122"/>
                <a:cs typeface="Consolas" pitchFamily="34" charset="-120"/>
              </a:rPr>
              <a:t>torch.randn</a:t>
            </a:r>
            <a:r>
              <a:rPr lang="en-US" sz="1250" dirty="0">
                <a:solidFill>
                  <a:srgbClr val="A8D8EA"/>
                </a:solidFill>
                <a:latin typeface="Consolas" pitchFamily="34" charset="0"/>
                <a:ea typeface="Consolas" pitchFamily="34" charset="-122"/>
                <a:cs typeface="Consolas" pitchFamily="34" charset="-120"/>
              </a:rPr>
              <a:t>((</a:t>
            </a:r>
            <a:r>
              <a:rPr lang="en-US" sz="1250" dirty="0" err="1">
                <a:solidFill>
                  <a:srgbClr val="A8D8EA"/>
                </a:solidFill>
                <a:latin typeface="Consolas" pitchFamily="34" charset="0"/>
                <a:ea typeface="Consolas" pitchFamily="34" charset="-122"/>
                <a:cs typeface="Consolas" pitchFamily="34" charset="-120"/>
              </a:rPr>
              <a:t>batch_size</a:t>
            </a:r>
            <a:r>
              <a:rPr lang="en-US" sz="1250" dirty="0">
                <a:solidFill>
                  <a:srgbClr val="A8D8EA"/>
                </a:solidFill>
                <a:latin typeface="Consolas" pitchFamily="34" charset="0"/>
                <a:ea typeface="Consolas" pitchFamily="34" charset="-122"/>
                <a:cs typeface="Consolas" pitchFamily="34" charset="-120"/>
              </a:rPr>
              <a:t>, </a:t>
            </a:r>
            <a:r>
              <a:rPr lang="en-US" sz="1250" dirty="0" err="1">
                <a:solidFill>
                  <a:srgbClr val="A8D8EA"/>
                </a:solidFill>
                <a:latin typeface="Consolas" pitchFamily="34" charset="0"/>
                <a:ea typeface="Consolas" pitchFamily="34" charset="-122"/>
                <a:cs typeface="Consolas" pitchFamily="34" charset="-120"/>
              </a:rPr>
              <a:t>model.in_channels</a:t>
            </a:r>
            <a:r>
              <a:rPr lang="en-US" sz="1250" dirty="0">
                <a:solidFill>
                  <a:srgbClr val="A8D8EA"/>
                </a:solidFill>
                <a:latin typeface="Consolas" pitchFamily="34" charset="0"/>
                <a:ea typeface="Consolas" pitchFamily="34" charset="-122"/>
                <a:cs typeface="Consolas" pitchFamily="34" charset="-120"/>
              </a:rPr>
              <a:t>, </a:t>
            </a:r>
            <a:r>
              <a:rPr lang="en-US" sz="1250" dirty="0" err="1">
                <a:solidFill>
                  <a:srgbClr val="A8D8EA"/>
                </a:solidFill>
                <a:latin typeface="Consolas" pitchFamily="34" charset="0"/>
                <a:ea typeface="Consolas" pitchFamily="34" charset="-122"/>
                <a:cs typeface="Consolas" pitchFamily="34" charset="-120"/>
              </a:rPr>
              <a:t>model.sample_size</a:t>
            </a:r>
            <a:r>
              <a:rPr lang="en-US" sz="1250" dirty="0">
                <a:solidFill>
                  <a:srgbClr val="A8D8EA"/>
                </a:solidFill>
                <a:latin typeface="Consolas" pitchFamily="34" charset="0"/>
                <a:ea typeface="Consolas" pitchFamily="34" charset="-122"/>
                <a:cs typeface="Consolas" pitchFamily="34" charset="-120"/>
              </a:rPr>
              <a:t>, </a:t>
            </a:r>
            <a:r>
              <a:rPr lang="en-US" sz="1250" dirty="0" err="1">
                <a:solidFill>
                  <a:srgbClr val="A8D8EA"/>
                </a:solidFill>
                <a:latin typeface="Consolas" pitchFamily="34" charset="0"/>
                <a:ea typeface="Consolas" pitchFamily="34" charset="-122"/>
                <a:cs typeface="Consolas" pitchFamily="34" charset="-120"/>
              </a:rPr>
              <a:t>model.sample_size</a:t>
            </a:r>
            <a:r>
              <a:rPr lang="en-US" sz="1250" dirty="0">
                <a:solidFill>
                  <a:srgbClr val="A8D8EA"/>
                </a:solidFill>
                <a:latin typeface="Consolas" pitchFamily="34" charset="0"/>
                <a:ea typeface="Consolas" pitchFamily="34" charset="-122"/>
                <a:cs typeface="Consolas" pitchFamily="34" charset="-120"/>
              </a:rPr>
              <a:t>), generator=generator,).to(device)</a:t>
            </a:r>
          </a:p>
          <a:p>
            <a:endParaRPr lang="en-US" sz="1250" dirty="0">
              <a:solidFill>
                <a:srgbClr val="A8D8EA"/>
              </a:solidFill>
              <a:latin typeface="Consolas" pitchFamily="34" charset="0"/>
              <a:ea typeface="Consolas" pitchFamily="34" charset="-122"/>
              <a:cs typeface="Consolas" pitchFamily="34" charset="-120"/>
            </a:endParaRPr>
          </a:p>
          <a:p>
            <a:r>
              <a:rPr lang="en-US" sz="1250" dirty="0">
                <a:solidFill>
                  <a:srgbClr val="A8D8EA"/>
                </a:solidFill>
                <a:latin typeface="Consolas" pitchFamily="34" charset="0"/>
                <a:ea typeface="Consolas" pitchFamily="34" charset="-122"/>
                <a:cs typeface="Consolas" pitchFamily="34" charset="-120"/>
              </a:rPr>
              <a:t>        # Prepare container for interpolation → this will store interpolated noise tensor(s)</a:t>
            </a:r>
          </a:p>
          <a:p>
            <a:r>
              <a:rPr lang="en-US" sz="1250" dirty="0">
                <a:solidFill>
                  <a:srgbClr val="A8D8EA"/>
                </a:solidFill>
                <a:latin typeface="Consolas" pitchFamily="34" charset="0"/>
                <a:ea typeface="Consolas" pitchFamily="34" charset="-122"/>
                <a:cs typeface="Consolas" pitchFamily="34" charset="-120"/>
              </a:rPr>
              <a:t>        image = </a:t>
            </a:r>
            <a:r>
              <a:rPr lang="en-US" sz="1250" dirty="0" err="1">
                <a:solidFill>
                  <a:srgbClr val="A8D8EA"/>
                </a:solidFill>
                <a:latin typeface="Consolas" pitchFamily="34" charset="0"/>
                <a:ea typeface="Consolas" pitchFamily="34" charset="-122"/>
                <a:cs typeface="Consolas" pitchFamily="34" charset="-120"/>
              </a:rPr>
              <a:t>torch.zeros</a:t>
            </a:r>
            <a:r>
              <a:rPr lang="en-US" sz="1250" dirty="0">
                <a:solidFill>
                  <a:srgbClr val="A8D8EA"/>
                </a:solidFill>
                <a:latin typeface="Consolas" pitchFamily="34" charset="0"/>
                <a:ea typeface="Consolas" pitchFamily="34" charset="-122"/>
                <a:cs typeface="Consolas" pitchFamily="34" charset="-120"/>
              </a:rPr>
              <a:t>((</a:t>
            </a:r>
            <a:r>
              <a:rPr lang="en-US" sz="1250" dirty="0" err="1">
                <a:solidFill>
                  <a:srgbClr val="A8D8EA"/>
                </a:solidFill>
                <a:latin typeface="Consolas" pitchFamily="34" charset="0"/>
                <a:ea typeface="Consolas" pitchFamily="34" charset="-122"/>
                <a:cs typeface="Consolas" pitchFamily="34" charset="-120"/>
              </a:rPr>
              <a:t>batch_size</a:t>
            </a:r>
            <a:r>
              <a:rPr lang="en-US" sz="1250" dirty="0">
                <a:solidFill>
                  <a:srgbClr val="A8D8EA"/>
                </a:solidFill>
                <a:latin typeface="Consolas" pitchFamily="34" charset="0"/>
                <a:ea typeface="Consolas" pitchFamily="34" charset="-122"/>
                <a:cs typeface="Consolas" pitchFamily="34" charset="-120"/>
              </a:rPr>
              <a:t>, </a:t>
            </a:r>
            <a:r>
              <a:rPr lang="en-US" sz="1250" dirty="0" err="1">
                <a:solidFill>
                  <a:srgbClr val="A8D8EA"/>
                </a:solidFill>
                <a:latin typeface="Consolas" pitchFamily="34" charset="0"/>
                <a:ea typeface="Consolas" pitchFamily="34" charset="-122"/>
                <a:cs typeface="Consolas" pitchFamily="34" charset="-120"/>
              </a:rPr>
              <a:t>model.in_channels</a:t>
            </a:r>
            <a:r>
              <a:rPr lang="en-US" sz="1250" dirty="0">
                <a:solidFill>
                  <a:srgbClr val="A8D8EA"/>
                </a:solidFill>
                <a:latin typeface="Consolas" pitchFamily="34" charset="0"/>
                <a:ea typeface="Consolas" pitchFamily="34" charset="-122"/>
                <a:cs typeface="Consolas" pitchFamily="34" charset="-120"/>
              </a:rPr>
              <a:t>, </a:t>
            </a:r>
            <a:r>
              <a:rPr lang="en-US" sz="1250" dirty="0" err="1">
                <a:solidFill>
                  <a:srgbClr val="A8D8EA"/>
                </a:solidFill>
                <a:latin typeface="Consolas" pitchFamily="34" charset="0"/>
                <a:ea typeface="Consolas" pitchFamily="34" charset="-122"/>
                <a:cs typeface="Consolas" pitchFamily="34" charset="-120"/>
              </a:rPr>
              <a:t>model.sample_size</a:t>
            </a:r>
            <a:r>
              <a:rPr lang="en-US" sz="1250" dirty="0">
                <a:solidFill>
                  <a:srgbClr val="A8D8EA"/>
                </a:solidFill>
                <a:latin typeface="Consolas" pitchFamily="34" charset="0"/>
                <a:ea typeface="Consolas" pitchFamily="34" charset="-122"/>
                <a:cs typeface="Consolas" pitchFamily="34" charset="-120"/>
              </a:rPr>
              <a:t>, </a:t>
            </a:r>
            <a:r>
              <a:rPr lang="en-US" sz="1250" dirty="0" err="1">
                <a:solidFill>
                  <a:srgbClr val="A8D8EA"/>
                </a:solidFill>
                <a:latin typeface="Consolas" pitchFamily="34" charset="0"/>
                <a:ea typeface="Consolas" pitchFamily="34" charset="-122"/>
                <a:cs typeface="Consolas" pitchFamily="34" charset="-120"/>
              </a:rPr>
              <a:t>model.sample_size</a:t>
            </a:r>
            <a:r>
              <a:rPr lang="en-US" sz="1250" dirty="0">
                <a:solidFill>
                  <a:srgbClr val="A8D8EA"/>
                </a:solidFill>
                <a:latin typeface="Consolas" pitchFamily="34" charset="0"/>
                <a:ea typeface="Consolas" pitchFamily="34" charset="-122"/>
                <a:cs typeface="Consolas" pitchFamily="34" charset="-120"/>
              </a:rPr>
              <a:t>)).to(device)</a:t>
            </a:r>
          </a:p>
          <a:p>
            <a:r>
              <a:rPr lang="en-US" sz="1250" dirty="0">
                <a:solidFill>
                  <a:srgbClr val="A8D8EA"/>
                </a:solidFill>
                <a:latin typeface="Consolas" pitchFamily="34" charset="0"/>
                <a:ea typeface="Consolas" pitchFamily="34" charset="-122"/>
                <a:cs typeface="Consolas" pitchFamily="34" charset="-120"/>
              </a:rPr>
              <a:t>        </a:t>
            </a:r>
          </a:p>
          <a:p>
            <a:r>
              <a:rPr lang="en-US" sz="1250" dirty="0">
                <a:solidFill>
                  <a:srgbClr val="A8D8EA"/>
                </a:solidFill>
                <a:latin typeface="Consolas" pitchFamily="34" charset="0"/>
                <a:ea typeface="Consolas" pitchFamily="34" charset="-122"/>
                <a:cs typeface="Consolas" pitchFamily="34" charset="-120"/>
              </a:rPr>
              <a:t>        # Pick two initial noise tensors</a:t>
            </a:r>
          </a:p>
          <a:p>
            <a:r>
              <a:rPr lang="en-US" sz="1250" dirty="0">
                <a:solidFill>
                  <a:srgbClr val="A8D8EA"/>
                </a:solidFill>
                <a:latin typeface="Consolas" pitchFamily="34" charset="0"/>
                <a:ea typeface="Consolas" pitchFamily="34" charset="-122"/>
                <a:cs typeface="Consolas" pitchFamily="34" charset="-120"/>
              </a:rPr>
              <a:t>        a, b = image0[</a:t>
            </a:r>
            <a:r>
              <a:rPr lang="en-US" sz="1250" dirty="0" err="1">
                <a:solidFill>
                  <a:srgbClr val="A8D8EA"/>
                </a:solidFill>
                <a:latin typeface="Consolas" pitchFamily="34" charset="0"/>
                <a:ea typeface="Consolas" pitchFamily="34" charset="-122"/>
                <a:cs typeface="Consolas" pitchFamily="34" charset="-120"/>
              </a:rPr>
              <a:t>a_idx</a:t>
            </a:r>
            <a:r>
              <a:rPr lang="en-US" sz="1250" dirty="0">
                <a:solidFill>
                  <a:srgbClr val="A8D8EA"/>
                </a:solidFill>
                <a:latin typeface="Consolas" pitchFamily="34" charset="0"/>
                <a:ea typeface="Consolas" pitchFamily="34" charset="-122"/>
                <a:cs typeface="Consolas" pitchFamily="34" charset="-120"/>
              </a:rPr>
              <a:t>], image0[</a:t>
            </a:r>
            <a:r>
              <a:rPr lang="en-US" sz="1250" dirty="0" err="1">
                <a:solidFill>
                  <a:srgbClr val="A8D8EA"/>
                </a:solidFill>
                <a:latin typeface="Consolas" pitchFamily="34" charset="0"/>
                <a:ea typeface="Consolas" pitchFamily="34" charset="-122"/>
                <a:cs typeface="Consolas" pitchFamily="34" charset="-120"/>
              </a:rPr>
              <a:t>b_idx</a:t>
            </a:r>
            <a:r>
              <a:rPr lang="en-US" sz="1250" dirty="0">
                <a:solidFill>
                  <a:srgbClr val="A8D8EA"/>
                </a:solidFill>
                <a:latin typeface="Consolas" pitchFamily="34" charset="0"/>
                <a:ea typeface="Consolas" pitchFamily="34" charset="-122"/>
                <a:cs typeface="Consolas" pitchFamily="34" charset="-120"/>
              </a:rPr>
              <a:t>]</a:t>
            </a:r>
          </a:p>
          <a:p>
            <a:endParaRPr lang="en-US" sz="1250" dirty="0">
              <a:solidFill>
                <a:srgbClr val="A8D8EA"/>
              </a:solidFill>
              <a:latin typeface="Consolas" pitchFamily="34" charset="0"/>
              <a:ea typeface="Consolas" pitchFamily="34" charset="-122"/>
              <a:cs typeface="Consolas" pitchFamily="34" charset="-120"/>
            </a:endParaRPr>
          </a:p>
          <a:p>
            <a:r>
              <a:rPr lang="en-US" sz="1250" dirty="0">
                <a:solidFill>
                  <a:srgbClr val="A8D8EA"/>
                </a:solidFill>
                <a:latin typeface="Consolas" pitchFamily="34" charset="0"/>
                <a:ea typeface="Consolas" pitchFamily="34" charset="-122"/>
                <a:cs typeface="Consolas" pitchFamily="34" charset="-120"/>
              </a:rPr>
              <a:t>        # Create 10 interpolated noise tensors by placing different weights on the 2 noise tensors</a:t>
            </a:r>
          </a:p>
          <a:p>
            <a:r>
              <a:rPr lang="en-US" sz="1250" dirty="0">
                <a:solidFill>
                  <a:srgbClr val="A8D8EA"/>
                </a:solidFill>
                <a:latin typeface="Consolas" pitchFamily="34" charset="0"/>
                <a:ea typeface="Consolas" pitchFamily="34" charset="-122"/>
                <a:cs typeface="Consolas" pitchFamily="34" charset="-120"/>
              </a:rPr>
              <a:t>        for </a:t>
            </a:r>
            <a:r>
              <a:rPr lang="en-US" sz="1250" dirty="0" err="1">
                <a:solidFill>
                  <a:srgbClr val="A8D8EA"/>
                </a:solidFill>
                <a:latin typeface="Consolas" pitchFamily="34" charset="0"/>
                <a:ea typeface="Consolas" pitchFamily="34" charset="-122"/>
                <a:cs typeface="Consolas" pitchFamily="34" charset="-120"/>
              </a:rPr>
              <a:t>i</a:t>
            </a:r>
            <a:r>
              <a:rPr lang="en-US" sz="1250" dirty="0">
                <a:solidFill>
                  <a:srgbClr val="A8D8EA"/>
                </a:solidFill>
                <a:latin typeface="Consolas" pitchFamily="34" charset="0"/>
                <a:ea typeface="Consolas" pitchFamily="34" charset="-122"/>
                <a:cs typeface="Consolas" pitchFamily="34" charset="-120"/>
              </a:rPr>
              <a:t> in range(10):</a:t>
            </a:r>
          </a:p>
          <a:p>
            <a:r>
              <a:rPr lang="en-US" sz="1250" dirty="0">
                <a:solidFill>
                  <a:srgbClr val="A8D8EA"/>
                </a:solidFill>
                <a:latin typeface="Consolas" pitchFamily="34" charset="0"/>
                <a:ea typeface="Consolas" pitchFamily="34" charset="-122"/>
                <a:cs typeface="Consolas" pitchFamily="34" charset="-120"/>
              </a:rPr>
              <a:t>            ab=</a:t>
            </a:r>
            <a:r>
              <a:rPr lang="en-US" sz="1250" dirty="0" err="1">
                <a:solidFill>
                  <a:srgbClr val="A8D8EA"/>
                </a:solidFill>
                <a:latin typeface="Consolas" pitchFamily="34" charset="0"/>
                <a:ea typeface="Consolas" pitchFamily="34" charset="-122"/>
                <a:cs typeface="Consolas" pitchFamily="34" charset="-120"/>
              </a:rPr>
              <a:t>torch.sin</a:t>
            </a:r>
            <a:r>
              <a:rPr lang="en-US" sz="1250" dirty="0">
                <a:solidFill>
                  <a:srgbClr val="A8D8EA"/>
                </a:solidFill>
                <a:latin typeface="Consolas" pitchFamily="34" charset="0"/>
                <a:ea typeface="Consolas" pitchFamily="34" charset="-122"/>
                <a:cs typeface="Consolas" pitchFamily="34" charset="-120"/>
              </a:rPr>
              <a:t>(</a:t>
            </a:r>
            <a:r>
              <a:rPr lang="en-US" sz="1250" dirty="0" err="1">
                <a:solidFill>
                  <a:srgbClr val="A8D8EA"/>
                </a:solidFill>
                <a:latin typeface="Consolas" pitchFamily="34" charset="0"/>
                <a:ea typeface="Consolas" pitchFamily="34" charset="-122"/>
                <a:cs typeface="Consolas" pitchFamily="34" charset="-120"/>
              </a:rPr>
              <a:t>torch.tensor</a:t>
            </a:r>
            <a:r>
              <a:rPr lang="en-US" sz="1250" dirty="0">
                <a:solidFill>
                  <a:srgbClr val="A8D8EA"/>
                </a:solidFill>
                <a:latin typeface="Consolas" pitchFamily="34" charset="0"/>
                <a:ea typeface="Consolas" pitchFamily="34" charset="-122"/>
                <a:cs typeface="Consolas" pitchFamily="34" charset="-120"/>
              </a:rPr>
              <a:t>(0.5*</a:t>
            </a:r>
            <a:r>
              <a:rPr lang="en-US" sz="1250" dirty="0" err="1">
                <a:solidFill>
                  <a:srgbClr val="A8D8EA"/>
                </a:solidFill>
                <a:latin typeface="Consolas" pitchFamily="34" charset="0"/>
                <a:ea typeface="Consolas" pitchFamily="34" charset="-122"/>
                <a:cs typeface="Consolas" pitchFamily="34" charset="-120"/>
              </a:rPr>
              <a:t>math.pi</a:t>
            </a:r>
            <a:r>
              <a:rPr lang="en-US" sz="1250" dirty="0">
                <a:solidFill>
                  <a:srgbClr val="A8D8EA"/>
                </a:solidFill>
                <a:latin typeface="Consolas" pitchFamily="34" charset="0"/>
                <a:ea typeface="Consolas" pitchFamily="34" charset="-122"/>
                <a:cs typeface="Consolas" pitchFamily="34" charset="-120"/>
              </a:rPr>
              <a:t>*(0.05+i/10)))*a + </a:t>
            </a:r>
            <a:r>
              <a:rPr lang="en-US" sz="1250" dirty="0" err="1">
                <a:solidFill>
                  <a:srgbClr val="A8D8EA"/>
                </a:solidFill>
                <a:latin typeface="Consolas" pitchFamily="34" charset="0"/>
                <a:ea typeface="Consolas" pitchFamily="34" charset="-122"/>
                <a:cs typeface="Consolas" pitchFamily="34" charset="-120"/>
              </a:rPr>
              <a:t>torch.cos</a:t>
            </a:r>
            <a:r>
              <a:rPr lang="en-US" sz="1250" dirty="0">
                <a:solidFill>
                  <a:srgbClr val="A8D8EA"/>
                </a:solidFill>
                <a:latin typeface="Consolas" pitchFamily="34" charset="0"/>
                <a:ea typeface="Consolas" pitchFamily="34" charset="-122"/>
                <a:cs typeface="Consolas" pitchFamily="34" charset="-120"/>
              </a:rPr>
              <a:t>(</a:t>
            </a:r>
            <a:r>
              <a:rPr lang="en-US" sz="1250" dirty="0" err="1">
                <a:solidFill>
                  <a:srgbClr val="A8D8EA"/>
                </a:solidFill>
                <a:latin typeface="Consolas" pitchFamily="34" charset="0"/>
                <a:ea typeface="Consolas" pitchFamily="34" charset="-122"/>
                <a:cs typeface="Consolas" pitchFamily="34" charset="-120"/>
              </a:rPr>
              <a:t>torch.tensor</a:t>
            </a:r>
            <a:r>
              <a:rPr lang="en-US" sz="1250" dirty="0">
                <a:solidFill>
                  <a:srgbClr val="A8D8EA"/>
                </a:solidFill>
                <a:latin typeface="Consolas" pitchFamily="34" charset="0"/>
                <a:ea typeface="Consolas" pitchFamily="34" charset="-122"/>
                <a:cs typeface="Consolas" pitchFamily="34" charset="-120"/>
              </a:rPr>
              <a:t>(0.5*</a:t>
            </a:r>
            <a:r>
              <a:rPr lang="en-US" sz="1250" dirty="0" err="1">
                <a:solidFill>
                  <a:srgbClr val="A8D8EA"/>
                </a:solidFill>
                <a:latin typeface="Consolas" pitchFamily="34" charset="0"/>
                <a:ea typeface="Consolas" pitchFamily="34" charset="-122"/>
                <a:cs typeface="Consolas" pitchFamily="34" charset="-120"/>
              </a:rPr>
              <a:t>math.pi</a:t>
            </a:r>
            <a:r>
              <a:rPr lang="en-US" sz="1250" dirty="0">
                <a:solidFill>
                  <a:srgbClr val="A8D8EA"/>
                </a:solidFill>
                <a:latin typeface="Consolas" pitchFamily="34" charset="0"/>
                <a:ea typeface="Consolas" pitchFamily="34" charset="-122"/>
                <a:cs typeface="Consolas" pitchFamily="34" charset="-120"/>
              </a:rPr>
              <a:t>*(0.05+i/10)))*b</a:t>
            </a:r>
          </a:p>
          <a:p>
            <a:r>
              <a:rPr lang="en-US" sz="1250" dirty="0">
                <a:solidFill>
                  <a:srgbClr val="A8D8EA"/>
                </a:solidFill>
                <a:latin typeface="Consolas" pitchFamily="34" charset="0"/>
                <a:ea typeface="Consolas" pitchFamily="34" charset="-122"/>
                <a:cs typeface="Consolas" pitchFamily="34" charset="-120"/>
              </a:rPr>
              <a:t>            image[</a:t>
            </a:r>
            <a:r>
              <a:rPr lang="en-US" sz="1250" dirty="0" err="1">
                <a:solidFill>
                  <a:srgbClr val="A8D8EA"/>
                </a:solidFill>
                <a:latin typeface="Consolas" pitchFamily="34" charset="0"/>
                <a:ea typeface="Consolas" pitchFamily="34" charset="-122"/>
                <a:cs typeface="Consolas" pitchFamily="34" charset="-120"/>
              </a:rPr>
              <a:t>i</a:t>
            </a:r>
            <a:r>
              <a:rPr lang="en-US" sz="1250" dirty="0">
                <a:solidFill>
                  <a:srgbClr val="A8D8EA"/>
                </a:solidFill>
                <a:latin typeface="Consolas" pitchFamily="34" charset="0"/>
                <a:ea typeface="Consolas" pitchFamily="34" charset="-122"/>
                <a:cs typeface="Consolas" pitchFamily="34" charset="-120"/>
              </a:rPr>
              <a:t>]=ab</a:t>
            </a:r>
          </a:p>
          <a:p>
            <a:r>
              <a:rPr lang="en-US" sz="1250" dirty="0">
                <a:solidFill>
                  <a:srgbClr val="A8D8EA"/>
                </a:solidFill>
                <a:latin typeface="Consolas" pitchFamily="34" charset="0"/>
                <a:ea typeface="Consolas" pitchFamily="34" charset="-122"/>
                <a:cs typeface="Consolas" pitchFamily="34" charset="-120"/>
              </a:rPr>
              <a:t>        </a:t>
            </a:r>
          </a:p>
          <a:p>
            <a:r>
              <a:rPr lang="en-US" sz="1250" dirty="0">
                <a:solidFill>
                  <a:srgbClr val="A8D8EA"/>
                </a:solidFill>
                <a:latin typeface="Consolas" pitchFamily="34" charset="0"/>
                <a:ea typeface="Consolas" pitchFamily="34" charset="-122"/>
                <a:cs typeface="Consolas" pitchFamily="34" charset="-120"/>
              </a:rPr>
              <a:t>        ...</a:t>
            </a:r>
          </a:p>
          <a:p>
            <a:endParaRPr lang="en-US" sz="1250" dirty="0">
              <a:solidFill>
                <a:srgbClr val="A8D8EA"/>
              </a:solidFill>
              <a:latin typeface="Consolas" pitchFamily="34" charset="0"/>
              <a:ea typeface="Consolas" pitchFamily="34" charset="-122"/>
              <a:cs typeface="Consolas" pitchFamily="34" charset="-120"/>
            </a:endParaRPr>
          </a:p>
          <a:p>
            <a:r>
              <a:rPr lang="en-US" sz="1250" dirty="0">
                <a:solidFill>
                  <a:srgbClr val="A8D8EA"/>
                </a:solidFill>
                <a:latin typeface="Consolas" pitchFamily="34" charset="0"/>
                <a:ea typeface="Consolas" pitchFamily="34" charset="-122"/>
                <a:cs typeface="Consolas" pitchFamily="34" charset="-120"/>
              </a:rPr>
              <a:t>        # Generate images by iteratively denoising the interpolated noise tensors</a:t>
            </a:r>
          </a:p>
          <a:p>
            <a:r>
              <a:rPr lang="en-US" sz="1250" dirty="0">
                <a:solidFill>
                  <a:srgbClr val="A8D8EA"/>
                </a:solidFill>
                <a:latin typeface="Consolas" pitchFamily="34" charset="0"/>
                <a:ea typeface="Consolas" pitchFamily="34" charset="-122"/>
                <a:cs typeface="Consolas" pitchFamily="34" charset="-120"/>
              </a:rPr>
              <a:t>        for t in </a:t>
            </a:r>
            <a:r>
              <a:rPr lang="en-US" sz="1250" dirty="0" err="1">
                <a:solidFill>
                  <a:srgbClr val="A8D8EA"/>
                </a:solidFill>
                <a:latin typeface="Consolas" pitchFamily="34" charset="0"/>
                <a:ea typeface="Consolas" pitchFamily="34" charset="-122"/>
                <a:cs typeface="Consolas" pitchFamily="34" charset="-120"/>
              </a:rPr>
              <a:t>tqdm</a:t>
            </a:r>
            <a:r>
              <a:rPr lang="en-US" sz="1250" dirty="0">
                <a:solidFill>
                  <a:srgbClr val="A8D8EA"/>
                </a:solidFill>
                <a:latin typeface="Consolas" pitchFamily="34" charset="0"/>
                <a:ea typeface="Consolas" pitchFamily="34" charset="-122"/>
                <a:cs typeface="Consolas" pitchFamily="34" charset="-120"/>
              </a:rPr>
              <a:t>(</a:t>
            </a:r>
            <a:r>
              <a:rPr lang="en-US" sz="1250" dirty="0" err="1">
                <a:solidFill>
                  <a:srgbClr val="A8D8EA"/>
                </a:solidFill>
                <a:latin typeface="Consolas" pitchFamily="34" charset="0"/>
                <a:ea typeface="Consolas" pitchFamily="34" charset="-122"/>
                <a:cs typeface="Consolas" pitchFamily="34" charset="-120"/>
              </a:rPr>
              <a:t>self.timesteps</a:t>
            </a:r>
            <a:r>
              <a:rPr lang="en-US" sz="1250" dirty="0">
                <a:solidFill>
                  <a:srgbClr val="A8D8EA"/>
                </a:solidFill>
                <a:latin typeface="Consolas" pitchFamily="34" charset="0"/>
                <a:ea typeface="Consolas" pitchFamily="34" charset="-122"/>
                <a:cs typeface="Consolas" pitchFamily="34" charset="-120"/>
              </a:rPr>
              <a:t>):</a:t>
            </a:r>
          </a:p>
          <a:p>
            <a:r>
              <a:rPr lang="en-US" sz="1250" dirty="0">
                <a:solidFill>
                  <a:srgbClr val="A8D8EA"/>
                </a:solidFill>
                <a:latin typeface="Consolas" pitchFamily="34" charset="0"/>
                <a:ea typeface="Consolas" pitchFamily="34" charset="-122"/>
                <a:cs typeface="Consolas" pitchFamily="34" charset="-120"/>
              </a:rPr>
              <a:t>            </a:t>
            </a:r>
            <a:r>
              <a:rPr lang="en-US" sz="1250" dirty="0" err="1">
                <a:solidFill>
                  <a:srgbClr val="A8D8EA"/>
                </a:solidFill>
                <a:latin typeface="Consolas" pitchFamily="34" charset="0"/>
                <a:ea typeface="Consolas" pitchFamily="34" charset="-122"/>
                <a:cs typeface="Consolas" pitchFamily="34" charset="-120"/>
              </a:rPr>
              <a:t>model_output</a:t>
            </a:r>
            <a:r>
              <a:rPr lang="en-US" sz="1250" dirty="0">
                <a:solidFill>
                  <a:srgbClr val="A8D8EA"/>
                </a:solidFill>
                <a:latin typeface="Consolas" pitchFamily="34" charset="0"/>
                <a:ea typeface="Consolas" pitchFamily="34" charset="-122"/>
                <a:cs typeface="Consolas" pitchFamily="34" charset="-120"/>
              </a:rPr>
              <a:t> = model(image, t)["sample"]</a:t>
            </a:r>
          </a:p>
          <a:p>
            <a:r>
              <a:rPr lang="en-US" sz="1250" dirty="0">
                <a:solidFill>
                  <a:srgbClr val="A8D8EA"/>
                </a:solidFill>
                <a:latin typeface="Consolas" pitchFamily="34" charset="0"/>
                <a:ea typeface="Consolas" pitchFamily="34" charset="-122"/>
                <a:cs typeface="Consolas" pitchFamily="34" charset="-120"/>
              </a:rPr>
              <a:t>            image = </a:t>
            </a:r>
            <a:r>
              <a:rPr lang="en-US" sz="1250" dirty="0" err="1">
                <a:solidFill>
                  <a:srgbClr val="A8D8EA"/>
                </a:solidFill>
                <a:latin typeface="Consolas" pitchFamily="34" charset="0"/>
                <a:ea typeface="Consolas" pitchFamily="34" charset="-122"/>
                <a:cs typeface="Consolas" pitchFamily="34" charset="-120"/>
              </a:rPr>
              <a:t>self.step</a:t>
            </a:r>
            <a:r>
              <a:rPr lang="en-US" sz="1250" dirty="0">
                <a:solidFill>
                  <a:srgbClr val="A8D8EA"/>
                </a:solidFill>
                <a:latin typeface="Consolas" pitchFamily="34" charset="0"/>
                <a:ea typeface="Consolas" pitchFamily="34" charset="-122"/>
                <a:cs typeface="Consolas" pitchFamily="34" charset="-120"/>
              </a:rPr>
              <a:t>(</a:t>
            </a:r>
            <a:r>
              <a:rPr lang="en-US" sz="1250" dirty="0" err="1">
                <a:solidFill>
                  <a:srgbClr val="A8D8EA"/>
                </a:solidFill>
                <a:latin typeface="Consolas" pitchFamily="34" charset="0"/>
                <a:ea typeface="Consolas" pitchFamily="34" charset="-122"/>
                <a:cs typeface="Consolas" pitchFamily="34" charset="-120"/>
              </a:rPr>
              <a:t>model_output</a:t>
            </a:r>
            <a:r>
              <a:rPr lang="en-US" sz="1250" dirty="0">
                <a:solidFill>
                  <a:srgbClr val="A8D8EA"/>
                </a:solidFill>
                <a:latin typeface="Consolas" pitchFamily="34" charset="0"/>
                <a:ea typeface="Consolas" pitchFamily="34" charset="-122"/>
                <a:cs typeface="Consolas" pitchFamily="34" charset="-120"/>
              </a:rPr>
              <a:t>, t, image, eta, ...)</a:t>
            </a:r>
          </a:p>
          <a:p>
            <a:r>
              <a:rPr lang="en-US" sz="1250" dirty="0">
                <a:solidFill>
                  <a:srgbClr val="A8D8EA"/>
                </a:solidFill>
                <a:latin typeface="Consolas" pitchFamily="34" charset="0"/>
                <a:ea typeface="Consolas" pitchFamily="34" charset="-122"/>
                <a:cs typeface="Consolas" pitchFamily="34" charset="-120"/>
              </a:rPr>
              <a:t>        </a:t>
            </a:r>
          </a:p>
          <a:p>
            <a:r>
              <a:rPr lang="en-US" sz="1250" dirty="0">
                <a:solidFill>
                  <a:srgbClr val="A8D8EA"/>
                </a:solidFill>
                <a:latin typeface="Consolas" pitchFamily="34" charset="0"/>
                <a:ea typeface="Consolas" pitchFamily="34" charset="-122"/>
                <a:cs typeface="Consolas" pitchFamily="34" charset="-120"/>
              </a:rPr>
              <a:t>        ...</a:t>
            </a:r>
          </a:p>
          <a:p>
            <a:endParaRPr lang="en-US" sz="1250" dirty="0">
              <a:solidFill>
                <a:srgbClr val="A8D8EA"/>
              </a:solidFill>
              <a:latin typeface="Consolas" pitchFamily="34" charset="0"/>
              <a:ea typeface="Consolas" pitchFamily="34" charset="-122"/>
              <a:cs typeface="Consolas" pitchFamily="34" charset="-120"/>
            </a:endParaRPr>
          </a:p>
          <a:p>
            <a:r>
              <a:rPr lang="en-US" sz="1250" dirty="0">
                <a:solidFill>
                  <a:srgbClr val="A8D8EA"/>
                </a:solidFill>
                <a:latin typeface="Consolas" pitchFamily="34" charset="0"/>
                <a:ea typeface="Consolas" pitchFamily="34" charset="-122"/>
                <a:cs typeface="Consolas" pitchFamily="34" charset="-120"/>
              </a:rPr>
              <a:t>        return image</a:t>
            </a:r>
          </a:p>
        </p:txBody>
      </p:sp>
      <p:sp>
        <p:nvSpPr>
          <p:cNvPr id="49" name="Text 7">
            <a:extLst>
              <a:ext uri="{FF2B5EF4-FFF2-40B4-BE49-F238E27FC236}">
                <a16:creationId xmlns:a16="http://schemas.microsoft.com/office/drawing/2014/main" id="{56FA5613-3B95-D40C-86F9-8F749FB64F64}"/>
              </a:ext>
            </a:extLst>
          </p:cNvPr>
          <p:cNvSpPr/>
          <p:nvPr/>
        </p:nvSpPr>
        <p:spPr>
          <a:xfrm>
            <a:off x="658368" y="1682496"/>
            <a:ext cx="10875264" cy="2877312"/>
          </a:xfrm>
          <a:prstGeom prst="rect">
            <a:avLst/>
          </a:prstGeom>
          <a:noFill/>
          <a:ln/>
        </p:spPr>
        <p:txBody>
          <a:bodyPr wrap="square" lIns="0" tIns="0" rIns="0" bIns="0" rtlCol="0" anchor="t"/>
          <a:lstStyle/>
          <a:p>
            <a:endParaRPr lang="en-US" sz="1307" dirty="0"/>
          </a:p>
        </p:txBody>
      </p:sp>
      <p:sp>
        <p:nvSpPr>
          <p:cNvPr id="5" name="Rectangle 4">
            <a:extLst>
              <a:ext uri="{FF2B5EF4-FFF2-40B4-BE49-F238E27FC236}">
                <a16:creationId xmlns:a16="http://schemas.microsoft.com/office/drawing/2014/main" id="{A6B090E0-9911-F1C6-C789-19BFF7750368}"/>
              </a:ext>
            </a:extLst>
          </p:cNvPr>
          <p:cNvSpPr/>
          <p:nvPr/>
        </p:nvSpPr>
        <p:spPr>
          <a:xfrm>
            <a:off x="1208848" y="4083428"/>
            <a:ext cx="9373534" cy="231718"/>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Tree>
    <p:extLst>
      <p:ext uri="{BB962C8B-B14F-4D97-AF65-F5344CB8AC3E}">
        <p14:creationId xmlns:p14="http://schemas.microsoft.com/office/powerpoint/2010/main" val="419047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Noise Tensor Interpolation</a:t>
            </a:r>
            <a:endParaRPr lang="en-US" sz="3467" dirty="0"/>
          </a:p>
        </p:txBody>
      </p:sp>
      <p:sp>
        <p:nvSpPr>
          <p:cNvPr id="45" name="Shape 0">
            <a:extLst>
              <a:ext uri="{FF2B5EF4-FFF2-40B4-BE49-F238E27FC236}">
                <a16:creationId xmlns:a16="http://schemas.microsoft.com/office/drawing/2014/main" id="{D2CBDDA0-8376-2E7D-399E-10F1C5C1B43A}"/>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2290" name="Picture 2">
            <a:extLst>
              <a:ext uri="{FF2B5EF4-FFF2-40B4-BE49-F238E27FC236}">
                <a16:creationId xmlns:a16="http://schemas.microsoft.com/office/drawing/2014/main" id="{32F2CFA3-7019-ED10-D9C5-CB0B75F6D7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046" y="1914969"/>
            <a:ext cx="10807908" cy="3396771"/>
          </a:xfrm>
          <a:prstGeom prst="rect">
            <a:avLst/>
          </a:prstGeom>
          <a:noFill/>
          <a:extLst>
            <a:ext uri="{909E8E84-426E-40DD-AFC4-6F175D3DCCD1}">
              <a14:hiddenFill xmlns:a14="http://schemas.microsoft.com/office/drawing/2010/main">
                <a:solidFill>
                  <a:srgbClr val="FFFFFF"/>
                </a:solidFill>
              </a14:hiddenFill>
            </a:ext>
          </a:extLst>
        </p:spPr>
      </p:pic>
      <p:sp>
        <p:nvSpPr>
          <p:cNvPr id="52" name="Arrow: Right 51">
            <a:extLst>
              <a:ext uri="{FF2B5EF4-FFF2-40B4-BE49-F238E27FC236}">
                <a16:creationId xmlns:a16="http://schemas.microsoft.com/office/drawing/2014/main" id="{720B1684-A6DD-D82E-B8E4-C05E49898514}"/>
              </a:ext>
            </a:extLst>
          </p:cNvPr>
          <p:cNvSpPr/>
          <p:nvPr/>
        </p:nvSpPr>
        <p:spPr>
          <a:xfrm>
            <a:off x="825357" y="5460714"/>
            <a:ext cx="10541286" cy="3184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A9652-93F3-7080-446D-5FAA2200A3B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9DFE17-8D6D-826D-B758-D295A8655F62}"/>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3" name="Picture 2" descr="What I cannot create, I do not understand&quot; - Richard Feynman At the end of  March, I stepped down from the position of PrecisionLoop's CEO. The last  4.5 years at AI startups">
            <a:extLst>
              <a:ext uri="{FF2B5EF4-FFF2-40B4-BE49-F238E27FC236}">
                <a16:creationId xmlns:a16="http://schemas.microsoft.com/office/drawing/2014/main" id="{9D02F9B2-1C03-5E0E-3150-DA618318D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4234" y="918833"/>
            <a:ext cx="9003532" cy="5020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6516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1F3864"/>
          </a:solidFill>
          <a:ln w="12700">
            <a:solidFill>
              <a:srgbClr val="1F3864"/>
            </a:solidFill>
            <a:prstDash val="solid"/>
          </a:ln>
        </p:spPr>
      </p:sp>
      <p:sp>
        <p:nvSpPr>
          <p:cNvPr id="3" name="Text 1"/>
          <p:cNvSpPr/>
          <p:nvPr/>
        </p:nvSpPr>
        <p:spPr>
          <a:xfrm>
            <a:off x="548640" y="146304"/>
            <a:ext cx="11094720" cy="755904"/>
          </a:xfrm>
          <a:prstGeom prst="rect">
            <a:avLst/>
          </a:prstGeom>
          <a:noFill/>
          <a:ln/>
        </p:spPr>
        <p:txBody>
          <a:bodyPr wrap="square" rtlCol="0" anchor="ctr"/>
          <a:lstStyle/>
          <a:p>
            <a:r>
              <a:rPr lang="en-US" sz="3467" b="1" dirty="0">
                <a:solidFill>
                  <a:srgbClr val="1F3864"/>
                </a:solidFill>
                <a:latin typeface="Calibri" pitchFamily="34" charset="0"/>
                <a:ea typeface="Calibri" pitchFamily="34" charset="-122"/>
                <a:cs typeface="Calibri" pitchFamily="34" charset="-120"/>
              </a:rPr>
              <a:t>Lab Exercises</a:t>
            </a:r>
            <a:endParaRPr lang="en-US" sz="3467" dirty="0"/>
          </a:p>
        </p:txBody>
      </p:sp>
      <p:sp>
        <p:nvSpPr>
          <p:cNvPr id="4" name="Shape 2"/>
          <p:cNvSpPr/>
          <p:nvPr/>
        </p:nvSpPr>
        <p:spPr>
          <a:xfrm>
            <a:off x="426720" y="1072896"/>
            <a:ext cx="999744" cy="1280160"/>
          </a:xfrm>
          <a:prstGeom prst="rect">
            <a:avLst/>
          </a:prstGeom>
          <a:solidFill>
            <a:srgbClr val="1F5BAD"/>
          </a:solidFill>
          <a:ln w="12700">
            <a:solidFill>
              <a:srgbClr val="1F5BAD"/>
            </a:solidFill>
            <a:prstDash val="solid"/>
          </a:ln>
        </p:spPr>
      </p:sp>
      <p:sp>
        <p:nvSpPr>
          <p:cNvPr id="5" name="Text 3"/>
          <p:cNvSpPr/>
          <p:nvPr/>
        </p:nvSpPr>
        <p:spPr>
          <a:xfrm>
            <a:off x="426720" y="1072896"/>
            <a:ext cx="999744" cy="1280160"/>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01</a:t>
            </a:r>
            <a:endParaRPr lang="en-US" sz="2667" dirty="0"/>
          </a:p>
        </p:txBody>
      </p:sp>
      <p:sp>
        <p:nvSpPr>
          <p:cNvPr id="6" name="Shape 4"/>
          <p:cNvSpPr/>
          <p:nvPr/>
        </p:nvSpPr>
        <p:spPr>
          <a:xfrm>
            <a:off x="1463039" y="1072896"/>
            <a:ext cx="10516627" cy="1280160"/>
          </a:xfrm>
          <a:prstGeom prst="rect">
            <a:avLst/>
          </a:prstGeom>
          <a:solidFill>
            <a:srgbClr val="EEF3FB"/>
          </a:solidFill>
          <a:ln w="12700">
            <a:solidFill>
              <a:srgbClr val="CCCCCC"/>
            </a:solidFill>
            <a:prstDash val="solid"/>
          </a:ln>
        </p:spPr>
      </p:sp>
      <p:sp>
        <p:nvSpPr>
          <p:cNvPr id="7" name="Text 5"/>
          <p:cNvSpPr/>
          <p:nvPr/>
        </p:nvSpPr>
        <p:spPr>
          <a:xfrm>
            <a:off x="1621536" y="1170432"/>
            <a:ext cx="9997440" cy="316992"/>
          </a:xfrm>
          <a:prstGeom prst="rect">
            <a:avLst/>
          </a:prstGeom>
          <a:noFill/>
          <a:ln/>
        </p:spPr>
        <p:txBody>
          <a:bodyPr wrap="square" rtlCol="0" anchor="ctr"/>
          <a:lstStyle/>
          <a:p>
            <a:r>
              <a:rPr lang="en-US" sz="1733" b="1" dirty="0">
                <a:solidFill>
                  <a:srgbClr val="1F3864"/>
                </a:solidFill>
                <a:latin typeface="Calibri" pitchFamily="34" charset="0"/>
                <a:ea typeface="Calibri" pitchFamily="34" charset="-122"/>
                <a:cs typeface="Calibri" pitchFamily="34" charset="-120"/>
              </a:rPr>
              <a:t>Training set grid (2×5)</a:t>
            </a:r>
            <a:endParaRPr lang="en-US" sz="1733" dirty="0"/>
          </a:p>
        </p:txBody>
      </p:sp>
      <p:sp>
        <p:nvSpPr>
          <p:cNvPr id="8" name="Text 6"/>
          <p:cNvSpPr/>
          <p:nvPr/>
        </p:nvSpPr>
        <p:spPr>
          <a:xfrm>
            <a:off x="1621536" y="1511808"/>
            <a:ext cx="9997440" cy="390144"/>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Plot 10 images from the training dataset in a 2×5 grid. </a:t>
            </a:r>
            <a:endParaRPr lang="en-US" sz="1467" dirty="0"/>
          </a:p>
        </p:txBody>
      </p:sp>
      <p:sp>
        <p:nvSpPr>
          <p:cNvPr id="9" name="Text 7"/>
          <p:cNvSpPr/>
          <p:nvPr/>
        </p:nvSpPr>
        <p:spPr>
          <a:xfrm>
            <a:off x="1621536" y="1926336"/>
            <a:ext cx="9997440" cy="341376"/>
          </a:xfrm>
          <a:prstGeom prst="rect">
            <a:avLst/>
          </a:prstGeom>
          <a:noFill/>
          <a:ln/>
        </p:spPr>
        <p:txBody>
          <a:bodyPr wrap="square" rtlCol="0" anchor="ctr"/>
          <a:lstStyle/>
          <a:p>
            <a:r>
              <a:rPr lang="en-US" sz="1333" i="1" dirty="0">
                <a:solidFill>
                  <a:srgbClr val="888888"/>
                </a:solidFill>
                <a:latin typeface="Calibri" pitchFamily="34" charset="0"/>
                <a:ea typeface="Calibri" pitchFamily="34" charset="-122"/>
                <a:cs typeface="Calibri" pitchFamily="34" charset="-120"/>
              </a:rPr>
              <a:t>Hint: use next(iter(train_dataloader))['input'] and plt.subplot(2, 5, i+1). Remember to permute from (C,H,W) to (H,W,C) before imshow.</a:t>
            </a:r>
            <a:endParaRPr lang="en-US" sz="1333" dirty="0"/>
          </a:p>
        </p:txBody>
      </p:sp>
      <p:sp>
        <p:nvSpPr>
          <p:cNvPr id="10" name="Shape 8"/>
          <p:cNvSpPr/>
          <p:nvPr/>
        </p:nvSpPr>
        <p:spPr>
          <a:xfrm>
            <a:off x="426720" y="2474976"/>
            <a:ext cx="999744" cy="1280160"/>
          </a:xfrm>
          <a:prstGeom prst="rect">
            <a:avLst/>
          </a:prstGeom>
          <a:solidFill>
            <a:srgbClr val="1F5BAD"/>
          </a:solidFill>
          <a:ln w="12700">
            <a:solidFill>
              <a:srgbClr val="1F5BAD"/>
            </a:solidFill>
            <a:prstDash val="solid"/>
          </a:ln>
        </p:spPr>
      </p:sp>
      <p:sp>
        <p:nvSpPr>
          <p:cNvPr id="11" name="Text 9"/>
          <p:cNvSpPr/>
          <p:nvPr/>
        </p:nvSpPr>
        <p:spPr>
          <a:xfrm>
            <a:off x="426720" y="2474976"/>
            <a:ext cx="999744" cy="1280160"/>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02</a:t>
            </a:r>
            <a:endParaRPr lang="en-US" sz="2667" dirty="0"/>
          </a:p>
        </p:txBody>
      </p:sp>
      <p:sp>
        <p:nvSpPr>
          <p:cNvPr id="12" name="Shape 10"/>
          <p:cNvSpPr/>
          <p:nvPr/>
        </p:nvSpPr>
        <p:spPr>
          <a:xfrm>
            <a:off x="1463040" y="2474976"/>
            <a:ext cx="10516626" cy="1280160"/>
          </a:xfrm>
          <a:prstGeom prst="rect">
            <a:avLst/>
          </a:prstGeom>
          <a:solidFill>
            <a:srgbClr val="FFFFFF"/>
          </a:solidFill>
          <a:ln w="12700">
            <a:solidFill>
              <a:srgbClr val="CCCCCC"/>
            </a:solidFill>
            <a:prstDash val="solid"/>
          </a:ln>
        </p:spPr>
      </p:sp>
      <p:sp>
        <p:nvSpPr>
          <p:cNvPr id="13" name="Text 11"/>
          <p:cNvSpPr/>
          <p:nvPr/>
        </p:nvSpPr>
        <p:spPr>
          <a:xfrm>
            <a:off x="1621536" y="2572512"/>
            <a:ext cx="9997440" cy="316992"/>
          </a:xfrm>
          <a:prstGeom prst="rect">
            <a:avLst/>
          </a:prstGeom>
          <a:noFill/>
          <a:ln/>
        </p:spPr>
        <p:txBody>
          <a:bodyPr wrap="square" rtlCol="0" anchor="ctr"/>
          <a:lstStyle/>
          <a:p>
            <a:r>
              <a:rPr lang="en-US" sz="1733" b="1" dirty="0">
                <a:solidFill>
                  <a:srgbClr val="1F3864"/>
                </a:solidFill>
                <a:latin typeface="Calibri" pitchFamily="34" charset="0"/>
                <a:ea typeface="Calibri" pitchFamily="34" charset="-122"/>
                <a:cs typeface="Calibri" pitchFamily="34" charset="-120"/>
              </a:rPr>
              <a:t>Forward diffusion grid (4×5)</a:t>
            </a:r>
            <a:endParaRPr lang="en-US" sz="1733" dirty="0"/>
          </a:p>
        </p:txBody>
      </p:sp>
      <p:sp>
        <p:nvSpPr>
          <p:cNvPr id="14" name="Text 12"/>
          <p:cNvSpPr/>
          <p:nvPr/>
        </p:nvSpPr>
        <p:spPr>
          <a:xfrm>
            <a:off x="1584960" y="2898647"/>
            <a:ext cx="9997440" cy="390144"/>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Modify the code for applying forward diffusion to flower images. Use four images from the training set to generate images in time steps  0, 250, 500, 750 and 1,000 . Plot them in a  4×5  grid.</a:t>
            </a:r>
            <a:endParaRPr lang="en-US" sz="1467" dirty="0"/>
          </a:p>
        </p:txBody>
      </p:sp>
      <p:sp>
        <p:nvSpPr>
          <p:cNvPr id="15" name="Text 13"/>
          <p:cNvSpPr/>
          <p:nvPr/>
        </p:nvSpPr>
        <p:spPr>
          <a:xfrm>
            <a:off x="1584960" y="3360265"/>
            <a:ext cx="10431282" cy="316991"/>
          </a:xfrm>
          <a:prstGeom prst="rect">
            <a:avLst/>
          </a:prstGeom>
          <a:noFill/>
          <a:ln/>
        </p:spPr>
        <p:txBody>
          <a:bodyPr wrap="square" rtlCol="0" anchor="ctr"/>
          <a:lstStyle/>
          <a:p>
            <a:r>
              <a:rPr lang="en-US" sz="1333" i="1" dirty="0">
                <a:solidFill>
                  <a:srgbClr val="888888"/>
                </a:solidFill>
                <a:latin typeface="Calibri" pitchFamily="34" charset="0"/>
                <a:ea typeface="Calibri" pitchFamily="34" charset="-122"/>
                <a:cs typeface="Calibri" pitchFamily="34" charset="-120"/>
              </a:rPr>
              <a:t>Hint: use noise_scheduler.add_noise() for timesteps [250, 500, 750, 1000]. The 4×5 grid has 4 rows (one per image) and 5 columns (one per timestep).</a:t>
            </a:r>
            <a:endParaRPr lang="en-US" sz="1333" dirty="0"/>
          </a:p>
        </p:txBody>
      </p:sp>
      <p:sp>
        <p:nvSpPr>
          <p:cNvPr id="16" name="Shape 14"/>
          <p:cNvSpPr/>
          <p:nvPr/>
        </p:nvSpPr>
        <p:spPr>
          <a:xfrm>
            <a:off x="426720" y="3877056"/>
            <a:ext cx="999744" cy="1280160"/>
          </a:xfrm>
          <a:prstGeom prst="rect">
            <a:avLst/>
          </a:prstGeom>
          <a:solidFill>
            <a:srgbClr val="1F5BAD"/>
          </a:solidFill>
          <a:ln w="12700">
            <a:solidFill>
              <a:srgbClr val="1F5BAD"/>
            </a:solidFill>
            <a:prstDash val="solid"/>
          </a:ln>
        </p:spPr>
      </p:sp>
      <p:sp>
        <p:nvSpPr>
          <p:cNvPr id="17" name="Text 15"/>
          <p:cNvSpPr/>
          <p:nvPr/>
        </p:nvSpPr>
        <p:spPr>
          <a:xfrm>
            <a:off x="426720" y="3877056"/>
            <a:ext cx="999744" cy="1280160"/>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03</a:t>
            </a:r>
            <a:endParaRPr lang="en-US" sz="2667" dirty="0"/>
          </a:p>
        </p:txBody>
      </p:sp>
      <p:sp>
        <p:nvSpPr>
          <p:cNvPr id="18" name="Shape 16"/>
          <p:cNvSpPr/>
          <p:nvPr/>
        </p:nvSpPr>
        <p:spPr>
          <a:xfrm>
            <a:off x="1463040" y="3877056"/>
            <a:ext cx="10516626" cy="1280160"/>
          </a:xfrm>
          <a:prstGeom prst="rect">
            <a:avLst/>
          </a:prstGeom>
          <a:solidFill>
            <a:srgbClr val="EEF3FB"/>
          </a:solidFill>
          <a:ln w="12700">
            <a:solidFill>
              <a:srgbClr val="CCCCCC"/>
            </a:solidFill>
            <a:prstDash val="solid"/>
          </a:ln>
        </p:spPr>
      </p:sp>
      <p:sp>
        <p:nvSpPr>
          <p:cNvPr id="19" name="Text 17"/>
          <p:cNvSpPr/>
          <p:nvPr/>
        </p:nvSpPr>
        <p:spPr>
          <a:xfrm>
            <a:off x="1621536" y="3974592"/>
            <a:ext cx="9997440" cy="316992"/>
          </a:xfrm>
          <a:prstGeom prst="rect">
            <a:avLst/>
          </a:prstGeom>
          <a:noFill/>
          <a:ln/>
        </p:spPr>
        <p:txBody>
          <a:bodyPr wrap="square" rtlCol="0" anchor="ctr"/>
          <a:lstStyle/>
          <a:p>
            <a:r>
              <a:rPr lang="en-US" sz="1733" b="1" dirty="0">
                <a:solidFill>
                  <a:srgbClr val="1F3864"/>
                </a:solidFill>
                <a:latin typeface="Calibri" pitchFamily="34" charset="0"/>
                <a:ea typeface="Calibri" pitchFamily="34" charset="-122"/>
                <a:cs typeface="Calibri" pitchFamily="34" charset="-120"/>
              </a:rPr>
              <a:t>Generation with seed 42</a:t>
            </a:r>
            <a:endParaRPr lang="en-US" sz="1733" dirty="0"/>
          </a:p>
        </p:txBody>
      </p:sp>
      <p:sp>
        <p:nvSpPr>
          <p:cNvPr id="20" name="Text 18"/>
          <p:cNvSpPr/>
          <p:nvPr/>
        </p:nvSpPr>
        <p:spPr>
          <a:xfrm>
            <a:off x="1621536" y="4315968"/>
            <a:ext cx="9997440" cy="390144"/>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Modify the code for image generation with the trained denoising U-Net, and change the random seed to  42 . Keep the rest of the code the same. Rerun the code to see what the generated images look like.</a:t>
            </a:r>
            <a:endParaRPr lang="en-US" sz="1467" dirty="0"/>
          </a:p>
        </p:txBody>
      </p:sp>
      <p:sp>
        <p:nvSpPr>
          <p:cNvPr id="21" name="Text 19"/>
          <p:cNvSpPr/>
          <p:nvPr/>
        </p:nvSpPr>
        <p:spPr>
          <a:xfrm>
            <a:off x="1621536" y="4730496"/>
            <a:ext cx="9997440" cy="341376"/>
          </a:xfrm>
          <a:prstGeom prst="rect">
            <a:avLst/>
          </a:prstGeom>
          <a:noFill/>
          <a:ln/>
        </p:spPr>
        <p:txBody>
          <a:bodyPr wrap="square" rtlCol="0" anchor="ctr"/>
          <a:lstStyle/>
          <a:p>
            <a:r>
              <a:rPr lang="en-US" sz="1333" i="1" dirty="0">
                <a:solidFill>
                  <a:srgbClr val="888888"/>
                </a:solidFill>
                <a:latin typeface="Calibri" pitchFamily="34" charset="0"/>
                <a:ea typeface="Calibri" pitchFamily="34" charset="-122"/>
                <a:cs typeface="Calibri" pitchFamily="34" charset="-120"/>
              </a:rPr>
              <a:t>Hint: only change generator = torch.manual_seed(42). Everything else stays the same. You should get 10 completely different flowers.</a:t>
            </a:r>
            <a:endParaRPr lang="en-US" sz="1333" dirty="0"/>
          </a:p>
        </p:txBody>
      </p:sp>
      <p:sp>
        <p:nvSpPr>
          <p:cNvPr id="22" name="Shape 20"/>
          <p:cNvSpPr/>
          <p:nvPr/>
        </p:nvSpPr>
        <p:spPr>
          <a:xfrm>
            <a:off x="426720" y="5279136"/>
            <a:ext cx="999744" cy="1280160"/>
          </a:xfrm>
          <a:prstGeom prst="rect">
            <a:avLst/>
          </a:prstGeom>
          <a:solidFill>
            <a:srgbClr val="1F5BAD"/>
          </a:solidFill>
          <a:ln w="12700">
            <a:solidFill>
              <a:srgbClr val="1F5BAD"/>
            </a:solidFill>
            <a:prstDash val="solid"/>
          </a:ln>
        </p:spPr>
      </p:sp>
      <p:sp>
        <p:nvSpPr>
          <p:cNvPr id="23" name="Text 21"/>
          <p:cNvSpPr/>
          <p:nvPr/>
        </p:nvSpPr>
        <p:spPr>
          <a:xfrm>
            <a:off x="426720" y="5279136"/>
            <a:ext cx="999744" cy="1280160"/>
          </a:xfrm>
          <a:prstGeom prst="rect">
            <a:avLst/>
          </a:prstGeom>
          <a:noFill/>
          <a:ln/>
        </p:spPr>
        <p:txBody>
          <a:bodyPr wrap="square" rtlCol="0" anchor="ctr"/>
          <a:lstStyle/>
          <a:p>
            <a:pPr algn="ctr"/>
            <a:r>
              <a:rPr lang="en-US" sz="2667" b="1" dirty="0">
                <a:solidFill>
                  <a:srgbClr val="FFFFFF"/>
                </a:solidFill>
                <a:latin typeface="Calibri" pitchFamily="34" charset="0"/>
                <a:ea typeface="Calibri" pitchFamily="34" charset="-122"/>
                <a:cs typeface="Calibri" pitchFamily="34" charset="-120"/>
              </a:rPr>
              <a:t>04</a:t>
            </a:r>
            <a:endParaRPr lang="en-US" sz="2667" dirty="0"/>
          </a:p>
        </p:txBody>
      </p:sp>
      <p:sp>
        <p:nvSpPr>
          <p:cNvPr id="24" name="Shape 22"/>
          <p:cNvSpPr/>
          <p:nvPr/>
        </p:nvSpPr>
        <p:spPr>
          <a:xfrm>
            <a:off x="1463040" y="5279136"/>
            <a:ext cx="10516626" cy="1280160"/>
          </a:xfrm>
          <a:prstGeom prst="rect">
            <a:avLst/>
          </a:prstGeom>
          <a:solidFill>
            <a:srgbClr val="FFFFFF"/>
          </a:solidFill>
          <a:ln w="12700">
            <a:solidFill>
              <a:srgbClr val="CCCCCC"/>
            </a:solidFill>
            <a:prstDash val="solid"/>
          </a:ln>
        </p:spPr>
      </p:sp>
      <p:sp>
        <p:nvSpPr>
          <p:cNvPr id="25" name="Text 23"/>
          <p:cNvSpPr/>
          <p:nvPr/>
        </p:nvSpPr>
        <p:spPr>
          <a:xfrm>
            <a:off x="1621536" y="5376672"/>
            <a:ext cx="9997440" cy="316992"/>
          </a:xfrm>
          <a:prstGeom prst="rect">
            <a:avLst/>
          </a:prstGeom>
          <a:noFill/>
          <a:ln/>
        </p:spPr>
        <p:txBody>
          <a:bodyPr wrap="square" rtlCol="0" anchor="ctr"/>
          <a:lstStyle/>
          <a:p>
            <a:r>
              <a:rPr lang="en-US" sz="1733" b="1" dirty="0">
                <a:solidFill>
                  <a:srgbClr val="1F3864"/>
                </a:solidFill>
                <a:latin typeface="Calibri" pitchFamily="34" charset="0"/>
                <a:ea typeface="Calibri" pitchFamily="34" charset="-122"/>
                <a:cs typeface="Calibri" pitchFamily="34" charset="-120"/>
              </a:rPr>
              <a:t>Interpolate tensors 3 and 4</a:t>
            </a:r>
            <a:endParaRPr lang="en-US" sz="1733" dirty="0"/>
          </a:p>
        </p:txBody>
      </p:sp>
      <p:sp>
        <p:nvSpPr>
          <p:cNvPr id="26" name="Text 24"/>
          <p:cNvSpPr/>
          <p:nvPr/>
        </p:nvSpPr>
        <p:spPr>
          <a:xfrm>
            <a:off x="1621536" y="5815584"/>
            <a:ext cx="10516627" cy="316992"/>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Modify the code for interpolating initial noise tensors to use the third and fourth initial noise tensors to generate 10 interpolated images. Keep the rest of the code the same (in particular, keep the random state to 100). Rerun the code to see what the generated images look like.</a:t>
            </a:r>
            <a:endParaRPr lang="en-US" sz="1467" dirty="0"/>
          </a:p>
        </p:txBody>
      </p:sp>
      <p:sp>
        <p:nvSpPr>
          <p:cNvPr id="27" name="Text 25"/>
          <p:cNvSpPr/>
          <p:nvPr/>
        </p:nvSpPr>
        <p:spPr>
          <a:xfrm>
            <a:off x="1621536" y="6278880"/>
            <a:ext cx="9997440" cy="341376"/>
          </a:xfrm>
          <a:prstGeom prst="rect">
            <a:avLst/>
          </a:prstGeom>
          <a:noFill/>
          <a:ln/>
        </p:spPr>
        <p:txBody>
          <a:bodyPr wrap="square" rtlCol="0" anchor="ctr"/>
          <a:lstStyle/>
          <a:p>
            <a:r>
              <a:rPr lang="en-US" sz="1333" i="1" dirty="0">
                <a:solidFill>
                  <a:srgbClr val="888888"/>
                </a:solidFill>
                <a:latin typeface="Calibri" pitchFamily="34" charset="0"/>
                <a:ea typeface="Calibri" pitchFamily="34" charset="-122"/>
                <a:cs typeface="Calibri" pitchFamily="34" charset="-120"/>
              </a:rPr>
              <a:t>Hint: indices are 0-based — tensor 3 = a_idx=2, tensor 4 = b_idx=3. The transition should be smoother as adjacent tensors are more similar.</a:t>
            </a:r>
            <a:endParaRPr lang="en-US" sz="1333" dirty="0"/>
          </a:p>
        </p:txBody>
      </p:sp>
      <p:sp>
        <p:nvSpPr>
          <p:cNvPr id="28" name="Shape 0">
            <a:extLst>
              <a:ext uri="{FF2B5EF4-FFF2-40B4-BE49-F238E27FC236}">
                <a16:creationId xmlns:a16="http://schemas.microsoft.com/office/drawing/2014/main" id="{0956AAC5-FC8E-F989-247D-C24AABCA69A2}"/>
              </a:ext>
            </a:extLst>
          </p:cNvPr>
          <p:cNvSpPr/>
          <p:nvPr/>
        </p:nvSpPr>
        <p:spPr>
          <a:xfrm>
            <a:off x="0" y="0"/>
            <a:ext cx="12192000" cy="97536"/>
          </a:xfrm>
          <a:prstGeom prst="rect">
            <a:avLst/>
          </a:prstGeom>
          <a:solidFill>
            <a:srgbClr val="1565C0"/>
          </a:solidFill>
          <a:ln w="12700">
            <a:solidFill>
              <a:srgbClr val="1565C0"/>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1565C0"/>
          </a:solidFill>
          <a:ln w="12700">
            <a:solidFill>
              <a:srgbClr val="1565C0"/>
            </a:solidFill>
            <a:prstDash val="solid"/>
          </a:ln>
        </p:spPr>
      </p:sp>
      <p:sp>
        <p:nvSpPr>
          <p:cNvPr id="3" name="Shape 1"/>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1</a:t>
            </a:r>
            <a:endParaRPr lang="en-US" sz="1467" dirty="0"/>
          </a:p>
        </p:txBody>
      </p:sp>
      <p:sp>
        <p:nvSpPr>
          <p:cNvPr id="5" name="Text 3"/>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Training set grid (2×5)</a:t>
            </a:r>
          </a:p>
        </p:txBody>
      </p:sp>
      <p:sp>
        <p:nvSpPr>
          <p:cNvPr id="6" name="Shape 4"/>
          <p:cNvSpPr/>
          <p:nvPr/>
        </p:nvSpPr>
        <p:spPr>
          <a:xfrm>
            <a:off x="487680" y="926592"/>
            <a:ext cx="11216640" cy="342335"/>
          </a:xfrm>
          <a:prstGeom prst="rect">
            <a:avLst/>
          </a:prstGeom>
          <a:solidFill>
            <a:srgbClr val="E3F2FD"/>
          </a:solidFill>
          <a:ln w="10160">
            <a:solidFill>
              <a:srgbClr val="1565C0"/>
            </a:solidFill>
            <a:prstDash val="solid"/>
          </a:ln>
        </p:spPr>
      </p:sp>
      <p:sp>
        <p:nvSpPr>
          <p:cNvPr id="7" name="Text 5"/>
          <p:cNvSpPr/>
          <p:nvPr/>
        </p:nvSpPr>
        <p:spPr>
          <a:xfrm>
            <a:off x="658368" y="950976"/>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Plot 10 images from the training dataset in a 2×5 grid. </a:t>
            </a:r>
          </a:p>
          <a:p>
            <a:endParaRPr lang="en-US" sz="1333" dirty="0"/>
          </a:p>
        </p:txBody>
      </p:sp>
      <p:sp>
        <p:nvSpPr>
          <p:cNvPr id="8" name="Shape 6"/>
          <p:cNvSpPr/>
          <p:nvPr/>
        </p:nvSpPr>
        <p:spPr>
          <a:xfrm>
            <a:off x="487680" y="1560576"/>
            <a:ext cx="11216640" cy="3884728"/>
          </a:xfrm>
          <a:prstGeom prst="rect">
            <a:avLst/>
          </a:prstGeom>
          <a:solidFill>
            <a:srgbClr val="1E2A3A"/>
          </a:solidFill>
          <a:ln w="10160">
            <a:solidFill>
              <a:srgbClr val="00E5FF"/>
            </a:solidFill>
            <a:prstDash val="solid"/>
          </a:ln>
        </p:spPr>
        <p:txBody>
          <a:bodyPr/>
          <a:lstStyle/>
          <a:p>
            <a:r>
              <a:rPr lang="en-US" sz="1310" dirty="0">
                <a:solidFill>
                  <a:srgbClr val="A8D8EA"/>
                </a:solidFill>
                <a:latin typeface="Consolas" pitchFamily="34" charset="0"/>
                <a:ea typeface="Consolas" pitchFamily="34" charset="-122"/>
                <a:cs typeface="Consolas" pitchFamily="34" charset="-120"/>
              </a:rPr>
              <a:t>import </a:t>
            </a:r>
            <a:r>
              <a:rPr lang="en-US" sz="1310" dirty="0" err="1">
                <a:solidFill>
                  <a:srgbClr val="A8D8EA"/>
                </a:solidFill>
                <a:latin typeface="Consolas" pitchFamily="34" charset="0"/>
                <a:ea typeface="Consolas" pitchFamily="34" charset="-122"/>
                <a:cs typeface="Consolas" pitchFamily="34" charset="-120"/>
              </a:rPr>
              <a:t>matplotlib.pyplot</a:t>
            </a:r>
            <a:r>
              <a:rPr lang="en-US" sz="1310" dirty="0">
                <a:solidFill>
                  <a:srgbClr val="A8D8EA"/>
                </a:solidFill>
                <a:latin typeface="Consolas" pitchFamily="34" charset="0"/>
                <a:ea typeface="Consolas" pitchFamily="34" charset="-122"/>
                <a:cs typeface="Consolas" pitchFamily="34" charset="-120"/>
              </a:rPr>
              <a:t> as </a:t>
            </a:r>
            <a:r>
              <a:rPr lang="en-US" sz="1310" dirty="0" err="1">
                <a:solidFill>
                  <a:srgbClr val="A8D8EA"/>
                </a:solidFill>
                <a:latin typeface="Consolas" pitchFamily="34" charset="0"/>
                <a:ea typeface="Consolas" pitchFamily="34" charset="-122"/>
                <a:cs typeface="Consolas" pitchFamily="34" charset="-120"/>
              </a:rPr>
              <a:t>plt</a:t>
            </a:r>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import torch</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it = iter(</a:t>
            </a:r>
            <a:r>
              <a:rPr lang="en-US" sz="1310" dirty="0" err="1">
                <a:solidFill>
                  <a:srgbClr val="A8D8EA"/>
                </a:solidFill>
                <a:latin typeface="Consolas" pitchFamily="34" charset="0"/>
                <a:ea typeface="Consolas" pitchFamily="34" charset="-122"/>
                <a:cs typeface="Consolas" pitchFamily="34" charset="-120"/>
              </a:rPr>
              <a:t>train_dataloader</a:t>
            </a:r>
            <a:r>
              <a:rPr lang="en-US" sz="1310" dirty="0">
                <a:solidFill>
                  <a:srgbClr val="A8D8EA"/>
                </a:solidFill>
                <a:latin typeface="Consolas" pitchFamily="34" charset="0"/>
                <a:ea typeface="Consolas" pitchFamily="34" charset="-122"/>
                <a:cs typeface="Consolas" pitchFamily="34" charset="-120"/>
              </a:rPr>
              <a:t>)</a:t>
            </a:r>
          </a:p>
          <a:p>
            <a:r>
              <a:rPr lang="en-US" sz="1310" dirty="0">
                <a:solidFill>
                  <a:srgbClr val="A8D8EA"/>
                </a:solidFill>
                <a:latin typeface="Consolas" pitchFamily="34" charset="0"/>
                <a:ea typeface="Consolas" pitchFamily="34" charset="-122"/>
                <a:cs typeface="Consolas" pitchFamily="34" charset="-120"/>
              </a:rPr>
              <a:t>batch1 = next(it)["input"]   # 4 images</a:t>
            </a:r>
          </a:p>
          <a:p>
            <a:r>
              <a:rPr lang="en-US" sz="1310" dirty="0">
                <a:solidFill>
                  <a:srgbClr val="A8D8EA"/>
                </a:solidFill>
                <a:latin typeface="Consolas" pitchFamily="34" charset="0"/>
                <a:ea typeface="Consolas" pitchFamily="34" charset="-122"/>
                <a:cs typeface="Consolas" pitchFamily="34" charset="-120"/>
              </a:rPr>
              <a:t>batch2 = next(it)["input"]   # 4 more images</a:t>
            </a:r>
          </a:p>
          <a:p>
            <a:r>
              <a:rPr lang="en-US" sz="1310" dirty="0">
                <a:solidFill>
                  <a:srgbClr val="A8D8EA"/>
                </a:solidFill>
                <a:latin typeface="Consolas" pitchFamily="34" charset="0"/>
                <a:ea typeface="Consolas" pitchFamily="34" charset="-122"/>
                <a:cs typeface="Consolas" pitchFamily="34" charset="-120"/>
              </a:rPr>
              <a:t>batch3 = next(it)["input"]   # 4 more — take first 2</a:t>
            </a: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batch = torch.cat([batch1, batch2, batch3], dim=0)[:10]  # (10, 3, 64, 64)</a:t>
            </a:r>
          </a:p>
          <a:p>
            <a:endParaRPr lang="en-US" sz="1310" dirty="0">
              <a:solidFill>
                <a:srgbClr val="A8D8EA"/>
              </a:solidFill>
              <a:latin typeface="Consolas" pitchFamily="34" charset="0"/>
              <a:ea typeface="Consolas" pitchFamily="34" charset="-122"/>
              <a:cs typeface="Consolas" pitchFamily="34" charset="-120"/>
            </a:endParaRPr>
          </a:p>
          <a:p>
            <a:r>
              <a:rPr lang="en-US" sz="1310" dirty="0" err="1">
                <a:solidFill>
                  <a:srgbClr val="A8D8EA"/>
                </a:solidFill>
                <a:latin typeface="Consolas" pitchFamily="34" charset="0"/>
                <a:ea typeface="Consolas" pitchFamily="34" charset="-122"/>
                <a:cs typeface="Consolas" pitchFamily="34" charset="-120"/>
              </a:rPr>
              <a:t>plt.figure</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figsize</a:t>
            </a:r>
            <a:r>
              <a:rPr lang="en-US" sz="1310" dirty="0">
                <a:solidFill>
                  <a:srgbClr val="A8D8EA"/>
                </a:solidFill>
                <a:latin typeface="Consolas" pitchFamily="34" charset="0"/>
                <a:ea typeface="Consolas" pitchFamily="34" charset="-122"/>
                <a:cs typeface="Consolas" pitchFamily="34" charset="-120"/>
              </a:rPr>
              <a:t>=(10, 4), dpi=100)</a:t>
            </a:r>
          </a:p>
          <a:p>
            <a:r>
              <a:rPr lang="en-US" sz="1310" dirty="0">
                <a:solidFill>
                  <a:srgbClr val="A8D8EA"/>
                </a:solidFill>
                <a:latin typeface="Consolas" pitchFamily="34" charset="0"/>
                <a:ea typeface="Consolas" pitchFamily="34" charset="-122"/>
                <a:cs typeface="Consolas" pitchFamily="34" charset="-120"/>
              </a:rPr>
              <a:t>for </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 in range(10):</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plt.subplot</a:t>
            </a:r>
            <a:r>
              <a:rPr lang="en-US" sz="1310" dirty="0">
                <a:solidFill>
                  <a:srgbClr val="A8D8EA"/>
                </a:solidFill>
                <a:latin typeface="Consolas" pitchFamily="34" charset="0"/>
                <a:ea typeface="Consolas" pitchFamily="34" charset="-122"/>
                <a:cs typeface="Consolas" pitchFamily="34" charset="-120"/>
              </a:rPr>
              <a:t>(2, 5, </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 + 1)               # 2 rows, 5 cols, 1-based index</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img</a:t>
            </a:r>
            <a:r>
              <a:rPr lang="en-US" sz="1310" dirty="0">
                <a:solidFill>
                  <a:srgbClr val="A8D8EA"/>
                </a:solidFill>
                <a:latin typeface="Consolas" pitchFamily="34" charset="0"/>
                <a:ea typeface="Consolas" pitchFamily="34" charset="-122"/>
                <a:cs typeface="Consolas" pitchFamily="34" charset="-120"/>
              </a:rPr>
              <a:t> = batch[</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].permute(1, 2, 0)        # (C, H, W) → (H, W, C)</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plt.imshow</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torch.clip</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img</a:t>
            </a:r>
            <a:r>
              <a:rPr lang="en-US" sz="1310" dirty="0">
                <a:solidFill>
                  <a:srgbClr val="A8D8EA"/>
                </a:solidFill>
                <a:latin typeface="Consolas" pitchFamily="34" charset="0"/>
                <a:ea typeface="Consolas" pitchFamily="34" charset="-122"/>
                <a:cs typeface="Consolas" pitchFamily="34" charset="-120"/>
              </a:rPr>
              <a:t>, 0, 1))      # clip to valid [0, 1] range</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plt.axis</a:t>
            </a:r>
            <a:r>
              <a:rPr lang="en-US" sz="1310" dirty="0">
                <a:solidFill>
                  <a:srgbClr val="A8D8EA"/>
                </a:solidFill>
                <a:latin typeface="Consolas" pitchFamily="34" charset="0"/>
                <a:ea typeface="Consolas" pitchFamily="34" charset="-122"/>
                <a:cs typeface="Consolas" pitchFamily="34" charset="-120"/>
              </a:rPr>
              <a:t>("off")</a:t>
            </a:r>
          </a:p>
          <a:p>
            <a:endParaRPr lang="en-US" sz="1310" dirty="0">
              <a:solidFill>
                <a:srgbClr val="A8D8EA"/>
              </a:solidFill>
              <a:latin typeface="Consolas" pitchFamily="34" charset="0"/>
              <a:ea typeface="Consolas" pitchFamily="34" charset="-122"/>
              <a:cs typeface="Consolas" pitchFamily="34" charset="-120"/>
            </a:endParaRPr>
          </a:p>
          <a:p>
            <a:r>
              <a:rPr lang="en-US" sz="1310" dirty="0" err="1">
                <a:solidFill>
                  <a:srgbClr val="A8D8EA"/>
                </a:solidFill>
                <a:latin typeface="Consolas" pitchFamily="34" charset="0"/>
                <a:ea typeface="Consolas" pitchFamily="34" charset="-122"/>
                <a:cs typeface="Consolas" pitchFamily="34" charset="-120"/>
              </a:rPr>
              <a:t>plt.tight_layout</a:t>
            </a:r>
            <a:r>
              <a:rPr lang="en-US" sz="1310" dirty="0">
                <a:solidFill>
                  <a:srgbClr val="A8D8EA"/>
                </a:solidFill>
                <a:latin typeface="Consolas" pitchFamily="34" charset="0"/>
                <a:ea typeface="Consolas" pitchFamily="34" charset="-122"/>
                <a:cs typeface="Consolas" pitchFamily="34" charset="-120"/>
              </a:rPr>
              <a:t>()</a:t>
            </a:r>
          </a:p>
          <a:p>
            <a:r>
              <a:rPr lang="en-US" sz="1310" dirty="0" err="1">
                <a:solidFill>
                  <a:srgbClr val="A8D8EA"/>
                </a:solidFill>
                <a:latin typeface="Consolas" pitchFamily="34" charset="0"/>
                <a:ea typeface="Consolas" pitchFamily="34" charset="-122"/>
                <a:cs typeface="Consolas" pitchFamily="34" charset="-120"/>
              </a:rPr>
              <a:t>plt.show</a:t>
            </a:r>
            <a:r>
              <a:rPr lang="en-US" sz="1310" dirty="0">
                <a:solidFill>
                  <a:srgbClr val="A8D8EA"/>
                </a:solidFill>
                <a:latin typeface="Consolas" pitchFamily="34" charset="0"/>
                <a:ea typeface="Consolas" pitchFamily="34" charset="-122"/>
                <a:cs typeface="Consolas" pitchFamily="34" charset="-120"/>
              </a:rPr>
              <a:t>()</a:t>
            </a:r>
            <a:endParaRPr lang="en-US" sz="1310" dirty="0"/>
          </a:p>
          <a:p>
            <a:endParaRPr lang="en-US" sz="1310" dirty="0"/>
          </a:p>
        </p:txBody>
      </p:sp>
      <p:sp>
        <p:nvSpPr>
          <p:cNvPr id="9" name="Text 7"/>
          <p:cNvSpPr/>
          <p:nvPr/>
        </p:nvSpPr>
        <p:spPr>
          <a:xfrm>
            <a:off x="658368" y="1682496"/>
            <a:ext cx="10875264" cy="2877312"/>
          </a:xfrm>
          <a:prstGeom prst="rect">
            <a:avLst/>
          </a:prstGeom>
          <a:noFill/>
          <a:ln/>
        </p:spPr>
        <p:txBody>
          <a:bodyPr wrap="square" lIns="0" tIns="0" rIns="0" bIns="0" rtlCol="0" anchor="t"/>
          <a:lstStyle/>
          <a:p>
            <a:endParaRPr lang="en-US" sz="1307" dirty="0"/>
          </a:p>
        </p:txBody>
      </p:sp>
      <p:sp>
        <p:nvSpPr>
          <p:cNvPr id="10" name="TextBox 9">
            <a:extLst>
              <a:ext uri="{FF2B5EF4-FFF2-40B4-BE49-F238E27FC236}">
                <a16:creationId xmlns:a16="http://schemas.microsoft.com/office/drawing/2014/main" id="{F3EC8EBD-9EE7-33D2-9C56-95EBB7A2D80C}"/>
              </a:ext>
            </a:extLst>
          </p:cNvPr>
          <p:cNvSpPr txBox="1"/>
          <p:nvPr/>
        </p:nvSpPr>
        <p:spPr>
          <a:xfrm>
            <a:off x="9686313" y="165667"/>
            <a:ext cx="1822935" cy="523220"/>
          </a:xfrm>
          <a:prstGeom prst="rect">
            <a:avLst/>
          </a:prstGeom>
          <a:noFill/>
        </p:spPr>
        <p:txBody>
          <a:bodyPr wrap="none" rtlCol="0">
            <a:spAutoFit/>
          </a:bodyPr>
          <a:lstStyle/>
          <a:p>
            <a:r>
              <a:rPr lang="en-US" sz="2800" b="1" dirty="0">
                <a:solidFill>
                  <a:srgbClr val="FF0000"/>
                </a:solidFill>
                <a:effectLst>
                  <a:outerShdw blurRad="38100" dist="38100" dir="2700000" algn="tl">
                    <a:srgbClr val="000000">
                      <a:alpha val="43137"/>
                    </a:srgbClr>
                  </a:outerShdw>
                </a:effectLst>
              </a:rPr>
              <a:t>Solution 1</a:t>
            </a:r>
            <a:endParaRPr lang="ro-RO" sz="2800" b="1" dirty="0">
              <a:solidFill>
                <a:srgbClr val="FF0000"/>
              </a:solidFill>
              <a:effectLst>
                <a:outerShdw blurRad="38100" dist="38100" dir="2700000" algn="tl">
                  <a:srgbClr val="000000">
                    <a:alpha val="43137"/>
                  </a:srgbClr>
                </a:outerShdw>
              </a:effectLst>
            </a:endParaRPr>
          </a:p>
        </p:txBody>
      </p:sp>
      <p:sp>
        <p:nvSpPr>
          <p:cNvPr id="12" name="Shape 52">
            <a:extLst>
              <a:ext uri="{FF2B5EF4-FFF2-40B4-BE49-F238E27FC236}">
                <a16:creationId xmlns:a16="http://schemas.microsoft.com/office/drawing/2014/main" id="{CC6F8716-061C-54CF-7113-C937FAB58806}"/>
              </a:ext>
            </a:extLst>
          </p:cNvPr>
          <p:cNvSpPr/>
          <p:nvPr/>
        </p:nvSpPr>
        <p:spPr>
          <a:xfrm>
            <a:off x="487680" y="6025414"/>
            <a:ext cx="11216640" cy="442763"/>
          </a:xfrm>
          <a:prstGeom prst="rect">
            <a:avLst/>
          </a:prstGeom>
          <a:solidFill>
            <a:srgbClr val="FFF8E1"/>
          </a:solidFill>
          <a:ln w="10160">
            <a:solidFill>
              <a:srgbClr val="F9A825"/>
            </a:solidFill>
            <a:prstDash val="solid"/>
          </a:ln>
        </p:spPr>
      </p:sp>
      <p:sp>
        <p:nvSpPr>
          <p:cNvPr id="13" name="Text 53">
            <a:extLst>
              <a:ext uri="{FF2B5EF4-FFF2-40B4-BE49-F238E27FC236}">
                <a16:creationId xmlns:a16="http://schemas.microsoft.com/office/drawing/2014/main" id="{458FA6BA-D6AD-D851-E71A-B4EFC13E459C}"/>
              </a:ext>
            </a:extLst>
          </p:cNvPr>
          <p:cNvSpPr/>
          <p:nvPr/>
        </p:nvSpPr>
        <p:spPr>
          <a:xfrm>
            <a:off x="658368" y="5931408"/>
            <a:ext cx="10948416" cy="640080"/>
          </a:xfrm>
          <a:prstGeom prst="rect">
            <a:avLst/>
          </a:prstGeom>
          <a:noFill/>
          <a:ln/>
        </p:spPr>
        <p:txBody>
          <a:bodyPr wrap="square" lIns="0" tIns="0" rIns="0" bIns="0" rtlCol="0" anchor="ctr"/>
          <a:lstStyle/>
          <a:p>
            <a:r>
              <a:rPr lang="en-US" sz="2000" dirty="0">
                <a:solidFill>
                  <a:srgbClr val="5D4037"/>
                </a:solidFill>
                <a:latin typeface="Calibri" pitchFamily="34" charset="0"/>
                <a:ea typeface="Calibri" pitchFamily="34" charset="-122"/>
                <a:cs typeface="Calibri" pitchFamily="34" charset="-120"/>
              </a:rPr>
              <a:t>💡Keep the original batch size and concatenate multiple batches to manually form a batch of 10 images.</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44540-C5B8-D1A1-1004-803AE31AE58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F44EE4D-597A-BDC0-E44D-B77BB7CE43AB}"/>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5DEABE2B-39B2-EEB9-A629-12FBAE6DCC4F}"/>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6B7212F2-8713-7597-7B77-B383C27BEBF2}"/>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1</a:t>
            </a:r>
            <a:endParaRPr lang="en-US" sz="1467" dirty="0"/>
          </a:p>
        </p:txBody>
      </p:sp>
      <p:sp>
        <p:nvSpPr>
          <p:cNvPr id="5" name="Text 3">
            <a:extLst>
              <a:ext uri="{FF2B5EF4-FFF2-40B4-BE49-F238E27FC236}">
                <a16:creationId xmlns:a16="http://schemas.microsoft.com/office/drawing/2014/main" id="{9F1E8718-80AC-0C61-A270-44D17580146F}"/>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Training set grid (2×5)</a:t>
            </a:r>
          </a:p>
        </p:txBody>
      </p:sp>
      <p:sp>
        <p:nvSpPr>
          <p:cNvPr id="6" name="Shape 4">
            <a:extLst>
              <a:ext uri="{FF2B5EF4-FFF2-40B4-BE49-F238E27FC236}">
                <a16:creationId xmlns:a16="http://schemas.microsoft.com/office/drawing/2014/main" id="{4479516F-3B32-ADE6-3F43-6F4CC7CB1BF0}"/>
              </a:ext>
            </a:extLst>
          </p:cNvPr>
          <p:cNvSpPr/>
          <p:nvPr/>
        </p:nvSpPr>
        <p:spPr>
          <a:xfrm>
            <a:off x="487680" y="926592"/>
            <a:ext cx="11216640" cy="342335"/>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CB37F528-CA84-5949-97B3-BC6DE2BAFC46}"/>
              </a:ext>
            </a:extLst>
          </p:cNvPr>
          <p:cNvSpPr/>
          <p:nvPr/>
        </p:nvSpPr>
        <p:spPr>
          <a:xfrm>
            <a:off x="658368" y="950976"/>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Plot 10 images from the training dataset in a 2×5 grid. </a:t>
            </a:r>
          </a:p>
          <a:p>
            <a:endParaRPr lang="en-US" sz="1333" dirty="0"/>
          </a:p>
        </p:txBody>
      </p:sp>
      <p:sp>
        <p:nvSpPr>
          <p:cNvPr id="8" name="Shape 6">
            <a:extLst>
              <a:ext uri="{FF2B5EF4-FFF2-40B4-BE49-F238E27FC236}">
                <a16:creationId xmlns:a16="http://schemas.microsoft.com/office/drawing/2014/main" id="{0DDF37D8-C0CE-5D5E-6372-0304146AF070}"/>
              </a:ext>
            </a:extLst>
          </p:cNvPr>
          <p:cNvSpPr/>
          <p:nvPr/>
        </p:nvSpPr>
        <p:spPr>
          <a:xfrm>
            <a:off x="487680" y="1560576"/>
            <a:ext cx="11216640" cy="3494310"/>
          </a:xfrm>
          <a:prstGeom prst="rect">
            <a:avLst/>
          </a:prstGeom>
          <a:solidFill>
            <a:srgbClr val="1E2A3A"/>
          </a:solidFill>
          <a:ln w="10160">
            <a:solidFill>
              <a:srgbClr val="00E5FF"/>
            </a:solidFill>
            <a:prstDash val="solid"/>
          </a:ln>
        </p:spPr>
        <p:txBody>
          <a:bodyPr/>
          <a:lstStyle/>
          <a:p>
            <a:r>
              <a:rPr lang="en-US" sz="1310" dirty="0">
                <a:solidFill>
                  <a:srgbClr val="A8D8EA"/>
                </a:solidFill>
                <a:latin typeface="Consolas" pitchFamily="34" charset="0"/>
                <a:ea typeface="Consolas" pitchFamily="34" charset="-122"/>
                <a:cs typeface="Consolas" pitchFamily="34" charset="-120"/>
              </a:rPr>
              <a:t>import </a:t>
            </a:r>
            <a:r>
              <a:rPr lang="en-US" sz="1310" dirty="0" err="1">
                <a:solidFill>
                  <a:srgbClr val="A8D8EA"/>
                </a:solidFill>
                <a:latin typeface="Consolas" pitchFamily="34" charset="0"/>
                <a:ea typeface="Consolas" pitchFamily="34" charset="-122"/>
                <a:cs typeface="Consolas" pitchFamily="34" charset="-120"/>
              </a:rPr>
              <a:t>matplotlib.pyplot</a:t>
            </a:r>
            <a:r>
              <a:rPr lang="en-US" sz="1310" dirty="0">
                <a:solidFill>
                  <a:srgbClr val="A8D8EA"/>
                </a:solidFill>
                <a:latin typeface="Consolas" pitchFamily="34" charset="0"/>
                <a:ea typeface="Consolas" pitchFamily="34" charset="-122"/>
                <a:cs typeface="Consolas" pitchFamily="34" charset="-120"/>
              </a:rPr>
              <a:t> as </a:t>
            </a:r>
            <a:r>
              <a:rPr lang="en-US" sz="1310" dirty="0" err="1">
                <a:solidFill>
                  <a:srgbClr val="A8D8EA"/>
                </a:solidFill>
                <a:latin typeface="Consolas" pitchFamily="34" charset="0"/>
                <a:ea typeface="Consolas" pitchFamily="34" charset="-122"/>
                <a:cs typeface="Consolas" pitchFamily="34" charset="-120"/>
              </a:rPr>
              <a:t>plt</a:t>
            </a:r>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import torch</a:t>
            </a:r>
          </a:p>
          <a:p>
            <a:r>
              <a:rPr lang="en-US" sz="1310" dirty="0">
                <a:solidFill>
                  <a:srgbClr val="A8D8EA"/>
                </a:solidFill>
                <a:latin typeface="Consolas" pitchFamily="34" charset="0"/>
                <a:ea typeface="Consolas" pitchFamily="34" charset="-122"/>
                <a:cs typeface="Consolas" pitchFamily="34" charset="-120"/>
              </a:rPr>
              <a:t>from </a:t>
            </a:r>
            <a:r>
              <a:rPr lang="en-US" sz="1310" dirty="0" err="1">
                <a:solidFill>
                  <a:srgbClr val="A8D8EA"/>
                </a:solidFill>
                <a:latin typeface="Consolas" pitchFamily="34" charset="0"/>
                <a:ea typeface="Consolas" pitchFamily="34" charset="-122"/>
                <a:cs typeface="Consolas" pitchFamily="34" charset="-120"/>
              </a:rPr>
              <a:t>torch.utils.data</a:t>
            </a:r>
            <a:r>
              <a:rPr lang="en-US" sz="1310" dirty="0">
                <a:solidFill>
                  <a:srgbClr val="A8D8EA"/>
                </a:solidFill>
                <a:latin typeface="Consolas" pitchFamily="34" charset="0"/>
                <a:ea typeface="Consolas" pitchFamily="34" charset="-122"/>
                <a:cs typeface="Consolas" pitchFamily="34" charset="-120"/>
              </a:rPr>
              <a:t> import </a:t>
            </a:r>
            <a:r>
              <a:rPr lang="en-US" sz="1310" dirty="0" err="1">
                <a:solidFill>
                  <a:srgbClr val="A8D8EA"/>
                </a:solidFill>
                <a:latin typeface="Consolas" pitchFamily="34" charset="0"/>
                <a:ea typeface="Consolas" pitchFamily="34" charset="-122"/>
                <a:cs typeface="Consolas" pitchFamily="34" charset="-120"/>
              </a:rPr>
              <a:t>DataLoader</a:t>
            </a:r>
            <a:endParaRPr lang="en-US" sz="1310" dirty="0">
              <a:solidFill>
                <a:srgbClr val="A8D8EA"/>
              </a:solidFill>
              <a:latin typeface="Consolas" pitchFamily="34" charset="0"/>
              <a:ea typeface="Consolas" pitchFamily="34" charset="-122"/>
              <a:cs typeface="Consolas" pitchFamily="34" charset="-120"/>
            </a:endParaRPr>
          </a:p>
          <a:p>
            <a:endParaRPr lang="en-US" sz="1310" dirty="0">
              <a:solidFill>
                <a:srgbClr val="A8D8EA"/>
              </a:solidFill>
              <a:latin typeface="Consolas" pitchFamily="34" charset="0"/>
              <a:ea typeface="Consolas" pitchFamily="34" charset="-122"/>
              <a:cs typeface="Consolas" pitchFamily="34" charset="-120"/>
            </a:endParaRPr>
          </a:p>
          <a:p>
            <a:r>
              <a:rPr lang="en-US" sz="1310" dirty="0">
                <a:solidFill>
                  <a:srgbClr val="A8D8EA"/>
                </a:solidFill>
                <a:latin typeface="Consolas" pitchFamily="34" charset="0"/>
                <a:ea typeface="Consolas" pitchFamily="34" charset="-122"/>
                <a:cs typeface="Consolas" pitchFamily="34" charset="-120"/>
              </a:rPr>
              <a:t># Create a temporary </a:t>
            </a:r>
            <a:r>
              <a:rPr lang="en-US" sz="1310" dirty="0" err="1">
                <a:solidFill>
                  <a:srgbClr val="A8D8EA"/>
                </a:solidFill>
                <a:latin typeface="Consolas" pitchFamily="34" charset="0"/>
                <a:ea typeface="Consolas" pitchFamily="34" charset="-122"/>
                <a:cs typeface="Consolas" pitchFamily="34" charset="-120"/>
              </a:rPr>
              <a:t>dataloader</a:t>
            </a:r>
            <a:r>
              <a:rPr lang="en-US" sz="1310" dirty="0">
                <a:solidFill>
                  <a:srgbClr val="A8D8EA"/>
                </a:solidFill>
                <a:latin typeface="Consolas" pitchFamily="34" charset="0"/>
                <a:ea typeface="Consolas" pitchFamily="34" charset="-122"/>
                <a:cs typeface="Consolas" pitchFamily="34" charset="-120"/>
              </a:rPr>
              <a:t> with </a:t>
            </a:r>
            <a:r>
              <a:rPr lang="en-US" sz="1310" dirty="0" err="1">
                <a:solidFill>
                  <a:srgbClr val="A8D8EA"/>
                </a:solidFill>
                <a:latin typeface="Consolas" pitchFamily="34" charset="0"/>
                <a:ea typeface="Consolas" pitchFamily="34" charset="-122"/>
                <a:cs typeface="Consolas" pitchFamily="34" charset="-120"/>
              </a:rPr>
              <a:t>batch_size</a:t>
            </a:r>
            <a:r>
              <a:rPr lang="en-US" sz="1310" dirty="0">
                <a:solidFill>
                  <a:srgbClr val="A8D8EA"/>
                </a:solidFill>
                <a:latin typeface="Consolas" pitchFamily="34" charset="0"/>
                <a:ea typeface="Consolas" pitchFamily="34" charset="-122"/>
                <a:cs typeface="Consolas" pitchFamily="34" charset="-120"/>
              </a:rPr>
              <a:t>=10</a:t>
            </a:r>
          </a:p>
          <a:p>
            <a:r>
              <a:rPr lang="en-US" sz="1310" dirty="0">
                <a:solidFill>
                  <a:srgbClr val="A8D8EA"/>
                </a:solidFill>
                <a:latin typeface="Consolas" pitchFamily="34" charset="0"/>
                <a:ea typeface="Consolas" pitchFamily="34" charset="-122"/>
                <a:cs typeface="Consolas" pitchFamily="34" charset="-120"/>
              </a:rPr>
              <a:t>dataloader_10 = </a:t>
            </a:r>
            <a:r>
              <a:rPr lang="en-US" sz="1310" dirty="0" err="1">
                <a:solidFill>
                  <a:srgbClr val="A8D8EA"/>
                </a:solidFill>
                <a:latin typeface="Consolas" pitchFamily="34" charset="0"/>
                <a:ea typeface="Consolas" pitchFamily="34" charset="-122"/>
                <a:cs typeface="Consolas" pitchFamily="34" charset="-120"/>
              </a:rPr>
              <a:t>DataLoader</a:t>
            </a:r>
            <a:r>
              <a:rPr lang="en-US" sz="1310" dirty="0">
                <a:solidFill>
                  <a:srgbClr val="A8D8EA"/>
                </a:solidFill>
                <a:latin typeface="Consolas" pitchFamily="34" charset="0"/>
                <a:ea typeface="Consolas" pitchFamily="34" charset="-122"/>
                <a:cs typeface="Consolas" pitchFamily="34" charset="-120"/>
              </a:rPr>
              <a:t>(dataset, </a:t>
            </a:r>
            <a:r>
              <a:rPr lang="en-US" sz="1310" dirty="0" err="1">
                <a:solidFill>
                  <a:srgbClr val="A8D8EA"/>
                </a:solidFill>
                <a:latin typeface="Consolas" pitchFamily="34" charset="0"/>
                <a:ea typeface="Consolas" pitchFamily="34" charset="-122"/>
                <a:cs typeface="Consolas" pitchFamily="34" charset="-120"/>
              </a:rPr>
              <a:t>batch_size</a:t>
            </a:r>
            <a:r>
              <a:rPr lang="en-US" sz="1310" dirty="0">
                <a:solidFill>
                  <a:srgbClr val="A8D8EA"/>
                </a:solidFill>
                <a:latin typeface="Consolas" pitchFamily="34" charset="0"/>
                <a:ea typeface="Consolas" pitchFamily="34" charset="-122"/>
                <a:cs typeface="Consolas" pitchFamily="34" charset="-120"/>
              </a:rPr>
              <a:t>=10, shuffle=True)</a:t>
            </a:r>
          </a:p>
          <a:p>
            <a:r>
              <a:rPr lang="en-US" sz="1310" dirty="0">
                <a:solidFill>
                  <a:srgbClr val="A8D8EA"/>
                </a:solidFill>
                <a:latin typeface="Consolas" pitchFamily="34" charset="0"/>
                <a:ea typeface="Consolas" pitchFamily="34" charset="-122"/>
                <a:cs typeface="Consolas" pitchFamily="34" charset="-120"/>
              </a:rPr>
              <a:t>batch = next(iter(dataloader_10))["input"]  # shape: (10, 3, 64, 64)</a:t>
            </a:r>
          </a:p>
          <a:p>
            <a:endParaRPr lang="en-US" sz="1310" dirty="0">
              <a:solidFill>
                <a:srgbClr val="A8D8EA"/>
              </a:solidFill>
              <a:latin typeface="Consolas" pitchFamily="34" charset="0"/>
              <a:ea typeface="Consolas" pitchFamily="34" charset="-122"/>
              <a:cs typeface="Consolas" pitchFamily="34" charset="-120"/>
            </a:endParaRPr>
          </a:p>
          <a:p>
            <a:r>
              <a:rPr lang="en-US" sz="1310" dirty="0" err="1">
                <a:solidFill>
                  <a:srgbClr val="A8D8EA"/>
                </a:solidFill>
                <a:latin typeface="Consolas" pitchFamily="34" charset="0"/>
                <a:ea typeface="Consolas" pitchFamily="34" charset="-122"/>
                <a:cs typeface="Consolas" pitchFamily="34" charset="-120"/>
              </a:rPr>
              <a:t>plt.figure</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figsize</a:t>
            </a:r>
            <a:r>
              <a:rPr lang="en-US" sz="1310" dirty="0">
                <a:solidFill>
                  <a:srgbClr val="A8D8EA"/>
                </a:solidFill>
                <a:latin typeface="Consolas" pitchFamily="34" charset="0"/>
                <a:ea typeface="Consolas" pitchFamily="34" charset="-122"/>
                <a:cs typeface="Consolas" pitchFamily="34" charset="-120"/>
              </a:rPr>
              <a:t>=(10, 4), dpi=100)       </a:t>
            </a:r>
          </a:p>
          <a:p>
            <a:r>
              <a:rPr lang="en-US" sz="1310" dirty="0">
                <a:solidFill>
                  <a:srgbClr val="A8D8EA"/>
                </a:solidFill>
                <a:latin typeface="Consolas" pitchFamily="34" charset="0"/>
                <a:ea typeface="Consolas" pitchFamily="34" charset="-122"/>
                <a:cs typeface="Consolas" pitchFamily="34" charset="-120"/>
              </a:rPr>
              <a:t>for </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 in range(10):</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plt.subplot</a:t>
            </a:r>
            <a:r>
              <a:rPr lang="en-US" sz="1310" dirty="0">
                <a:solidFill>
                  <a:srgbClr val="A8D8EA"/>
                </a:solidFill>
                <a:latin typeface="Consolas" pitchFamily="34" charset="0"/>
                <a:ea typeface="Consolas" pitchFamily="34" charset="-122"/>
                <a:cs typeface="Consolas" pitchFamily="34" charset="-120"/>
              </a:rPr>
              <a:t>(2, 5, </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 + 1)               # 2 rows, 5 cols, 1-based index</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img</a:t>
            </a:r>
            <a:r>
              <a:rPr lang="en-US" sz="1310" dirty="0">
                <a:solidFill>
                  <a:srgbClr val="A8D8EA"/>
                </a:solidFill>
                <a:latin typeface="Consolas" pitchFamily="34" charset="0"/>
                <a:ea typeface="Consolas" pitchFamily="34" charset="-122"/>
                <a:cs typeface="Consolas" pitchFamily="34" charset="-120"/>
              </a:rPr>
              <a:t> = batch[</a:t>
            </a:r>
            <a:r>
              <a:rPr lang="en-US" sz="1310" dirty="0" err="1">
                <a:solidFill>
                  <a:srgbClr val="A8D8EA"/>
                </a:solidFill>
                <a:latin typeface="Consolas" pitchFamily="34" charset="0"/>
                <a:ea typeface="Consolas" pitchFamily="34" charset="-122"/>
                <a:cs typeface="Consolas" pitchFamily="34" charset="-120"/>
              </a:rPr>
              <a:t>i</a:t>
            </a:r>
            <a:r>
              <a:rPr lang="en-US" sz="1310" dirty="0">
                <a:solidFill>
                  <a:srgbClr val="A8D8EA"/>
                </a:solidFill>
                <a:latin typeface="Consolas" pitchFamily="34" charset="0"/>
                <a:ea typeface="Consolas" pitchFamily="34" charset="-122"/>
                <a:cs typeface="Consolas" pitchFamily="34" charset="-120"/>
              </a:rPr>
              <a:t>].permute(1, 2, 0)        # (C, H, W) → (H, W, C)</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plt.imshow</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torch.clip</a:t>
            </a:r>
            <a:r>
              <a:rPr lang="en-US" sz="1310" dirty="0">
                <a:solidFill>
                  <a:srgbClr val="A8D8EA"/>
                </a:solidFill>
                <a:latin typeface="Consolas" pitchFamily="34" charset="0"/>
                <a:ea typeface="Consolas" pitchFamily="34" charset="-122"/>
                <a:cs typeface="Consolas" pitchFamily="34" charset="-120"/>
              </a:rPr>
              <a:t>(</a:t>
            </a:r>
            <a:r>
              <a:rPr lang="en-US" sz="1310" dirty="0" err="1">
                <a:solidFill>
                  <a:srgbClr val="A8D8EA"/>
                </a:solidFill>
                <a:latin typeface="Consolas" pitchFamily="34" charset="0"/>
                <a:ea typeface="Consolas" pitchFamily="34" charset="-122"/>
                <a:cs typeface="Consolas" pitchFamily="34" charset="-120"/>
              </a:rPr>
              <a:t>img</a:t>
            </a:r>
            <a:r>
              <a:rPr lang="en-US" sz="1310" dirty="0">
                <a:solidFill>
                  <a:srgbClr val="A8D8EA"/>
                </a:solidFill>
                <a:latin typeface="Consolas" pitchFamily="34" charset="0"/>
                <a:ea typeface="Consolas" pitchFamily="34" charset="-122"/>
                <a:cs typeface="Consolas" pitchFamily="34" charset="-120"/>
              </a:rPr>
              <a:t>, 0, 1))      # clip to valid [0, 1] range</a:t>
            </a:r>
          </a:p>
          <a:p>
            <a:r>
              <a:rPr lang="en-US" sz="1310" dirty="0">
                <a:solidFill>
                  <a:srgbClr val="A8D8EA"/>
                </a:solidFill>
                <a:latin typeface="Consolas" pitchFamily="34" charset="0"/>
                <a:ea typeface="Consolas" pitchFamily="34" charset="-122"/>
                <a:cs typeface="Consolas" pitchFamily="34" charset="-120"/>
              </a:rPr>
              <a:t>    </a:t>
            </a:r>
            <a:r>
              <a:rPr lang="en-US" sz="1310" dirty="0" err="1">
                <a:solidFill>
                  <a:srgbClr val="A8D8EA"/>
                </a:solidFill>
                <a:latin typeface="Consolas" pitchFamily="34" charset="0"/>
                <a:ea typeface="Consolas" pitchFamily="34" charset="-122"/>
                <a:cs typeface="Consolas" pitchFamily="34" charset="-120"/>
              </a:rPr>
              <a:t>plt.axis</a:t>
            </a:r>
            <a:r>
              <a:rPr lang="en-US" sz="1310" dirty="0">
                <a:solidFill>
                  <a:srgbClr val="A8D8EA"/>
                </a:solidFill>
                <a:latin typeface="Consolas" pitchFamily="34" charset="0"/>
                <a:ea typeface="Consolas" pitchFamily="34" charset="-122"/>
                <a:cs typeface="Consolas" pitchFamily="34" charset="-120"/>
              </a:rPr>
              <a:t>("off")</a:t>
            </a:r>
          </a:p>
          <a:p>
            <a:endParaRPr lang="en-US" sz="1310" dirty="0">
              <a:solidFill>
                <a:srgbClr val="A8D8EA"/>
              </a:solidFill>
              <a:latin typeface="Consolas" pitchFamily="34" charset="0"/>
              <a:ea typeface="Consolas" pitchFamily="34" charset="-122"/>
              <a:cs typeface="Consolas" pitchFamily="34" charset="-120"/>
            </a:endParaRPr>
          </a:p>
          <a:p>
            <a:r>
              <a:rPr lang="en-US" sz="1310" dirty="0" err="1">
                <a:solidFill>
                  <a:srgbClr val="A8D8EA"/>
                </a:solidFill>
                <a:latin typeface="Consolas" pitchFamily="34" charset="0"/>
                <a:ea typeface="Consolas" pitchFamily="34" charset="-122"/>
                <a:cs typeface="Consolas" pitchFamily="34" charset="-120"/>
              </a:rPr>
              <a:t>plt.tight_layout</a:t>
            </a:r>
            <a:r>
              <a:rPr lang="en-US" sz="1310" dirty="0">
                <a:solidFill>
                  <a:srgbClr val="A8D8EA"/>
                </a:solidFill>
                <a:latin typeface="Consolas" pitchFamily="34" charset="0"/>
                <a:ea typeface="Consolas" pitchFamily="34" charset="-122"/>
                <a:cs typeface="Consolas" pitchFamily="34" charset="-120"/>
              </a:rPr>
              <a:t>()</a:t>
            </a:r>
          </a:p>
          <a:p>
            <a:r>
              <a:rPr lang="en-US" sz="1310" dirty="0" err="1">
                <a:solidFill>
                  <a:srgbClr val="A8D8EA"/>
                </a:solidFill>
                <a:latin typeface="Consolas" pitchFamily="34" charset="0"/>
                <a:ea typeface="Consolas" pitchFamily="34" charset="-122"/>
                <a:cs typeface="Consolas" pitchFamily="34" charset="-120"/>
              </a:rPr>
              <a:t>plt.show</a:t>
            </a:r>
            <a:r>
              <a:rPr lang="en-US" sz="1310" dirty="0">
                <a:solidFill>
                  <a:srgbClr val="A8D8EA"/>
                </a:solidFill>
                <a:latin typeface="Consolas" pitchFamily="34" charset="0"/>
                <a:ea typeface="Consolas" pitchFamily="34" charset="-122"/>
                <a:cs typeface="Consolas" pitchFamily="34" charset="-120"/>
              </a:rPr>
              <a:t>()</a:t>
            </a:r>
            <a:endParaRPr lang="en-US" sz="1310" dirty="0"/>
          </a:p>
          <a:p>
            <a:endParaRPr lang="en-US" sz="1310" dirty="0"/>
          </a:p>
        </p:txBody>
      </p:sp>
      <p:sp>
        <p:nvSpPr>
          <p:cNvPr id="9" name="Text 7">
            <a:extLst>
              <a:ext uri="{FF2B5EF4-FFF2-40B4-BE49-F238E27FC236}">
                <a16:creationId xmlns:a16="http://schemas.microsoft.com/office/drawing/2014/main" id="{881A3692-0435-A0C6-79E6-33B11F189F37}"/>
              </a:ext>
            </a:extLst>
          </p:cNvPr>
          <p:cNvSpPr/>
          <p:nvPr/>
        </p:nvSpPr>
        <p:spPr>
          <a:xfrm>
            <a:off x="658368" y="1682496"/>
            <a:ext cx="10875264" cy="2877312"/>
          </a:xfrm>
          <a:prstGeom prst="rect">
            <a:avLst/>
          </a:prstGeom>
          <a:noFill/>
          <a:ln/>
        </p:spPr>
        <p:txBody>
          <a:bodyPr wrap="square" lIns="0" tIns="0" rIns="0" bIns="0" rtlCol="0" anchor="t"/>
          <a:lstStyle/>
          <a:p>
            <a:endParaRPr lang="en-US" sz="1307" dirty="0"/>
          </a:p>
        </p:txBody>
      </p:sp>
      <p:sp>
        <p:nvSpPr>
          <p:cNvPr id="10" name="TextBox 9">
            <a:extLst>
              <a:ext uri="{FF2B5EF4-FFF2-40B4-BE49-F238E27FC236}">
                <a16:creationId xmlns:a16="http://schemas.microsoft.com/office/drawing/2014/main" id="{C1C28A37-6EE5-58D7-108B-7B516042A1D0}"/>
              </a:ext>
            </a:extLst>
          </p:cNvPr>
          <p:cNvSpPr txBox="1"/>
          <p:nvPr/>
        </p:nvSpPr>
        <p:spPr>
          <a:xfrm>
            <a:off x="9686313" y="165667"/>
            <a:ext cx="1822935" cy="523220"/>
          </a:xfrm>
          <a:prstGeom prst="rect">
            <a:avLst/>
          </a:prstGeom>
          <a:noFill/>
        </p:spPr>
        <p:txBody>
          <a:bodyPr wrap="none" rtlCol="0">
            <a:spAutoFit/>
          </a:bodyPr>
          <a:lstStyle/>
          <a:p>
            <a:r>
              <a:rPr lang="en-US" sz="2800" b="1" dirty="0">
                <a:solidFill>
                  <a:srgbClr val="FF0000"/>
                </a:solidFill>
                <a:effectLst>
                  <a:outerShdw blurRad="38100" dist="38100" dir="2700000" algn="tl">
                    <a:srgbClr val="000000">
                      <a:alpha val="43137"/>
                    </a:srgbClr>
                  </a:outerShdw>
                </a:effectLst>
              </a:rPr>
              <a:t>Solution 2</a:t>
            </a:r>
            <a:endParaRPr lang="ro-RO" sz="2800" b="1" dirty="0">
              <a:solidFill>
                <a:srgbClr val="FF0000"/>
              </a:solidFill>
              <a:effectLst>
                <a:outerShdw blurRad="38100" dist="38100" dir="2700000" algn="tl">
                  <a:srgbClr val="000000">
                    <a:alpha val="43137"/>
                  </a:srgbClr>
                </a:outerShdw>
              </a:effectLst>
            </a:endParaRPr>
          </a:p>
        </p:txBody>
      </p:sp>
      <p:sp>
        <p:nvSpPr>
          <p:cNvPr id="13" name="Shape 52">
            <a:extLst>
              <a:ext uri="{FF2B5EF4-FFF2-40B4-BE49-F238E27FC236}">
                <a16:creationId xmlns:a16="http://schemas.microsoft.com/office/drawing/2014/main" id="{DD033B11-3AD0-C1BC-0261-F79D47AAC60A}"/>
              </a:ext>
            </a:extLst>
          </p:cNvPr>
          <p:cNvSpPr/>
          <p:nvPr/>
        </p:nvSpPr>
        <p:spPr>
          <a:xfrm>
            <a:off x="487680" y="6025415"/>
            <a:ext cx="11216640" cy="452388"/>
          </a:xfrm>
          <a:prstGeom prst="rect">
            <a:avLst/>
          </a:prstGeom>
          <a:solidFill>
            <a:srgbClr val="FFF8E1"/>
          </a:solidFill>
          <a:ln w="10160">
            <a:solidFill>
              <a:srgbClr val="F9A825"/>
            </a:solidFill>
            <a:prstDash val="solid"/>
          </a:ln>
        </p:spPr>
      </p:sp>
      <p:sp>
        <p:nvSpPr>
          <p:cNvPr id="14" name="Text 53">
            <a:extLst>
              <a:ext uri="{FF2B5EF4-FFF2-40B4-BE49-F238E27FC236}">
                <a16:creationId xmlns:a16="http://schemas.microsoft.com/office/drawing/2014/main" id="{5136E1E6-AE94-1658-8FC1-F23843BBC830}"/>
              </a:ext>
            </a:extLst>
          </p:cNvPr>
          <p:cNvSpPr/>
          <p:nvPr/>
        </p:nvSpPr>
        <p:spPr>
          <a:xfrm>
            <a:off x="658368" y="5931408"/>
            <a:ext cx="10948416" cy="640080"/>
          </a:xfrm>
          <a:prstGeom prst="rect">
            <a:avLst/>
          </a:prstGeom>
          <a:noFill/>
          <a:ln/>
        </p:spPr>
        <p:txBody>
          <a:bodyPr wrap="square" lIns="0" tIns="0" rIns="0" bIns="0" rtlCol="0" anchor="ctr"/>
          <a:lstStyle/>
          <a:p>
            <a:r>
              <a:rPr lang="en-US" sz="2000" dirty="0">
                <a:solidFill>
                  <a:srgbClr val="5D4037"/>
                </a:solidFill>
                <a:latin typeface="Calibri" pitchFamily="34" charset="0"/>
                <a:ea typeface="Calibri" pitchFamily="34" charset="-122"/>
                <a:cs typeface="Calibri" pitchFamily="34" charset="-120"/>
              </a:rPr>
              <a:t>💡Increase the </a:t>
            </a:r>
            <a:r>
              <a:rPr lang="en-US" sz="2000" dirty="0" err="1">
                <a:solidFill>
                  <a:srgbClr val="5D4037"/>
                </a:solidFill>
                <a:latin typeface="Calibri" pitchFamily="34" charset="0"/>
                <a:ea typeface="Calibri" pitchFamily="34" charset="-122"/>
                <a:cs typeface="Calibri" pitchFamily="34" charset="-120"/>
              </a:rPr>
              <a:t>batch_size</a:t>
            </a:r>
            <a:r>
              <a:rPr lang="en-US" sz="2000" dirty="0">
                <a:solidFill>
                  <a:srgbClr val="5D4037"/>
                </a:solidFill>
                <a:latin typeface="Calibri" pitchFamily="34" charset="0"/>
                <a:ea typeface="Calibri" pitchFamily="34" charset="-122"/>
                <a:cs typeface="Calibri" pitchFamily="34" charset="-120"/>
              </a:rPr>
              <a:t> to 10 so you directly get 10 images in a single batch.</a:t>
            </a:r>
            <a:endParaRPr lang="en-US" sz="2000" dirty="0"/>
          </a:p>
        </p:txBody>
      </p:sp>
    </p:spTree>
    <p:extLst>
      <p:ext uri="{BB962C8B-B14F-4D97-AF65-F5344CB8AC3E}">
        <p14:creationId xmlns:p14="http://schemas.microsoft.com/office/powerpoint/2010/main" val="3218315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4C9D5-44EE-32FD-5501-2BB4A011FF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06A4669-9223-89A5-871F-175644CFC443}"/>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88236325-F8D9-AD10-1DD1-2611FAFD3A70}"/>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3DF147FA-CCD8-ED8A-AEE6-81393350FF9A}"/>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1</a:t>
            </a:r>
            <a:endParaRPr lang="en-US" sz="1467" dirty="0"/>
          </a:p>
        </p:txBody>
      </p:sp>
      <p:sp>
        <p:nvSpPr>
          <p:cNvPr id="5" name="Text 3">
            <a:extLst>
              <a:ext uri="{FF2B5EF4-FFF2-40B4-BE49-F238E27FC236}">
                <a16:creationId xmlns:a16="http://schemas.microsoft.com/office/drawing/2014/main" id="{B22313B6-DBF2-D771-A653-2357389572F8}"/>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Training set grid (2×5)</a:t>
            </a:r>
          </a:p>
        </p:txBody>
      </p:sp>
      <p:sp>
        <p:nvSpPr>
          <p:cNvPr id="6" name="Shape 4">
            <a:extLst>
              <a:ext uri="{FF2B5EF4-FFF2-40B4-BE49-F238E27FC236}">
                <a16:creationId xmlns:a16="http://schemas.microsoft.com/office/drawing/2014/main" id="{1F3DE344-5925-7177-5ED8-FB1630E71AD8}"/>
              </a:ext>
            </a:extLst>
          </p:cNvPr>
          <p:cNvSpPr/>
          <p:nvPr/>
        </p:nvSpPr>
        <p:spPr>
          <a:xfrm>
            <a:off x="487680" y="926592"/>
            <a:ext cx="11216640" cy="342335"/>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54F8C8FF-2655-AB85-9C56-836415BB0FB7}"/>
              </a:ext>
            </a:extLst>
          </p:cNvPr>
          <p:cNvSpPr/>
          <p:nvPr/>
        </p:nvSpPr>
        <p:spPr>
          <a:xfrm>
            <a:off x="658368" y="950976"/>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Plot 10 images from the training dataset in a 2×5 grid. </a:t>
            </a:r>
          </a:p>
          <a:p>
            <a:endParaRPr lang="en-US" sz="1333" dirty="0"/>
          </a:p>
        </p:txBody>
      </p:sp>
      <p:pic>
        <p:nvPicPr>
          <p:cNvPr id="3074" name="Picture 2">
            <a:extLst>
              <a:ext uri="{FF2B5EF4-FFF2-40B4-BE49-F238E27FC236}">
                <a16:creationId xmlns:a16="http://schemas.microsoft.com/office/drawing/2014/main" id="{C0EBABF6-4488-9EF5-DFFE-5337E920C6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458" y="2216658"/>
            <a:ext cx="9410700" cy="371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902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3A8AE-29BD-56CB-402D-5B23FB01C9B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05630EF-E6CF-B92D-1BB7-1D84DAFA7525}"/>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D7434783-0AE4-D9C4-DD58-E1FAA49AB6F2}"/>
              </a:ext>
            </a:extLst>
          </p:cNvPr>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a:extLst>
              <a:ext uri="{FF2B5EF4-FFF2-40B4-BE49-F238E27FC236}">
                <a16:creationId xmlns:a16="http://schemas.microsoft.com/office/drawing/2014/main" id="{A4274D66-3458-76F4-5176-51494ED33794}"/>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2</a:t>
            </a:r>
            <a:endParaRPr lang="en-US" sz="1467" dirty="0"/>
          </a:p>
        </p:txBody>
      </p:sp>
      <p:sp>
        <p:nvSpPr>
          <p:cNvPr id="5" name="Text 3">
            <a:extLst>
              <a:ext uri="{FF2B5EF4-FFF2-40B4-BE49-F238E27FC236}">
                <a16:creationId xmlns:a16="http://schemas.microsoft.com/office/drawing/2014/main" id="{3EF1975A-2556-BA00-7005-E6F636188190}"/>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Forward diffusion grid (4×5)</a:t>
            </a:r>
          </a:p>
        </p:txBody>
      </p:sp>
      <p:sp>
        <p:nvSpPr>
          <p:cNvPr id="6" name="Shape 4">
            <a:extLst>
              <a:ext uri="{FF2B5EF4-FFF2-40B4-BE49-F238E27FC236}">
                <a16:creationId xmlns:a16="http://schemas.microsoft.com/office/drawing/2014/main" id="{AF56792C-FFF0-8319-5826-CFCE5AE68375}"/>
              </a:ext>
            </a:extLst>
          </p:cNvPr>
          <p:cNvSpPr/>
          <p:nvPr/>
        </p:nvSpPr>
        <p:spPr>
          <a:xfrm>
            <a:off x="487680" y="926592"/>
            <a:ext cx="11216640" cy="536448"/>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8F3DE263-F1B0-D08F-5399-1B5FCABB1DA6}"/>
              </a:ext>
            </a:extLst>
          </p:cNvPr>
          <p:cNvSpPr/>
          <p:nvPr/>
        </p:nvSpPr>
        <p:spPr>
          <a:xfrm>
            <a:off x="658368" y="1039368"/>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Modify the code for applying forward diffusion to flower images. Use four images from the training set to generate images in time steps  0 ,  250 ,  500 ,  750 , and  1,000 . Plot them in a  4×5  grid.</a:t>
            </a:r>
          </a:p>
          <a:p>
            <a:endParaRPr lang="en-US" sz="1333" dirty="0"/>
          </a:p>
        </p:txBody>
      </p:sp>
      <p:sp>
        <p:nvSpPr>
          <p:cNvPr id="8" name="Shape 6">
            <a:extLst>
              <a:ext uri="{FF2B5EF4-FFF2-40B4-BE49-F238E27FC236}">
                <a16:creationId xmlns:a16="http://schemas.microsoft.com/office/drawing/2014/main" id="{92CB517E-12C1-37BB-59FD-A0F9ABEEBA19}"/>
              </a:ext>
            </a:extLst>
          </p:cNvPr>
          <p:cNvSpPr/>
          <p:nvPr/>
        </p:nvSpPr>
        <p:spPr>
          <a:xfrm>
            <a:off x="487680" y="1560575"/>
            <a:ext cx="11216640" cy="5225235"/>
          </a:xfrm>
          <a:prstGeom prst="rect">
            <a:avLst/>
          </a:prstGeom>
          <a:solidFill>
            <a:srgbClr val="1E2A3A"/>
          </a:solidFill>
          <a:ln w="10160">
            <a:solidFill>
              <a:srgbClr val="00E5FF"/>
            </a:solidFill>
            <a:prstDash val="solid"/>
          </a:ln>
        </p:spPr>
      </p:sp>
      <p:sp>
        <p:nvSpPr>
          <p:cNvPr id="9" name="Text 7">
            <a:extLst>
              <a:ext uri="{FF2B5EF4-FFF2-40B4-BE49-F238E27FC236}">
                <a16:creationId xmlns:a16="http://schemas.microsoft.com/office/drawing/2014/main" id="{A072C412-B76C-8055-C7D5-6048E897362F}"/>
              </a:ext>
            </a:extLst>
          </p:cNvPr>
          <p:cNvSpPr/>
          <p:nvPr/>
        </p:nvSpPr>
        <p:spPr>
          <a:xfrm>
            <a:off x="658368" y="1682496"/>
            <a:ext cx="10875264" cy="2877312"/>
          </a:xfrm>
          <a:prstGeom prst="rect">
            <a:avLst/>
          </a:prstGeom>
          <a:noFill/>
          <a:ln/>
        </p:spPr>
        <p:txBody>
          <a:bodyPr wrap="square" lIns="0" tIns="0" rIns="0" bIns="0" rtlCol="0" anchor="t"/>
          <a:lstStyle/>
          <a:p>
            <a:endParaRPr lang="en-US" sz="1307" dirty="0"/>
          </a:p>
        </p:txBody>
      </p:sp>
      <p:sp>
        <p:nvSpPr>
          <p:cNvPr id="11" name="Text 7">
            <a:extLst>
              <a:ext uri="{FF2B5EF4-FFF2-40B4-BE49-F238E27FC236}">
                <a16:creationId xmlns:a16="http://schemas.microsoft.com/office/drawing/2014/main" id="{475F9B40-E9E3-C5AA-6BBF-B618E53EA92B}"/>
              </a:ext>
            </a:extLst>
          </p:cNvPr>
          <p:cNvSpPr/>
          <p:nvPr/>
        </p:nvSpPr>
        <p:spPr>
          <a:xfrm>
            <a:off x="658368" y="1633728"/>
            <a:ext cx="10875264" cy="4605288"/>
          </a:xfrm>
          <a:prstGeom prst="rect">
            <a:avLst/>
          </a:prstGeom>
          <a:noFill/>
          <a:ln/>
        </p:spPr>
        <p:txBody>
          <a:bodyPr wrap="square" lIns="0" tIns="0" rIns="0" bIns="0" rtlCol="0" anchor="t"/>
          <a:lstStyle/>
          <a:p>
            <a:r>
              <a:rPr lang="en-US" sz="1200" dirty="0">
                <a:solidFill>
                  <a:srgbClr val="A8D8EA"/>
                </a:solidFill>
                <a:latin typeface="Consolas" pitchFamily="34" charset="0"/>
                <a:ea typeface="Consolas" pitchFamily="34" charset="-122"/>
                <a:cs typeface="Consolas" pitchFamily="34" charset="-120"/>
              </a:rPr>
              <a:t>import torch</a:t>
            </a:r>
          </a:p>
          <a:p>
            <a:r>
              <a:rPr lang="en-US" sz="1200" dirty="0">
                <a:solidFill>
                  <a:srgbClr val="A8D8EA"/>
                </a:solidFill>
                <a:latin typeface="Consolas" pitchFamily="34" charset="0"/>
                <a:ea typeface="Consolas" pitchFamily="34" charset="-122"/>
                <a:cs typeface="Consolas" pitchFamily="34" charset="-120"/>
              </a:rPr>
              <a:t>import </a:t>
            </a:r>
            <a:r>
              <a:rPr lang="en-US" sz="1200" dirty="0" err="1">
                <a:solidFill>
                  <a:srgbClr val="A8D8EA"/>
                </a:solidFill>
                <a:latin typeface="Consolas" pitchFamily="34" charset="0"/>
                <a:ea typeface="Consolas" pitchFamily="34" charset="-122"/>
                <a:cs typeface="Consolas" pitchFamily="34" charset="-120"/>
              </a:rPr>
              <a:t>matplotlib.pyplot</a:t>
            </a:r>
            <a:r>
              <a:rPr lang="en-US" sz="1200" dirty="0">
                <a:solidFill>
                  <a:srgbClr val="A8D8EA"/>
                </a:solidFill>
                <a:latin typeface="Consolas" pitchFamily="34" charset="0"/>
                <a:ea typeface="Consolas" pitchFamily="34" charset="-122"/>
                <a:cs typeface="Consolas" pitchFamily="34" charset="-120"/>
              </a:rPr>
              <a:t> as </a:t>
            </a:r>
            <a:r>
              <a:rPr lang="en-US" sz="1200" dirty="0" err="1">
                <a:solidFill>
                  <a:srgbClr val="A8D8EA"/>
                </a:solidFill>
                <a:latin typeface="Consolas" pitchFamily="34" charset="0"/>
                <a:ea typeface="Consolas" pitchFamily="34" charset="-122"/>
                <a:cs typeface="Consolas" pitchFamily="34" charset="-120"/>
              </a:rPr>
              <a:t>plt</a:t>
            </a:r>
            <a:endParaRPr lang="en-US" sz="1200" dirty="0">
              <a:solidFill>
                <a:srgbClr val="A8D8EA"/>
              </a:solidFill>
              <a:latin typeface="Consolas" pitchFamily="34" charset="0"/>
              <a:ea typeface="Consolas" pitchFamily="34" charset="-122"/>
              <a:cs typeface="Consolas" pitchFamily="34" charset="-120"/>
            </a:endParaRP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Get 4 clean flower images  →  shape: (4, 3, 64, 64)</a:t>
            </a:r>
          </a:p>
          <a:p>
            <a:r>
              <a:rPr lang="en-US" sz="1200" dirty="0">
                <a:solidFill>
                  <a:srgbClr val="A8D8EA"/>
                </a:solidFill>
                <a:latin typeface="Consolas" pitchFamily="34" charset="0"/>
                <a:ea typeface="Consolas" pitchFamily="34" charset="-122"/>
                <a:cs typeface="Consolas" pitchFamily="34" charset="-120"/>
              </a:rPr>
              <a:t>batch = next(iter(</a:t>
            </a:r>
            <a:r>
              <a:rPr lang="en-US" sz="1200" dirty="0" err="1">
                <a:solidFill>
                  <a:srgbClr val="A8D8EA"/>
                </a:solidFill>
                <a:latin typeface="Consolas" pitchFamily="34" charset="0"/>
                <a:ea typeface="Consolas" pitchFamily="34" charset="-122"/>
                <a:cs typeface="Consolas" pitchFamily="34" charset="-120"/>
              </a:rPr>
              <a:t>train_dataloader</a:t>
            </a:r>
            <a:r>
              <a:rPr lang="en-US" sz="1200" dirty="0">
                <a:solidFill>
                  <a:srgbClr val="A8D8EA"/>
                </a:solidFill>
                <a:latin typeface="Consolas" pitchFamily="34" charset="0"/>
                <a:ea typeface="Consolas" pitchFamily="34" charset="-122"/>
                <a:cs typeface="Consolas" pitchFamily="34" charset="-120"/>
              </a:rPr>
              <a:t>))["input"]</a:t>
            </a:r>
          </a:p>
          <a:p>
            <a:r>
              <a:rPr lang="en-US" sz="1200" dirty="0" err="1">
                <a:solidFill>
                  <a:srgbClr val="A8D8EA"/>
                </a:solidFill>
                <a:latin typeface="Consolas" pitchFamily="34" charset="0"/>
                <a:ea typeface="Consolas" pitchFamily="34" charset="-122"/>
                <a:cs typeface="Consolas" pitchFamily="34" charset="-120"/>
              </a:rPr>
              <a:t>imgs</a:t>
            </a:r>
            <a:r>
              <a:rPr lang="en-US" sz="1200" dirty="0">
                <a:solidFill>
                  <a:srgbClr val="A8D8EA"/>
                </a:solidFill>
                <a:latin typeface="Consolas" pitchFamily="34" charset="0"/>
                <a:ea typeface="Consolas" pitchFamily="34" charset="-122"/>
                <a:cs typeface="Consolas" pitchFamily="34" charset="-120"/>
              </a:rPr>
              <a:t> = </a:t>
            </a:r>
            <a:r>
              <a:rPr lang="en-US" sz="1200" dirty="0" err="1">
                <a:solidFill>
                  <a:srgbClr val="A8D8EA"/>
                </a:solidFill>
                <a:latin typeface="Consolas" pitchFamily="34" charset="0"/>
                <a:ea typeface="Consolas" pitchFamily="34" charset="-122"/>
                <a:cs typeface="Consolas" pitchFamily="34" charset="-120"/>
              </a:rPr>
              <a:t>batch.permute</a:t>
            </a:r>
            <a:r>
              <a:rPr lang="en-US" sz="1200" dirty="0">
                <a:solidFill>
                  <a:srgbClr val="A8D8EA"/>
                </a:solidFill>
                <a:latin typeface="Consolas" pitchFamily="34" charset="0"/>
                <a:ea typeface="Consolas" pitchFamily="34" charset="-122"/>
                <a:cs typeface="Consolas" pitchFamily="34" charset="-120"/>
              </a:rPr>
              <a:t>(0, 2, 3, 1)                 # (4, 64, 64, 3)  channel-last</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timesteps = [0, 250, 500, 750, 1000]             # 5 columns</a:t>
            </a:r>
          </a:p>
          <a:p>
            <a:endParaRPr lang="en-US" sz="1200" dirty="0">
              <a:solidFill>
                <a:srgbClr val="A8D8EA"/>
              </a:solidFill>
              <a:latin typeface="Consolas" pitchFamily="34" charset="0"/>
              <a:ea typeface="Consolas" pitchFamily="34" charset="-122"/>
              <a:cs typeface="Consolas" pitchFamily="34" charset="-120"/>
            </a:endParaRPr>
          </a:p>
          <a:p>
            <a:r>
              <a:rPr lang="en-US" sz="1200" dirty="0" err="1">
                <a:solidFill>
                  <a:srgbClr val="A8D8EA"/>
                </a:solidFill>
                <a:latin typeface="Consolas" pitchFamily="34" charset="0"/>
                <a:ea typeface="Consolas" pitchFamily="34" charset="-122"/>
                <a:cs typeface="Consolas" pitchFamily="34" charset="-120"/>
              </a:rPr>
              <a:t>plt.figure</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figsize</a:t>
            </a:r>
            <a:r>
              <a:rPr lang="en-US" sz="1200" dirty="0">
                <a:solidFill>
                  <a:srgbClr val="A8D8EA"/>
                </a:solidFill>
                <a:latin typeface="Consolas" pitchFamily="34" charset="0"/>
                <a:ea typeface="Consolas" pitchFamily="34" charset="-122"/>
                <a:cs typeface="Consolas" pitchFamily="34" charset="-120"/>
              </a:rPr>
              <a:t>=(10, 8), dpi=100)</a:t>
            </a:r>
          </a:p>
          <a:p>
            <a:r>
              <a:rPr lang="en-US" sz="1200" dirty="0">
                <a:solidFill>
                  <a:srgbClr val="A8D8EA"/>
                </a:solidFill>
                <a:latin typeface="Consolas" pitchFamily="34" charset="0"/>
                <a:ea typeface="Consolas" pitchFamily="34" charset="-122"/>
                <a:cs typeface="Consolas" pitchFamily="34" charset="-120"/>
              </a:rPr>
              <a:t>for row in range(4):                             # one row per image</a:t>
            </a: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img</a:t>
            </a:r>
            <a:r>
              <a:rPr lang="en-US" sz="1200" dirty="0">
                <a:solidFill>
                  <a:srgbClr val="A8D8EA"/>
                </a:solidFill>
                <a:latin typeface="Consolas" pitchFamily="34" charset="0"/>
                <a:ea typeface="Consolas" pitchFamily="34" charset="-122"/>
                <a:cs typeface="Consolas" pitchFamily="34" charset="-120"/>
              </a:rPr>
              <a:t> = </a:t>
            </a:r>
            <a:r>
              <a:rPr lang="en-US" sz="1200" dirty="0" err="1">
                <a:solidFill>
                  <a:srgbClr val="A8D8EA"/>
                </a:solidFill>
                <a:latin typeface="Consolas" pitchFamily="34" charset="0"/>
                <a:ea typeface="Consolas" pitchFamily="34" charset="-122"/>
                <a:cs typeface="Consolas" pitchFamily="34" charset="-120"/>
              </a:rPr>
              <a:t>imgs</a:t>
            </a:r>
            <a:r>
              <a:rPr lang="en-US" sz="1200" dirty="0">
                <a:solidFill>
                  <a:srgbClr val="A8D8EA"/>
                </a:solidFill>
                <a:latin typeface="Consolas" pitchFamily="34" charset="0"/>
                <a:ea typeface="Consolas" pitchFamily="34" charset="-122"/>
                <a:cs typeface="Consolas" pitchFamily="34" charset="-120"/>
              </a:rPr>
              <a:t>[row]                              # (64, 64, 3)</a:t>
            </a:r>
          </a:p>
          <a:p>
            <a:r>
              <a:rPr lang="en-US" sz="1200" dirty="0">
                <a:solidFill>
                  <a:srgbClr val="A8D8EA"/>
                </a:solidFill>
                <a:latin typeface="Consolas" pitchFamily="34" charset="0"/>
                <a:ea typeface="Consolas" pitchFamily="34" charset="-122"/>
                <a:cs typeface="Consolas" pitchFamily="34" charset="-120"/>
              </a:rPr>
              <a:t>    for col, t in enumerate(timesteps):          # one col per timestep</a:t>
            </a: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subplot_idx</a:t>
            </a:r>
            <a:r>
              <a:rPr lang="en-US" sz="1200" dirty="0">
                <a:solidFill>
                  <a:srgbClr val="A8D8EA"/>
                </a:solidFill>
                <a:latin typeface="Consolas" pitchFamily="34" charset="0"/>
                <a:ea typeface="Consolas" pitchFamily="34" charset="-122"/>
                <a:cs typeface="Consolas" pitchFamily="34" charset="-120"/>
              </a:rPr>
              <a:t> = row * 5 + col + 1          # 1-based index</a:t>
            </a: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plt.subplot</a:t>
            </a:r>
            <a:r>
              <a:rPr lang="en-US" sz="1200" dirty="0">
                <a:solidFill>
                  <a:srgbClr val="A8D8EA"/>
                </a:solidFill>
                <a:latin typeface="Consolas" pitchFamily="34" charset="0"/>
                <a:ea typeface="Consolas" pitchFamily="34" charset="-122"/>
                <a:cs typeface="Consolas" pitchFamily="34" charset="-120"/>
              </a:rPr>
              <a:t>(4, 5, </a:t>
            </a:r>
            <a:r>
              <a:rPr lang="en-US" sz="1200" dirty="0" err="1">
                <a:solidFill>
                  <a:srgbClr val="A8D8EA"/>
                </a:solidFill>
                <a:latin typeface="Consolas" pitchFamily="34" charset="0"/>
                <a:ea typeface="Consolas" pitchFamily="34" charset="-122"/>
                <a:cs typeface="Consolas" pitchFamily="34" charset="-120"/>
              </a:rPr>
              <a:t>subplot_idx</a:t>
            </a:r>
            <a:r>
              <a:rPr lang="en-US" sz="1200" dirty="0">
                <a:solidFill>
                  <a:srgbClr val="A8D8EA"/>
                </a:solidFill>
                <a:latin typeface="Consolas" pitchFamily="34" charset="0"/>
                <a:ea typeface="Consolas" pitchFamily="34" charset="-122"/>
                <a:cs typeface="Consolas" pitchFamily="34" charset="-120"/>
              </a:rPr>
              <a:t>)</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if t == 0:</a:t>
            </a:r>
          </a:p>
          <a:p>
            <a:r>
              <a:rPr lang="en-US" sz="1200" dirty="0">
                <a:solidFill>
                  <a:srgbClr val="A8D8EA"/>
                </a:solidFill>
                <a:latin typeface="Consolas" pitchFamily="34" charset="0"/>
                <a:ea typeface="Consolas" pitchFamily="34" charset="-122"/>
                <a:cs typeface="Consolas" pitchFamily="34" charset="-120"/>
              </a:rPr>
              <a:t>            # t=0: show the original clean image</a:t>
            </a:r>
          </a:p>
          <a:p>
            <a:r>
              <a:rPr lang="en-US" sz="1200" dirty="0">
                <a:solidFill>
                  <a:srgbClr val="A8D8EA"/>
                </a:solidFill>
                <a:latin typeface="Consolas" pitchFamily="34" charset="0"/>
                <a:ea typeface="Consolas" pitchFamily="34" charset="-122"/>
                <a:cs typeface="Consolas" pitchFamily="34" charset="-120"/>
              </a:rPr>
              <a:t>            noisy = </a:t>
            </a:r>
            <a:r>
              <a:rPr lang="en-US" sz="1200" dirty="0" err="1">
                <a:solidFill>
                  <a:srgbClr val="A8D8EA"/>
                </a:solidFill>
                <a:latin typeface="Consolas" pitchFamily="34" charset="0"/>
                <a:ea typeface="Consolas" pitchFamily="34" charset="-122"/>
                <a:cs typeface="Consolas" pitchFamily="34" charset="-120"/>
              </a:rPr>
              <a:t>img</a:t>
            </a:r>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else:</a:t>
            </a:r>
          </a:p>
          <a:p>
            <a:r>
              <a:rPr lang="en-US" sz="1200" dirty="0">
                <a:solidFill>
                  <a:srgbClr val="A8D8EA"/>
                </a:solidFill>
                <a:latin typeface="Consolas" pitchFamily="34" charset="0"/>
                <a:ea typeface="Consolas" pitchFamily="34" charset="-122"/>
                <a:cs typeface="Consolas" pitchFamily="34" charset="-120"/>
              </a:rPr>
              <a:t>            noisy = </a:t>
            </a:r>
            <a:r>
              <a:rPr lang="en-US" sz="1200" dirty="0" err="1">
                <a:solidFill>
                  <a:srgbClr val="A8D8EA"/>
                </a:solidFill>
                <a:latin typeface="Consolas" pitchFamily="34" charset="0"/>
                <a:ea typeface="Consolas" pitchFamily="34" charset="-122"/>
                <a:cs typeface="Consolas" pitchFamily="34" charset="-120"/>
              </a:rPr>
              <a:t>noise_scheduler.add_noise</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img</a:t>
            </a:r>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torch.randn</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img.shape</a:t>
            </a:r>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torch.tensor</a:t>
            </a:r>
            <a:r>
              <a:rPr lang="en-US" sz="1200" dirty="0">
                <a:solidFill>
                  <a:srgbClr val="A8D8EA"/>
                </a:solidFill>
                <a:latin typeface="Consolas" pitchFamily="34" charset="0"/>
                <a:ea typeface="Consolas" pitchFamily="34" charset="-122"/>
                <a:cs typeface="Consolas" pitchFamily="34" charset="-120"/>
              </a:rPr>
              <a:t>([t - 1]).long())</a:t>
            </a:r>
          </a:p>
          <a:p>
            <a:endParaRPr lang="en-US" sz="1200" dirty="0">
              <a:solidFill>
                <a:srgbClr val="A8D8EA"/>
              </a:solidFill>
              <a:latin typeface="Consolas" pitchFamily="34" charset="0"/>
              <a:ea typeface="Consolas" pitchFamily="34" charset="-122"/>
              <a:cs typeface="Consolas" pitchFamily="34" charset="-120"/>
            </a:endParaRP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plt.imshow</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torch.clip</a:t>
            </a:r>
            <a:r>
              <a:rPr lang="en-US" sz="1200" dirty="0">
                <a:solidFill>
                  <a:srgbClr val="A8D8EA"/>
                </a:solidFill>
                <a:latin typeface="Consolas" pitchFamily="34" charset="0"/>
                <a:ea typeface="Consolas" pitchFamily="34" charset="-122"/>
                <a:cs typeface="Consolas" pitchFamily="34" charset="-120"/>
              </a:rPr>
              <a:t>(noisy, 0, 1))</a:t>
            </a: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plt.axis</a:t>
            </a:r>
            <a:r>
              <a:rPr lang="en-US" sz="1200" dirty="0">
                <a:solidFill>
                  <a:srgbClr val="A8D8EA"/>
                </a:solidFill>
                <a:latin typeface="Consolas" pitchFamily="34" charset="0"/>
                <a:ea typeface="Consolas" pitchFamily="34" charset="-122"/>
                <a:cs typeface="Consolas" pitchFamily="34" charset="-120"/>
              </a:rPr>
              <a:t>("off")</a:t>
            </a:r>
          </a:p>
          <a:p>
            <a:r>
              <a:rPr lang="en-US" sz="1200" dirty="0">
                <a:solidFill>
                  <a:srgbClr val="A8D8EA"/>
                </a:solidFill>
                <a:latin typeface="Consolas" pitchFamily="34" charset="0"/>
                <a:ea typeface="Consolas" pitchFamily="34" charset="-122"/>
                <a:cs typeface="Consolas" pitchFamily="34" charset="-120"/>
              </a:rPr>
              <a:t>        if row == 0:</a:t>
            </a:r>
          </a:p>
          <a:p>
            <a:r>
              <a:rPr lang="en-US" sz="1200" dirty="0">
                <a:solidFill>
                  <a:srgbClr val="A8D8EA"/>
                </a:solidFill>
                <a:latin typeface="Consolas" pitchFamily="34" charset="0"/>
                <a:ea typeface="Consolas" pitchFamily="34" charset="-122"/>
                <a:cs typeface="Consolas" pitchFamily="34" charset="-120"/>
              </a:rPr>
              <a:t>            </a:t>
            </a:r>
            <a:r>
              <a:rPr lang="en-US" sz="1200" dirty="0" err="1">
                <a:solidFill>
                  <a:srgbClr val="A8D8EA"/>
                </a:solidFill>
                <a:latin typeface="Consolas" pitchFamily="34" charset="0"/>
                <a:ea typeface="Consolas" pitchFamily="34" charset="-122"/>
                <a:cs typeface="Consolas" pitchFamily="34" charset="-120"/>
              </a:rPr>
              <a:t>plt.title</a:t>
            </a:r>
            <a:r>
              <a:rPr lang="en-US" sz="1200" dirty="0">
                <a:solidFill>
                  <a:srgbClr val="A8D8EA"/>
                </a:solidFill>
                <a:latin typeface="Consolas" pitchFamily="34" charset="0"/>
                <a:ea typeface="Consolas" pitchFamily="34" charset="-122"/>
                <a:cs typeface="Consolas" pitchFamily="34" charset="-120"/>
              </a:rPr>
              <a:t>(</a:t>
            </a:r>
            <a:r>
              <a:rPr lang="en-US" sz="1200" dirty="0" err="1">
                <a:solidFill>
                  <a:srgbClr val="A8D8EA"/>
                </a:solidFill>
                <a:latin typeface="Consolas" pitchFamily="34" charset="0"/>
                <a:ea typeface="Consolas" pitchFamily="34" charset="-122"/>
                <a:cs typeface="Consolas" pitchFamily="34" charset="-120"/>
              </a:rPr>
              <a:t>f"t</a:t>
            </a:r>
            <a:r>
              <a:rPr lang="en-US" sz="1200" dirty="0">
                <a:solidFill>
                  <a:srgbClr val="A8D8EA"/>
                </a:solidFill>
                <a:latin typeface="Consolas" pitchFamily="34" charset="0"/>
                <a:ea typeface="Consolas" pitchFamily="34" charset="-122"/>
                <a:cs typeface="Consolas" pitchFamily="34" charset="-120"/>
              </a:rPr>
              <a:t>={t}", </a:t>
            </a:r>
            <a:r>
              <a:rPr lang="en-US" sz="1200" dirty="0" err="1">
                <a:solidFill>
                  <a:srgbClr val="A8D8EA"/>
                </a:solidFill>
                <a:latin typeface="Consolas" pitchFamily="34" charset="0"/>
                <a:ea typeface="Consolas" pitchFamily="34" charset="-122"/>
                <a:cs typeface="Consolas" pitchFamily="34" charset="-120"/>
              </a:rPr>
              <a:t>fontsize</a:t>
            </a:r>
            <a:r>
              <a:rPr lang="en-US" sz="1200" dirty="0">
                <a:solidFill>
                  <a:srgbClr val="A8D8EA"/>
                </a:solidFill>
                <a:latin typeface="Consolas" pitchFamily="34" charset="0"/>
                <a:ea typeface="Consolas" pitchFamily="34" charset="-122"/>
                <a:cs typeface="Consolas" pitchFamily="34" charset="-120"/>
              </a:rPr>
              <a:t>=10)     # label columns on top row only</a:t>
            </a:r>
          </a:p>
          <a:p>
            <a:r>
              <a:rPr lang="en-US" sz="1200" dirty="0" err="1">
                <a:solidFill>
                  <a:srgbClr val="A8D8EA"/>
                </a:solidFill>
                <a:latin typeface="Consolas" pitchFamily="34" charset="0"/>
                <a:ea typeface="Consolas" pitchFamily="34" charset="-122"/>
                <a:cs typeface="Consolas" pitchFamily="34" charset="-120"/>
              </a:rPr>
              <a:t>plt.tight_layout</a:t>
            </a:r>
            <a:r>
              <a:rPr lang="en-US" sz="1200" dirty="0">
                <a:solidFill>
                  <a:srgbClr val="A8D8EA"/>
                </a:solidFill>
                <a:latin typeface="Consolas" pitchFamily="34" charset="0"/>
                <a:ea typeface="Consolas" pitchFamily="34" charset="-122"/>
                <a:cs typeface="Consolas" pitchFamily="34" charset="-120"/>
              </a:rPr>
              <a:t>()</a:t>
            </a:r>
          </a:p>
          <a:p>
            <a:r>
              <a:rPr lang="en-US" sz="1200" dirty="0" err="1">
                <a:solidFill>
                  <a:srgbClr val="A8D8EA"/>
                </a:solidFill>
                <a:latin typeface="Consolas" pitchFamily="34" charset="0"/>
                <a:ea typeface="Consolas" pitchFamily="34" charset="-122"/>
                <a:cs typeface="Consolas" pitchFamily="34" charset="-120"/>
              </a:rPr>
              <a:t>plt.show</a:t>
            </a:r>
            <a:r>
              <a:rPr lang="en-US" sz="1200" dirty="0">
                <a:solidFill>
                  <a:srgbClr val="A8D8EA"/>
                </a:solidFill>
                <a:latin typeface="Consolas" pitchFamily="34" charset="0"/>
                <a:ea typeface="Consolas" pitchFamily="34" charset="-122"/>
                <a:cs typeface="Consolas" pitchFamily="34" charset="-120"/>
              </a:rPr>
              <a:t>()</a:t>
            </a:r>
          </a:p>
          <a:p>
            <a:endParaRPr lang="en-US" sz="1200" dirty="0"/>
          </a:p>
        </p:txBody>
      </p:sp>
    </p:spTree>
    <p:extLst>
      <p:ext uri="{BB962C8B-B14F-4D97-AF65-F5344CB8AC3E}">
        <p14:creationId xmlns:p14="http://schemas.microsoft.com/office/powerpoint/2010/main" val="3612128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B4ED3-6A5A-E07B-2909-3BD11677C32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4F5D24-D2FE-96EC-AABF-05B498BBDDEA}"/>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B5452F9C-63DC-C4BA-7275-C4A85DE0718E}"/>
              </a:ext>
            </a:extLst>
          </p:cNvPr>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a:extLst>
              <a:ext uri="{FF2B5EF4-FFF2-40B4-BE49-F238E27FC236}">
                <a16:creationId xmlns:a16="http://schemas.microsoft.com/office/drawing/2014/main" id="{A5C09333-2A8C-01B1-8EFB-D4CFD9033BC3}"/>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2</a:t>
            </a:r>
            <a:endParaRPr lang="en-US" sz="1467" dirty="0"/>
          </a:p>
        </p:txBody>
      </p:sp>
      <p:sp>
        <p:nvSpPr>
          <p:cNvPr id="5" name="Text 3">
            <a:extLst>
              <a:ext uri="{FF2B5EF4-FFF2-40B4-BE49-F238E27FC236}">
                <a16:creationId xmlns:a16="http://schemas.microsoft.com/office/drawing/2014/main" id="{E46ED242-C5F7-8052-3137-2B9059A2C1F3}"/>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Forward diffusion grid (4×5)</a:t>
            </a:r>
          </a:p>
        </p:txBody>
      </p:sp>
      <p:sp>
        <p:nvSpPr>
          <p:cNvPr id="6" name="Shape 4">
            <a:extLst>
              <a:ext uri="{FF2B5EF4-FFF2-40B4-BE49-F238E27FC236}">
                <a16:creationId xmlns:a16="http://schemas.microsoft.com/office/drawing/2014/main" id="{F67FA748-CF5C-9126-3B96-F1D10534EB87}"/>
              </a:ext>
            </a:extLst>
          </p:cNvPr>
          <p:cNvSpPr/>
          <p:nvPr/>
        </p:nvSpPr>
        <p:spPr>
          <a:xfrm>
            <a:off x="487680" y="926592"/>
            <a:ext cx="11216640" cy="536448"/>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C4E22979-BE12-5BA7-4846-F2D398F4FFE7}"/>
              </a:ext>
            </a:extLst>
          </p:cNvPr>
          <p:cNvSpPr/>
          <p:nvPr/>
        </p:nvSpPr>
        <p:spPr>
          <a:xfrm>
            <a:off x="658368" y="1039368"/>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Modify the code for applying forward diffusion to flower images. Use four images from the training set to generate images in time steps  0 ,  250 ,  500 ,  750 , and  1,000 . Plot them in a  4×5  grid.</a:t>
            </a:r>
          </a:p>
          <a:p>
            <a:endParaRPr lang="en-US" sz="1333" dirty="0"/>
          </a:p>
        </p:txBody>
      </p:sp>
      <p:sp>
        <p:nvSpPr>
          <p:cNvPr id="10" name="Shape 6">
            <a:extLst>
              <a:ext uri="{FF2B5EF4-FFF2-40B4-BE49-F238E27FC236}">
                <a16:creationId xmlns:a16="http://schemas.microsoft.com/office/drawing/2014/main" id="{36EC3E5D-2D85-F092-B3DE-E9C85A1CE68F}"/>
              </a:ext>
            </a:extLst>
          </p:cNvPr>
          <p:cNvSpPr/>
          <p:nvPr/>
        </p:nvSpPr>
        <p:spPr>
          <a:xfrm>
            <a:off x="365760" y="2161032"/>
            <a:ext cx="5486400" cy="463296"/>
          </a:xfrm>
          <a:prstGeom prst="rect">
            <a:avLst/>
          </a:prstGeom>
          <a:solidFill>
            <a:srgbClr val="1F5BAD"/>
          </a:solidFill>
          <a:ln w="12700">
            <a:solidFill>
              <a:srgbClr val="1F5BAD"/>
            </a:solidFill>
            <a:prstDash val="solid"/>
          </a:ln>
        </p:spPr>
      </p:sp>
      <p:sp>
        <p:nvSpPr>
          <p:cNvPr id="12" name="Text 7">
            <a:extLst>
              <a:ext uri="{FF2B5EF4-FFF2-40B4-BE49-F238E27FC236}">
                <a16:creationId xmlns:a16="http://schemas.microsoft.com/office/drawing/2014/main" id="{7D504898-EAF4-3B10-B822-4888D6EA9C69}"/>
              </a:ext>
            </a:extLst>
          </p:cNvPr>
          <p:cNvSpPr/>
          <p:nvPr/>
        </p:nvSpPr>
        <p:spPr>
          <a:xfrm>
            <a:off x="365760" y="2161032"/>
            <a:ext cx="5486400" cy="463296"/>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Lab code (original)</a:t>
            </a:r>
            <a:endParaRPr lang="en-US" sz="1600" dirty="0"/>
          </a:p>
        </p:txBody>
      </p:sp>
      <p:sp>
        <p:nvSpPr>
          <p:cNvPr id="13" name="Shape 8">
            <a:extLst>
              <a:ext uri="{FF2B5EF4-FFF2-40B4-BE49-F238E27FC236}">
                <a16:creationId xmlns:a16="http://schemas.microsoft.com/office/drawing/2014/main" id="{C9BDF7C3-97E0-6E30-DDF0-1AC769C8B334}"/>
              </a:ext>
            </a:extLst>
          </p:cNvPr>
          <p:cNvSpPr/>
          <p:nvPr/>
        </p:nvSpPr>
        <p:spPr>
          <a:xfrm>
            <a:off x="6217920" y="2161032"/>
            <a:ext cx="5486400" cy="463296"/>
          </a:xfrm>
          <a:prstGeom prst="rect">
            <a:avLst/>
          </a:prstGeom>
          <a:solidFill>
            <a:srgbClr val="1B6B60"/>
          </a:solidFill>
          <a:ln w="12700">
            <a:solidFill>
              <a:srgbClr val="1B6B60"/>
            </a:solidFill>
            <a:prstDash val="solid"/>
          </a:ln>
        </p:spPr>
      </p:sp>
      <p:sp>
        <p:nvSpPr>
          <p:cNvPr id="14" name="Text 9">
            <a:extLst>
              <a:ext uri="{FF2B5EF4-FFF2-40B4-BE49-F238E27FC236}">
                <a16:creationId xmlns:a16="http://schemas.microsoft.com/office/drawing/2014/main" id="{1807D629-F022-F7CD-4C80-0877C5AC4D14}"/>
              </a:ext>
            </a:extLst>
          </p:cNvPr>
          <p:cNvSpPr/>
          <p:nvPr/>
        </p:nvSpPr>
        <p:spPr>
          <a:xfrm>
            <a:off x="6217920" y="2161032"/>
            <a:ext cx="5486400" cy="463296"/>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Exercise 2 (modified)</a:t>
            </a:r>
            <a:endParaRPr lang="en-US" sz="1600" dirty="0"/>
          </a:p>
        </p:txBody>
      </p:sp>
      <p:sp>
        <p:nvSpPr>
          <p:cNvPr id="15" name="Shape 10">
            <a:extLst>
              <a:ext uri="{FF2B5EF4-FFF2-40B4-BE49-F238E27FC236}">
                <a16:creationId xmlns:a16="http://schemas.microsoft.com/office/drawing/2014/main" id="{D6EB9E21-AC44-5F52-5208-C681EB63A8C0}"/>
              </a:ext>
            </a:extLst>
          </p:cNvPr>
          <p:cNvSpPr/>
          <p:nvPr/>
        </p:nvSpPr>
        <p:spPr>
          <a:xfrm>
            <a:off x="365760" y="2721864"/>
            <a:ext cx="1584960" cy="560832"/>
          </a:xfrm>
          <a:prstGeom prst="rect">
            <a:avLst/>
          </a:prstGeom>
          <a:solidFill>
            <a:srgbClr val="1A3A6B"/>
          </a:solidFill>
          <a:ln w="12700">
            <a:solidFill>
              <a:srgbClr val="CCCCCC"/>
            </a:solidFill>
            <a:prstDash val="solid"/>
          </a:ln>
        </p:spPr>
      </p:sp>
      <p:sp>
        <p:nvSpPr>
          <p:cNvPr id="16" name="Text 11">
            <a:extLst>
              <a:ext uri="{FF2B5EF4-FFF2-40B4-BE49-F238E27FC236}">
                <a16:creationId xmlns:a16="http://schemas.microsoft.com/office/drawing/2014/main" id="{02F4D2F7-946A-0D12-9704-2D8CCF5B29A7}"/>
              </a:ext>
            </a:extLst>
          </p:cNvPr>
          <p:cNvSpPr/>
          <p:nvPr/>
        </p:nvSpPr>
        <p:spPr>
          <a:xfrm>
            <a:off x="365760" y="2721864"/>
            <a:ext cx="1584960" cy="560832"/>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Timesteps</a:t>
            </a:r>
            <a:endParaRPr lang="en-US" sz="1333" dirty="0"/>
          </a:p>
        </p:txBody>
      </p:sp>
      <p:sp>
        <p:nvSpPr>
          <p:cNvPr id="17" name="Shape 12">
            <a:extLst>
              <a:ext uri="{FF2B5EF4-FFF2-40B4-BE49-F238E27FC236}">
                <a16:creationId xmlns:a16="http://schemas.microsoft.com/office/drawing/2014/main" id="{BF8A409E-47EC-080F-DD59-5AF84EFB1152}"/>
              </a:ext>
            </a:extLst>
          </p:cNvPr>
          <p:cNvSpPr/>
          <p:nvPr/>
        </p:nvSpPr>
        <p:spPr>
          <a:xfrm>
            <a:off x="1987296" y="2721864"/>
            <a:ext cx="3925824" cy="560832"/>
          </a:xfrm>
          <a:prstGeom prst="rect">
            <a:avLst/>
          </a:prstGeom>
          <a:solidFill>
            <a:srgbClr val="EEF3FB"/>
          </a:solidFill>
          <a:ln w="12700">
            <a:solidFill>
              <a:srgbClr val="CCCCCC"/>
            </a:solidFill>
            <a:prstDash val="solid"/>
          </a:ln>
        </p:spPr>
      </p:sp>
      <p:sp>
        <p:nvSpPr>
          <p:cNvPr id="18" name="Text 13">
            <a:extLst>
              <a:ext uri="{FF2B5EF4-FFF2-40B4-BE49-F238E27FC236}">
                <a16:creationId xmlns:a16="http://schemas.microsoft.com/office/drawing/2014/main" id="{6A4BEA21-4AFD-CE31-4ACD-A0C99D41EEBF}"/>
              </a:ext>
            </a:extLst>
          </p:cNvPr>
          <p:cNvSpPr/>
          <p:nvPr/>
        </p:nvSpPr>
        <p:spPr>
          <a:xfrm>
            <a:off x="2109216" y="2721864"/>
            <a:ext cx="3681984"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200, 400, 600, 800, 1000</a:t>
            </a:r>
            <a:endParaRPr lang="en-US" sz="1400" dirty="0"/>
          </a:p>
        </p:txBody>
      </p:sp>
      <p:sp>
        <p:nvSpPr>
          <p:cNvPr id="19" name="Shape 14">
            <a:extLst>
              <a:ext uri="{FF2B5EF4-FFF2-40B4-BE49-F238E27FC236}">
                <a16:creationId xmlns:a16="http://schemas.microsoft.com/office/drawing/2014/main" id="{8A824123-5978-D0FF-1B5A-A2C0F094B4BF}"/>
              </a:ext>
            </a:extLst>
          </p:cNvPr>
          <p:cNvSpPr/>
          <p:nvPr/>
        </p:nvSpPr>
        <p:spPr>
          <a:xfrm>
            <a:off x="6217920" y="2721864"/>
            <a:ext cx="5486400" cy="560832"/>
          </a:xfrm>
          <a:prstGeom prst="rect">
            <a:avLst/>
          </a:prstGeom>
          <a:solidFill>
            <a:srgbClr val="D0EDE8"/>
          </a:solidFill>
          <a:ln w="12700">
            <a:solidFill>
              <a:srgbClr val="CCCCCC"/>
            </a:solidFill>
            <a:prstDash val="solid"/>
          </a:ln>
        </p:spPr>
      </p:sp>
      <p:sp>
        <p:nvSpPr>
          <p:cNvPr id="20" name="Text 15">
            <a:extLst>
              <a:ext uri="{FF2B5EF4-FFF2-40B4-BE49-F238E27FC236}">
                <a16:creationId xmlns:a16="http://schemas.microsoft.com/office/drawing/2014/main" id="{C9293FDB-8AE0-72DD-C615-DCA6AD2CFA25}"/>
              </a:ext>
            </a:extLst>
          </p:cNvPr>
          <p:cNvSpPr/>
          <p:nvPr/>
        </p:nvSpPr>
        <p:spPr>
          <a:xfrm>
            <a:off x="6339840" y="2721864"/>
            <a:ext cx="5242560"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0 (clean), 250, 500, 750, 1000</a:t>
            </a:r>
            <a:endParaRPr lang="en-US" sz="1400" dirty="0"/>
          </a:p>
        </p:txBody>
      </p:sp>
      <p:sp>
        <p:nvSpPr>
          <p:cNvPr id="21" name="Shape 16">
            <a:extLst>
              <a:ext uri="{FF2B5EF4-FFF2-40B4-BE49-F238E27FC236}">
                <a16:creationId xmlns:a16="http://schemas.microsoft.com/office/drawing/2014/main" id="{3524678B-1682-0411-37CD-145287DB5A18}"/>
              </a:ext>
            </a:extLst>
          </p:cNvPr>
          <p:cNvSpPr/>
          <p:nvPr/>
        </p:nvSpPr>
        <p:spPr>
          <a:xfrm>
            <a:off x="365760" y="3355848"/>
            <a:ext cx="1584960" cy="560832"/>
          </a:xfrm>
          <a:prstGeom prst="rect">
            <a:avLst/>
          </a:prstGeom>
          <a:solidFill>
            <a:srgbClr val="1A3A6B"/>
          </a:solidFill>
          <a:ln w="12700">
            <a:solidFill>
              <a:srgbClr val="CCCCCC"/>
            </a:solidFill>
            <a:prstDash val="solid"/>
          </a:ln>
        </p:spPr>
      </p:sp>
      <p:sp>
        <p:nvSpPr>
          <p:cNvPr id="22" name="Text 17">
            <a:extLst>
              <a:ext uri="{FF2B5EF4-FFF2-40B4-BE49-F238E27FC236}">
                <a16:creationId xmlns:a16="http://schemas.microsoft.com/office/drawing/2014/main" id="{0E11C8D1-2A37-EBE1-3FDD-9AB478196BEE}"/>
              </a:ext>
            </a:extLst>
          </p:cNvPr>
          <p:cNvSpPr/>
          <p:nvPr/>
        </p:nvSpPr>
        <p:spPr>
          <a:xfrm>
            <a:off x="365760" y="3355848"/>
            <a:ext cx="1584960" cy="560832"/>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Grid shape</a:t>
            </a:r>
            <a:endParaRPr lang="en-US" sz="1333" dirty="0"/>
          </a:p>
        </p:txBody>
      </p:sp>
      <p:sp>
        <p:nvSpPr>
          <p:cNvPr id="23" name="Shape 18">
            <a:extLst>
              <a:ext uri="{FF2B5EF4-FFF2-40B4-BE49-F238E27FC236}">
                <a16:creationId xmlns:a16="http://schemas.microsoft.com/office/drawing/2014/main" id="{7596FEC4-8806-087A-24F9-58F7FE6F3181}"/>
              </a:ext>
            </a:extLst>
          </p:cNvPr>
          <p:cNvSpPr/>
          <p:nvPr/>
        </p:nvSpPr>
        <p:spPr>
          <a:xfrm>
            <a:off x="1987296" y="3355848"/>
            <a:ext cx="3925824" cy="560832"/>
          </a:xfrm>
          <a:prstGeom prst="rect">
            <a:avLst/>
          </a:prstGeom>
          <a:solidFill>
            <a:srgbClr val="FFFFFF"/>
          </a:solidFill>
          <a:ln w="12700">
            <a:solidFill>
              <a:srgbClr val="CCCCCC"/>
            </a:solidFill>
            <a:prstDash val="solid"/>
          </a:ln>
        </p:spPr>
      </p:sp>
      <p:sp>
        <p:nvSpPr>
          <p:cNvPr id="24" name="Text 19">
            <a:extLst>
              <a:ext uri="{FF2B5EF4-FFF2-40B4-BE49-F238E27FC236}">
                <a16:creationId xmlns:a16="http://schemas.microsoft.com/office/drawing/2014/main" id="{5201A700-6BFF-36F7-C205-656430201169}"/>
              </a:ext>
            </a:extLst>
          </p:cNvPr>
          <p:cNvSpPr/>
          <p:nvPr/>
        </p:nvSpPr>
        <p:spPr>
          <a:xfrm>
            <a:off x="2109216" y="3355848"/>
            <a:ext cx="3681984"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1×6  (1 row, 6 cols)</a:t>
            </a:r>
            <a:endParaRPr lang="en-US" sz="1400" dirty="0"/>
          </a:p>
        </p:txBody>
      </p:sp>
      <p:sp>
        <p:nvSpPr>
          <p:cNvPr id="25" name="Shape 20">
            <a:extLst>
              <a:ext uri="{FF2B5EF4-FFF2-40B4-BE49-F238E27FC236}">
                <a16:creationId xmlns:a16="http://schemas.microsoft.com/office/drawing/2014/main" id="{9DA03EC8-7641-B70F-5D76-D1795BE23AE8}"/>
              </a:ext>
            </a:extLst>
          </p:cNvPr>
          <p:cNvSpPr/>
          <p:nvPr/>
        </p:nvSpPr>
        <p:spPr>
          <a:xfrm>
            <a:off x="6217920" y="3355848"/>
            <a:ext cx="5486400" cy="560832"/>
          </a:xfrm>
          <a:prstGeom prst="rect">
            <a:avLst/>
          </a:prstGeom>
          <a:solidFill>
            <a:srgbClr val="FFFFFF"/>
          </a:solidFill>
          <a:ln w="12700">
            <a:solidFill>
              <a:srgbClr val="CCCCCC"/>
            </a:solidFill>
            <a:prstDash val="solid"/>
          </a:ln>
        </p:spPr>
      </p:sp>
      <p:sp>
        <p:nvSpPr>
          <p:cNvPr id="26" name="Text 21">
            <a:extLst>
              <a:ext uri="{FF2B5EF4-FFF2-40B4-BE49-F238E27FC236}">
                <a16:creationId xmlns:a16="http://schemas.microsoft.com/office/drawing/2014/main" id="{62D4897C-4A2C-6AAC-3CB4-FB8337906013}"/>
              </a:ext>
            </a:extLst>
          </p:cNvPr>
          <p:cNvSpPr/>
          <p:nvPr/>
        </p:nvSpPr>
        <p:spPr>
          <a:xfrm>
            <a:off x="6339840" y="3355848"/>
            <a:ext cx="5242560"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4×5  (4 rows, 5 cols)</a:t>
            </a:r>
            <a:endParaRPr lang="en-US" sz="1400" dirty="0"/>
          </a:p>
        </p:txBody>
      </p:sp>
      <p:sp>
        <p:nvSpPr>
          <p:cNvPr id="27" name="Shape 22">
            <a:extLst>
              <a:ext uri="{FF2B5EF4-FFF2-40B4-BE49-F238E27FC236}">
                <a16:creationId xmlns:a16="http://schemas.microsoft.com/office/drawing/2014/main" id="{525D946C-F481-A057-ED40-1A01BDEDC083}"/>
              </a:ext>
            </a:extLst>
          </p:cNvPr>
          <p:cNvSpPr/>
          <p:nvPr/>
        </p:nvSpPr>
        <p:spPr>
          <a:xfrm>
            <a:off x="365760" y="3989832"/>
            <a:ext cx="1584960" cy="560832"/>
          </a:xfrm>
          <a:prstGeom prst="rect">
            <a:avLst/>
          </a:prstGeom>
          <a:solidFill>
            <a:srgbClr val="1A3A6B"/>
          </a:solidFill>
          <a:ln w="12700">
            <a:solidFill>
              <a:srgbClr val="CCCCCC"/>
            </a:solidFill>
            <a:prstDash val="solid"/>
          </a:ln>
        </p:spPr>
      </p:sp>
      <p:sp>
        <p:nvSpPr>
          <p:cNvPr id="28" name="Text 23">
            <a:extLst>
              <a:ext uri="{FF2B5EF4-FFF2-40B4-BE49-F238E27FC236}">
                <a16:creationId xmlns:a16="http://schemas.microsoft.com/office/drawing/2014/main" id="{0711274E-0DC4-2FB2-35D3-D71A683BBF5B}"/>
              </a:ext>
            </a:extLst>
          </p:cNvPr>
          <p:cNvSpPr/>
          <p:nvPr/>
        </p:nvSpPr>
        <p:spPr>
          <a:xfrm>
            <a:off x="365760" y="3989832"/>
            <a:ext cx="1584960" cy="560832"/>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Images</a:t>
            </a:r>
            <a:endParaRPr lang="en-US" sz="1333" dirty="0"/>
          </a:p>
        </p:txBody>
      </p:sp>
      <p:sp>
        <p:nvSpPr>
          <p:cNvPr id="29" name="Shape 24">
            <a:extLst>
              <a:ext uri="{FF2B5EF4-FFF2-40B4-BE49-F238E27FC236}">
                <a16:creationId xmlns:a16="http://schemas.microsoft.com/office/drawing/2014/main" id="{6FBA715C-F7F2-1BBA-F7C0-F5D4F119C26C}"/>
              </a:ext>
            </a:extLst>
          </p:cNvPr>
          <p:cNvSpPr/>
          <p:nvPr/>
        </p:nvSpPr>
        <p:spPr>
          <a:xfrm>
            <a:off x="1987296" y="3989832"/>
            <a:ext cx="3925824" cy="560832"/>
          </a:xfrm>
          <a:prstGeom prst="rect">
            <a:avLst/>
          </a:prstGeom>
          <a:solidFill>
            <a:srgbClr val="EEF3FB"/>
          </a:solidFill>
          <a:ln w="12700">
            <a:solidFill>
              <a:srgbClr val="CCCCCC"/>
            </a:solidFill>
            <a:prstDash val="solid"/>
          </a:ln>
        </p:spPr>
      </p:sp>
      <p:sp>
        <p:nvSpPr>
          <p:cNvPr id="30" name="Text 25">
            <a:extLst>
              <a:ext uri="{FF2B5EF4-FFF2-40B4-BE49-F238E27FC236}">
                <a16:creationId xmlns:a16="http://schemas.microsoft.com/office/drawing/2014/main" id="{26AF350F-E031-DED1-3283-DF26B692EDF2}"/>
              </a:ext>
            </a:extLst>
          </p:cNvPr>
          <p:cNvSpPr/>
          <p:nvPr/>
        </p:nvSpPr>
        <p:spPr>
          <a:xfrm>
            <a:off x="2109216" y="3989832"/>
            <a:ext cx="3681984"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1 composite image (4 stacked)</a:t>
            </a:r>
            <a:endParaRPr lang="en-US" sz="1400" dirty="0"/>
          </a:p>
        </p:txBody>
      </p:sp>
      <p:sp>
        <p:nvSpPr>
          <p:cNvPr id="31" name="Shape 26">
            <a:extLst>
              <a:ext uri="{FF2B5EF4-FFF2-40B4-BE49-F238E27FC236}">
                <a16:creationId xmlns:a16="http://schemas.microsoft.com/office/drawing/2014/main" id="{98849BC0-6FFA-52AF-FA23-680DB84E07E0}"/>
              </a:ext>
            </a:extLst>
          </p:cNvPr>
          <p:cNvSpPr/>
          <p:nvPr/>
        </p:nvSpPr>
        <p:spPr>
          <a:xfrm>
            <a:off x="6217920" y="3989832"/>
            <a:ext cx="5486400" cy="560832"/>
          </a:xfrm>
          <a:prstGeom prst="rect">
            <a:avLst/>
          </a:prstGeom>
          <a:solidFill>
            <a:srgbClr val="D0EDE8"/>
          </a:solidFill>
          <a:ln w="12700">
            <a:solidFill>
              <a:srgbClr val="CCCCCC"/>
            </a:solidFill>
            <a:prstDash val="solid"/>
          </a:ln>
        </p:spPr>
      </p:sp>
      <p:sp>
        <p:nvSpPr>
          <p:cNvPr id="32" name="Text 27">
            <a:extLst>
              <a:ext uri="{FF2B5EF4-FFF2-40B4-BE49-F238E27FC236}">
                <a16:creationId xmlns:a16="http://schemas.microsoft.com/office/drawing/2014/main" id="{B4E8858E-E4B6-6876-A45E-543527CB2EE4}"/>
              </a:ext>
            </a:extLst>
          </p:cNvPr>
          <p:cNvSpPr/>
          <p:nvPr/>
        </p:nvSpPr>
        <p:spPr>
          <a:xfrm>
            <a:off x="6339840" y="3989832"/>
            <a:ext cx="5242560"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4 separate images (one per row)</a:t>
            </a:r>
            <a:endParaRPr lang="en-US" sz="1400" dirty="0"/>
          </a:p>
        </p:txBody>
      </p:sp>
      <p:sp>
        <p:nvSpPr>
          <p:cNvPr id="33" name="Shape 28">
            <a:extLst>
              <a:ext uri="{FF2B5EF4-FFF2-40B4-BE49-F238E27FC236}">
                <a16:creationId xmlns:a16="http://schemas.microsoft.com/office/drawing/2014/main" id="{4DD825AF-92FA-0002-484B-64FBE3AB56AB}"/>
              </a:ext>
            </a:extLst>
          </p:cNvPr>
          <p:cNvSpPr/>
          <p:nvPr/>
        </p:nvSpPr>
        <p:spPr>
          <a:xfrm>
            <a:off x="365760" y="4623816"/>
            <a:ext cx="1584960" cy="560832"/>
          </a:xfrm>
          <a:prstGeom prst="rect">
            <a:avLst/>
          </a:prstGeom>
          <a:solidFill>
            <a:srgbClr val="1A3A6B"/>
          </a:solidFill>
          <a:ln w="12700">
            <a:solidFill>
              <a:srgbClr val="CCCCCC"/>
            </a:solidFill>
            <a:prstDash val="solid"/>
          </a:ln>
        </p:spPr>
      </p:sp>
      <p:sp>
        <p:nvSpPr>
          <p:cNvPr id="34" name="Text 29">
            <a:extLst>
              <a:ext uri="{FF2B5EF4-FFF2-40B4-BE49-F238E27FC236}">
                <a16:creationId xmlns:a16="http://schemas.microsoft.com/office/drawing/2014/main" id="{02629B3C-88AC-DEFF-B01D-B53151B1621D}"/>
              </a:ext>
            </a:extLst>
          </p:cNvPr>
          <p:cNvSpPr/>
          <p:nvPr/>
        </p:nvSpPr>
        <p:spPr>
          <a:xfrm>
            <a:off x="365760" y="4623816"/>
            <a:ext cx="1584960" cy="560832"/>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Index calc</a:t>
            </a:r>
            <a:endParaRPr lang="en-US" sz="1333" dirty="0"/>
          </a:p>
        </p:txBody>
      </p:sp>
      <p:sp>
        <p:nvSpPr>
          <p:cNvPr id="35" name="Shape 30">
            <a:extLst>
              <a:ext uri="{FF2B5EF4-FFF2-40B4-BE49-F238E27FC236}">
                <a16:creationId xmlns:a16="http://schemas.microsoft.com/office/drawing/2014/main" id="{0FCC1781-BEB9-657C-76B1-317539111399}"/>
              </a:ext>
            </a:extLst>
          </p:cNvPr>
          <p:cNvSpPr/>
          <p:nvPr/>
        </p:nvSpPr>
        <p:spPr>
          <a:xfrm>
            <a:off x="1987296" y="4623816"/>
            <a:ext cx="3925824" cy="560832"/>
          </a:xfrm>
          <a:prstGeom prst="rect">
            <a:avLst/>
          </a:prstGeom>
          <a:solidFill>
            <a:srgbClr val="FFFFFF"/>
          </a:solidFill>
          <a:ln w="12700">
            <a:solidFill>
              <a:srgbClr val="CCCCCC"/>
            </a:solidFill>
            <a:prstDash val="solid"/>
          </a:ln>
        </p:spPr>
      </p:sp>
      <p:sp>
        <p:nvSpPr>
          <p:cNvPr id="36" name="Text 31">
            <a:extLst>
              <a:ext uri="{FF2B5EF4-FFF2-40B4-BE49-F238E27FC236}">
                <a16:creationId xmlns:a16="http://schemas.microsoft.com/office/drawing/2014/main" id="{D15EB06B-91C0-6AC7-2AB6-8BC802462115}"/>
              </a:ext>
            </a:extLst>
          </p:cNvPr>
          <p:cNvSpPr/>
          <p:nvPr/>
        </p:nvSpPr>
        <p:spPr>
          <a:xfrm>
            <a:off x="2109216" y="4623816"/>
            <a:ext cx="3681984"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plt.subplot(1, 6, i+1)</a:t>
            </a:r>
            <a:endParaRPr lang="en-US" sz="1400" dirty="0"/>
          </a:p>
        </p:txBody>
      </p:sp>
      <p:sp>
        <p:nvSpPr>
          <p:cNvPr id="37" name="Shape 32">
            <a:extLst>
              <a:ext uri="{FF2B5EF4-FFF2-40B4-BE49-F238E27FC236}">
                <a16:creationId xmlns:a16="http://schemas.microsoft.com/office/drawing/2014/main" id="{329ADDBA-A660-8407-C64E-F87E25DF265F}"/>
              </a:ext>
            </a:extLst>
          </p:cNvPr>
          <p:cNvSpPr/>
          <p:nvPr/>
        </p:nvSpPr>
        <p:spPr>
          <a:xfrm>
            <a:off x="6217920" y="4623816"/>
            <a:ext cx="5486400" cy="560832"/>
          </a:xfrm>
          <a:prstGeom prst="rect">
            <a:avLst/>
          </a:prstGeom>
          <a:solidFill>
            <a:srgbClr val="FFFFFF"/>
          </a:solidFill>
          <a:ln w="12700">
            <a:solidFill>
              <a:srgbClr val="CCCCCC"/>
            </a:solidFill>
            <a:prstDash val="solid"/>
          </a:ln>
        </p:spPr>
      </p:sp>
      <p:sp>
        <p:nvSpPr>
          <p:cNvPr id="38" name="Text 33">
            <a:extLst>
              <a:ext uri="{FF2B5EF4-FFF2-40B4-BE49-F238E27FC236}">
                <a16:creationId xmlns:a16="http://schemas.microsoft.com/office/drawing/2014/main" id="{1AE2F4A9-06D3-0280-42E5-A7E9F27AD3F1}"/>
              </a:ext>
            </a:extLst>
          </p:cNvPr>
          <p:cNvSpPr/>
          <p:nvPr/>
        </p:nvSpPr>
        <p:spPr>
          <a:xfrm>
            <a:off x="6339840" y="4623816"/>
            <a:ext cx="5242560"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plt.subplot(4, 5, row*5 + col+1)</a:t>
            </a:r>
            <a:endParaRPr lang="en-US" sz="1400" dirty="0"/>
          </a:p>
        </p:txBody>
      </p:sp>
      <p:sp>
        <p:nvSpPr>
          <p:cNvPr id="39" name="Shape 34">
            <a:extLst>
              <a:ext uri="{FF2B5EF4-FFF2-40B4-BE49-F238E27FC236}">
                <a16:creationId xmlns:a16="http://schemas.microsoft.com/office/drawing/2014/main" id="{28565188-AE79-5A70-7909-0AD7B8E4B417}"/>
              </a:ext>
            </a:extLst>
          </p:cNvPr>
          <p:cNvSpPr/>
          <p:nvPr/>
        </p:nvSpPr>
        <p:spPr>
          <a:xfrm>
            <a:off x="365760" y="5257800"/>
            <a:ext cx="1584960" cy="560832"/>
          </a:xfrm>
          <a:prstGeom prst="rect">
            <a:avLst/>
          </a:prstGeom>
          <a:solidFill>
            <a:srgbClr val="1A3A6B"/>
          </a:solidFill>
          <a:ln w="12700">
            <a:solidFill>
              <a:srgbClr val="CCCCCC"/>
            </a:solidFill>
            <a:prstDash val="solid"/>
          </a:ln>
        </p:spPr>
      </p:sp>
      <p:sp>
        <p:nvSpPr>
          <p:cNvPr id="40" name="Text 35">
            <a:extLst>
              <a:ext uri="{FF2B5EF4-FFF2-40B4-BE49-F238E27FC236}">
                <a16:creationId xmlns:a16="http://schemas.microsoft.com/office/drawing/2014/main" id="{1145F623-F08A-C754-CA19-2FEA2359E554}"/>
              </a:ext>
            </a:extLst>
          </p:cNvPr>
          <p:cNvSpPr/>
          <p:nvPr/>
        </p:nvSpPr>
        <p:spPr>
          <a:xfrm>
            <a:off x="365760" y="5257800"/>
            <a:ext cx="1584960" cy="560832"/>
          </a:xfrm>
          <a:prstGeom prst="rect">
            <a:avLst/>
          </a:prstGeom>
          <a:noFill/>
          <a:ln/>
        </p:spPr>
        <p:txBody>
          <a:bodyPr wrap="square" rtlCol="0" anchor="ctr"/>
          <a:lstStyle/>
          <a:p>
            <a:pPr algn="ctr"/>
            <a:r>
              <a:rPr lang="en-US" sz="1333" b="1" dirty="0">
                <a:solidFill>
                  <a:srgbClr val="FFFFFF"/>
                </a:solidFill>
                <a:latin typeface="Calibri" pitchFamily="34" charset="0"/>
                <a:ea typeface="Calibri" pitchFamily="34" charset="-122"/>
                <a:cs typeface="Calibri" pitchFamily="34" charset="-120"/>
              </a:rPr>
              <a:t>t=0 column</a:t>
            </a:r>
            <a:endParaRPr lang="en-US" sz="1333" dirty="0"/>
          </a:p>
        </p:txBody>
      </p:sp>
      <p:sp>
        <p:nvSpPr>
          <p:cNvPr id="41" name="Shape 36">
            <a:extLst>
              <a:ext uri="{FF2B5EF4-FFF2-40B4-BE49-F238E27FC236}">
                <a16:creationId xmlns:a16="http://schemas.microsoft.com/office/drawing/2014/main" id="{A2284C7F-F79C-98B0-9355-EC9ACEF1F886}"/>
              </a:ext>
            </a:extLst>
          </p:cNvPr>
          <p:cNvSpPr/>
          <p:nvPr/>
        </p:nvSpPr>
        <p:spPr>
          <a:xfrm>
            <a:off x="1987296" y="5257800"/>
            <a:ext cx="3925824" cy="560832"/>
          </a:xfrm>
          <a:prstGeom prst="rect">
            <a:avLst/>
          </a:prstGeom>
          <a:solidFill>
            <a:srgbClr val="EEF3FB"/>
          </a:solidFill>
          <a:ln w="12700">
            <a:solidFill>
              <a:srgbClr val="CCCCCC"/>
            </a:solidFill>
            <a:prstDash val="solid"/>
          </a:ln>
        </p:spPr>
      </p:sp>
      <p:sp>
        <p:nvSpPr>
          <p:cNvPr id="42" name="Text 37">
            <a:extLst>
              <a:ext uri="{FF2B5EF4-FFF2-40B4-BE49-F238E27FC236}">
                <a16:creationId xmlns:a16="http://schemas.microsoft.com/office/drawing/2014/main" id="{9E2B3CD6-8434-DDB1-1E12-F38CCF2C3AAB}"/>
              </a:ext>
            </a:extLst>
          </p:cNvPr>
          <p:cNvSpPr/>
          <p:nvPr/>
        </p:nvSpPr>
        <p:spPr>
          <a:xfrm>
            <a:off x="2109216" y="5257800"/>
            <a:ext cx="3681984"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No t=0 — starts at t=200</a:t>
            </a:r>
            <a:endParaRPr lang="en-US" sz="1400" dirty="0"/>
          </a:p>
        </p:txBody>
      </p:sp>
      <p:sp>
        <p:nvSpPr>
          <p:cNvPr id="43" name="Shape 38">
            <a:extLst>
              <a:ext uri="{FF2B5EF4-FFF2-40B4-BE49-F238E27FC236}">
                <a16:creationId xmlns:a16="http://schemas.microsoft.com/office/drawing/2014/main" id="{0DE7D46C-6526-A796-AF66-3CC8841F3B1B}"/>
              </a:ext>
            </a:extLst>
          </p:cNvPr>
          <p:cNvSpPr/>
          <p:nvPr/>
        </p:nvSpPr>
        <p:spPr>
          <a:xfrm>
            <a:off x="6217920" y="5257800"/>
            <a:ext cx="5486400" cy="560832"/>
          </a:xfrm>
          <a:prstGeom prst="rect">
            <a:avLst/>
          </a:prstGeom>
          <a:solidFill>
            <a:srgbClr val="D0EDE8"/>
          </a:solidFill>
          <a:ln w="12700">
            <a:solidFill>
              <a:srgbClr val="CCCCCC"/>
            </a:solidFill>
            <a:prstDash val="solid"/>
          </a:ln>
        </p:spPr>
      </p:sp>
      <p:sp>
        <p:nvSpPr>
          <p:cNvPr id="44" name="Text 39">
            <a:extLst>
              <a:ext uri="{FF2B5EF4-FFF2-40B4-BE49-F238E27FC236}">
                <a16:creationId xmlns:a16="http://schemas.microsoft.com/office/drawing/2014/main" id="{469F0DAB-A8B8-EE86-BCFD-611402566158}"/>
              </a:ext>
            </a:extLst>
          </p:cNvPr>
          <p:cNvSpPr/>
          <p:nvPr/>
        </p:nvSpPr>
        <p:spPr>
          <a:xfrm>
            <a:off x="6339840" y="5257800"/>
            <a:ext cx="5242560" cy="560832"/>
          </a:xfrm>
          <a:prstGeom prst="rect">
            <a:avLst/>
          </a:prstGeom>
          <a:noFill/>
          <a:ln/>
        </p:spPr>
        <p:txBody>
          <a:bodyPr wrap="square" rtlCol="0" anchor="ctr"/>
          <a:lstStyle/>
          <a:p>
            <a:r>
              <a:rPr lang="en-US" sz="1400" dirty="0">
                <a:solidFill>
                  <a:srgbClr val="595959"/>
                </a:solidFill>
                <a:latin typeface="Calibri" pitchFamily="34" charset="0"/>
                <a:ea typeface="Calibri" pitchFamily="34" charset="-122"/>
                <a:cs typeface="Calibri" pitchFamily="34" charset="-120"/>
              </a:rPr>
              <a:t>First column = original clean image</a:t>
            </a:r>
            <a:endParaRPr lang="en-US" sz="1400" dirty="0"/>
          </a:p>
        </p:txBody>
      </p:sp>
    </p:spTree>
    <p:extLst>
      <p:ext uri="{BB962C8B-B14F-4D97-AF65-F5344CB8AC3E}">
        <p14:creationId xmlns:p14="http://schemas.microsoft.com/office/powerpoint/2010/main" val="39013146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72B18-B72B-9F34-7D33-B24A59D2582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1A7345C-4434-2B1B-FAEF-CE90F8C304F5}"/>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EA546E33-2A95-71C2-9D35-9D88F25D8590}"/>
              </a:ext>
            </a:extLst>
          </p:cNvPr>
          <p:cNvSpPr/>
          <p:nvPr/>
        </p:nvSpPr>
        <p:spPr>
          <a:xfrm>
            <a:off x="487680" y="170688"/>
            <a:ext cx="877824" cy="609600"/>
          </a:xfrm>
          <a:prstGeom prst="rect">
            <a:avLst/>
          </a:prstGeom>
          <a:solidFill>
            <a:srgbClr val="1565C0"/>
          </a:solidFill>
          <a:ln w="12700">
            <a:solidFill>
              <a:srgbClr val="1565C0"/>
            </a:solidFill>
            <a:prstDash val="solid"/>
          </a:ln>
        </p:spPr>
        <p:txBody>
          <a:bodyPr/>
          <a:lstStyle/>
          <a:p>
            <a:endParaRPr lang="ro-RO" dirty="0"/>
          </a:p>
        </p:txBody>
      </p:sp>
      <p:sp>
        <p:nvSpPr>
          <p:cNvPr id="4" name="Text 2">
            <a:extLst>
              <a:ext uri="{FF2B5EF4-FFF2-40B4-BE49-F238E27FC236}">
                <a16:creationId xmlns:a16="http://schemas.microsoft.com/office/drawing/2014/main" id="{358B65CC-BF8B-94EF-8EB5-6C9C1E8F93C8}"/>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2</a:t>
            </a:r>
            <a:endParaRPr lang="en-US" sz="1467" dirty="0"/>
          </a:p>
        </p:txBody>
      </p:sp>
      <p:sp>
        <p:nvSpPr>
          <p:cNvPr id="5" name="Text 3">
            <a:extLst>
              <a:ext uri="{FF2B5EF4-FFF2-40B4-BE49-F238E27FC236}">
                <a16:creationId xmlns:a16="http://schemas.microsoft.com/office/drawing/2014/main" id="{F0F11396-83CC-390A-3B86-C976596AC143}"/>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Forward diffusion grid (4×5)</a:t>
            </a:r>
          </a:p>
        </p:txBody>
      </p:sp>
      <p:sp>
        <p:nvSpPr>
          <p:cNvPr id="6" name="Shape 4">
            <a:extLst>
              <a:ext uri="{FF2B5EF4-FFF2-40B4-BE49-F238E27FC236}">
                <a16:creationId xmlns:a16="http://schemas.microsoft.com/office/drawing/2014/main" id="{5C72245C-17FA-E15A-10FF-6DC518458714}"/>
              </a:ext>
            </a:extLst>
          </p:cNvPr>
          <p:cNvSpPr/>
          <p:nvPr/>
        </p:nvSpPr>
        <p:spPr>
          <a:xfrm>
            <a:off x="487680" y="926592"/>
            <a:ext cx="11216640" cy="536448"/>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258126D1-EE18-9B56-2DB4-1764C95AC93B}"/>
              </a:ext>
            </a:extLst>
          </p:cNvPr>
          <p:cNvSpPr/>
          <p:nvPr/>
        </p:nvSpPr>
        <p:spPr>
          <a:xfrm>
            <a:off x="658368" y="1039368"/>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Modify the code for applying forward diffusion to flower images. Use four images from the training set to generate images in time steps  0 ,  250 ,  500 ,  750 , and  1,000 . Plot them in a  4×5  grid.</a:t>
            </a:r>
          </a:p>
          <a:p>
            <a:endParaRPr lang="en-US" sz="1333" dirty="0"/>
          </a:p>
        </p:txBody>
      </p:sp>
      <p:pic>
        <p:nvPicPr>
          <p:cNvPr id="9218" name="Picture 2">
            <a:extLst>
              <a:ext uri="{FF2B5EF4-FFF2-40B4-BE49-F238E27FC236}">
                <a16:creationId xmlns:a16="http://schemas.microsoft.com/office/drawing/2014/main" id="{FAFE4F23-2CC2-FF06-D801-00F729C6A4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8288" y="1527048"/>
            <a:ext cx="5895423" cy="4732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088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62A40-4660-95CD-75DC-9AD0A24E19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21F997-FD0C-790F-8B76-78F154377715}"/>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F5B0BA35-F9A2-4BCD-4F1E-AD6BC77654B8}"/>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C74A0A46-B352-0390-D397-48D5CC8DCE6B}"/>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3</a:t>
            </a:r>
            <a:endParaRPr lang="en-US" sz="1467" dirty="0"/>
          </a:p>
        </p:txBody>
      </p:sp>
      <p:sp>
        <p:nvSpPr>
          <p:cNvPr id="5" name="Text 3">
            <a:extLst>
              <a:ext uri="{FF2B5EF4-FFF2-40B4-BE49-F238E27FC236}">
                <a16:creationId xmlns:a16="http://schemas.microsoft.com/office/drawing/2014/main" id="{A6596F03-0688-1F8B-A8FC-5779E4CD99BB}"/>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Generation with seed 42</a:t>
            </a:r>
          </a:p>
        </p:txBody>
      </p:sp>
      <p:sp>
        <p:nvSpPr>
          <p:cNvPr id="6" name="Shape 4">
            <a:extLst>
              <a:ext uri="{FF2B5EF4-FFF2-40B4-BE49-F238E27FC236}">
                <a16:creationId xmlns:a16="http://schemas.microsoft.com/office/drawing/2014/main" id="{6AFA6072-0E48-26D0-D2DD-15662825076F}"/>
              </a:ext>
            </a:extLst>
          </p:cNvPr>
          <p:cNvSpPr/>
          <p:nvPr/>
        </p:nvSpPr>
        <p:spPr>
          <a:xfrm>
            <a:off x="487680" y="926592"/>
            <a:ext cx="11216640" cy="536448"/>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B90155D6-14E6-35B9-A7EF-C263DE0BE5B4}"/>
              </a:ext>
            </a:extLst>
          </p:cNvPr>
          <p:cNvSpPr/>
          <p:nvPr/>
        </p:nvSpPr>
        <p:spPr>
          <a:xfrm>
            <a:off x="658368" y="1023443"/>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Modify the code for image generation with the trained denoising U-Net, and change the random seed to 42. Keep the rest of the code the same. Rerun the code to see what the generated images look like.. </a:t>
            </a:r>
          </a:p>
          <a:p>
            <a:endParaRPr lang="en-US" sz="1333" dirty="0"/>
          </a:p>
        </p:txBody>
      </p:sp>
      <p:sp>
        <p:nvSpPr>
          <p:cNvPr id="8" name="Shape 6">
            <a:extLst>
              <a:ext uri="{FF2B5EF4-FFF2-40B4-BE49-F238E27FC236}">
                <a16:creationId xmlns:a16="http://schemas.microsoft.com/office/drawing/2014/main" id="{4BDA0330-A441-7E66-C23F-301C49828D53}"/>
              </a:ext>
            </a:extLst>
          </p:cNvPr>
          <p:cNvSpPr/>
          <p:nvPr/>
        </p:nvSpPr>
        <p:spPr>
          <a:xfrm>
            <a:off x="487680" y="1560576"/>
            <a:ext cx="11216640" cy="4605288"/>
          </a:xfrm>
          <a:prstGeom prst="rect">
            <a:avLst/>
          </a:prstGeom>
          <a:solidFill>
            <a:srgbClr val="1E2A3A"/>
          </a:solidFill>
          <a:ln w="10160">
            <a:solidFill>
              <a:srgbClr val="00E5FF"/>
            </a:solidFill>
            <a:prstDash val="solid"/>
          </a:ln>
        </p:spPr>
        <p:txBody>
          <a:bodyPr/>
          <a:lstStyle/>
          <a:p>
            <a:endParaRPr lang="ro-RO" dirty="0"/>
          </a:p>
        </p:txBody>
      </p:sp>
      <p:sp>
        <p:nvSpPr>
          <p:cNvPr id="9" name="Text 7">
            <a:extLst>
              <a:ext uri="{FF2B5EF4-FFF2-40B4-BE49-F238E27FC236}">
                <a16:creationId xmlns:a16="http://schemas.microsoft.com/office/drawing/2014/main" id="{A1C70370-BC2D-1B32-9A53-94D57D20F79F}"/>
              </a:ext>
            </a:extLst>
          </p:cNvPr>
          <p:cNvSpPr/>
          <p:nvPr/>
        </p:nvSpPr>
        <p:spPr>
          <a:xfrm>
            <a:off x="658368" y="1682496"/>
            <a:ext cx="10875264" cy="4605288"/>
          </a:xfrm>
          <a:prstGeom prst="rect">
            <a:avLst/>
          </a:prstGeom>
          <a:noFill/>
          <a:ln/>
        </p:spPr>
        <p:txBody>
          <a:bodyPr wrap="square" lIns="0" tIns="0" rIns="0" bIns="0" rtlCol="0" anchor="t"/>
          <a:lstStyle/>
          <a:p>
            <a:r>
              <a:rPr lang="en-US" sz="1307" dirty="0">
                <a:solidFill>
                  <a:srgbClr val="A8D8EA"/>
                </a:solidFill>
                <a:latin typeface="Consolas" pitchFamily="34" charset="0"/>
                <a:ea typeface="Consolas" pitchFamily="34" charset="-122"/>
                <a:cs typeface="Consolas" pitchFamily="34" charset="-120"/>
              </a:rPr>
              <a:t>import torch</a:t>
            </a:r>
          </a:p>
          <a:p>
            <a:r>
              <a:rPr lang="en-US" sz="1307" dirty="0">
                <a:solidFill>
                  <a:srgbClr val="A8D8EA"/>
                </a:solidFill>
                <a:latin typeface="Consolas" pitchFamily="34" charset="0"/>
                <a:ea typeface="Consolas" pitchFamily="34" charset="-122"/>
                <a:cs typeface="Consolas" pitchFamily="34" charset="-120"/>
              </a:rPr>
              <a:t>import </a:t>
            </a:r>
            <a:r>
              <a:rPr lang="en-US" sz="1307" dirty="0" err="1">
                <a:solidFill>
                  <a:srgbClr val="A8D8EA"/>
                </a:solidFill>
                <a:latin typeface="Consolas" pitchFamily="34" charset="0"/>
                <a:ea typeface="Consolas" pitchFamily="34" charset="-122"/>
                <a:cs typeface="Consolas" pitchFamily="34" charset="-120"/>
              </a:rPr>
              <a:t>matplotlib.pyplot</a:t>
            </a:r>
            <a:r>
              <a:rPr lang="en-US" sz="1307" dirty="0">
                <a:solidFill>
                  <a:srgbClr val="A8D8EA"/>
                </a:solidFill>
                <a:latin typeface="Consolas" pitchFamily="34" charset="0"/>
                <a:ea typeface="Consolas" pitchFamily="34" charset="-122"/>
                <a:cs typeface="Consolas" pitchFamily="34" charset="-120"/>
              </a:rPr>
              <a:t> as </a:t>
            </a:r>
            <a:r>
              <a:rPr lang="en-US" sz="1307" dirty="0" err="1">
                <a:solidFill>
                  <a:srgbClr val="A8D8EA"/>
                </a:solidFill>
                <a:latin typeface="Consolas" pitchFamily="34" charset="0"/>
                <a:ea typeface="Consolas" pitchFamily="34" charset="-122"/>
                <a:cs typeface="Consolas" pitchFamily="34" charset="-120"/>
              </a:rPr>
              <a:t>plt</a:t>
            </a:r>
            <a:endParaRPr lang="en-US" sz="1307" dirty="0">
              <a:solidFill>
                <a:srgbClr val="A8D8EA"/>
              </a:solidFill>
              <a:latin typeface="Consolas" pitchFamily="34" charset="0"/>
              <a:ea typeface="Consolas" pitchFamily="34" charset="-122"/>
              <a:cs typeface="Consolas" pitchFamily="34" charset="-120"/>
            </a:endParaRPr>
          </a:p>
          <a:p>
            <a:endParaRPr lang="en-US" sz="1307" dirty="0">
              <a:solidFill>
                <a:srgbClr val="A8D8EA"/>
              </a:solidFill>
              <a:latin typeface="Consolas" pitchFamily="34" charset="0"/>
              <a:ea typeface="Consolas" pitchFamily="34" charset="-122"/>
              <a:cs typeface="Consolas" pitchFamily="34" charset="-120"/>
            </a:endParaRPr>
          </a:p>
          <a:p>
            <a:r>
              <a:rPr lang="en-US" sz="1307" dirty="0">
                <a:solidFill>
                  <a:srgbClr val="A8D8EA"/>
                </a:solidFill>
                <a:latin typeface="Consolas" pitchFamily="34" charset="0"/>
                <a:ea typeface="Consolas" pitchFamily="34" charset="-122"/>
                <a:cs typeface="Consolas" pitchFamily="34" charset="-120"/>
              </a:rPr>
              <a:t># Load trained weights</a:t>
            </a:r>
          </a:p>
          <a:p>
            <a:r>
              <a:rPr lang="en-US" sz="1307" dirty="0" err="1">
                <a:solidFill>
                  <a:srgbClr val="A8D8EA"/>
                </a:solidFill>
                <a:latin typeface="Consolas" pitchFamily="34" charset="0"/>
                <a:ea typeface="Consolas" pitchFamily="34" charset="-122"/>
                <a:cs typeface="Consolas" pitchFamily="34" charset="-120"/>
              </a:rPr>
              <a:t>sd</a:t>
            </a:r>
            <a:r>
              <a:rPr lang="en-US" sz="1307" dirty="0">
                <a:solidFill>
                  <a:srgbClr val="A8D8EA"/>
                </a:solidFill>
                <a:latin typeface="Consolas" pitchFamily="34" charset="0"/>
                <a:ea typeface="Consolas" pitchFamily="34" charset="-122"/>
                <a:cs typeface="Consolas" pitchFamily="34" charset="-120"/>
              </a:rPr>
              <a:t> = </a:t>
            </a:r>
            <a:r>
              <a:rPr lang="en-US" sz="1307" dirty="0" err="1">
                <a:solidFill>
                  <a:srgbClr val="A8D8EA"/>
                </a:solidFill>
                <a:latin typeface="Consolas" pitchFamily="34" charset="0"/>
                <a:ea typeface="Consolas" pitchFamily="34" charset="-122"/>
                <a:cs typeface="Consolas" pitchFamily="34" charset="-120"/>
              </a:rPr>
              <a:t>torch.load</a:t>
            </a:r>
            <a:r>
              <a:rPr lang="en-US" sz="1307" dirty="0">
                <a:solidFill>
                  <a:srgbClr val="A8D8EA"/>
                </a:solidFill>
                <a:latin typeface="Consolas" pitchFamily="34" charset="0"/>
                <a:ea typeface="Consolas" pitchFamily="34" charset="-122"/>
                <a:cs typeface="Consolas" pitchFamily="34" charset="-120"/>
              </a:rPr>
              <a:t>("files/</a:t>
            </a:r>
            <a:r>
              <a:rPr lang="en-US" sz="1307" dirty="0" err="1">
                <a:solidFill>
                  <a:srgbClr val="A8D8EA"/>
                </a:solidFill>
                <a:latin typeface="Consolas" pitchFamily="34" charset="0"/>
                <a:ea typeface="Consolas" pitchFamily="34" charset="-122"/>
                <a:cs typeface="Consolas" pitchFamily="34" charset="-120"/>
              </a:rPr>
              <a:t>diffusion.pth</a:t>
            </a:r>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weights_only</a:t>
            </a:r>
            <a:r>
              <a:rPr lang="en-US" sz="1307" dirty="0">
                <a:solidFill>
                  <a:srgbClr val="A8D8EA"/>
                </a:solidFill>
                <a:latin typeface="Consolas" pitchFamily="34" charset="0"/>
                <a:ea typeface="Consolas" pitchFamily="34" charset="-122"/>
                <a:cs typeface="Consolas" pitchFamily="34" charset="-120"/>
              </a:rPr>
              <a:t>=True)</a:t>
            </a:r>
          </a:p>
          <a:p>
            <a:r>
              <a:rPr lang="en-US" sz="1307" dirty="0" err="1">
                <a:solidFill>
                  <a:srgbClr val="A8D8EA"/>
                </a:solidFill>
                <a:latin typeface="Consolas" pitchFamily="34" charset="0"/>
                <a:ea typeface="Consolas" pitchFamily="34" charset="-122"/>
                <a:cs typeface="Consolas" pitchFamily="34" charset="-120"/>
              </a:rPr>
              <a:t>model.load_state_dict</a:t>
            </a:r>
            <a:r>
              <a:rPr lang="en-US" sz="1307" dirty="0">
                <a:solidFill>
                  <a:srgbClr val="A8D8EA"/>
                </a:solidFill>
                <a:latin typeface="Consolas" pitchFamily="34" charset="0"/>
                <a:ea typeface="Consolas" pitchFamily="34" charset="-122"/>
                <a:cs typeface="Consolas" pitchFamily="34" charset="-120"/>
              </a:rPr>
              <a:t>(</a:t>
            </a:r>
            <a:r>
              <a:rPr lang="en-US" sz="1307" dirty="0" err="1">
                <a:solidFill>
                  <a:srgbClr val="A8D8EA"/>
                </a:solidFill>
                <a:latin typeface="Consolas" pitchFamily="34" charset="0"/>
                <a:ea typeface="Consolas" pitchFamily="34" charset="-122"/>
                <a:cs typeface="Consolas" pitchFamily="34" charset="-120"/>
              </a:rPr>
              <a:t>sd</a:t>
            </a:r>
            <a:r>
              <a:rPr lang="en-US" sz="1307" dirty="0">
                <a:solidFill>
                  <a:srgbClr val="A8D8EA"/>
                </a:solidFill>
                <a:latin typeface="Consolas" pitchFamily="34" charset="0"/>
                <a:ea typeface="Consolas" pitchFamily="34" charset="-122"/>
                <a:cs typeface="Consolas" pitchFamily="34" charset="-120"/>
              </a:rPr>
              <a:t>)</a:t>
            </a:r>
          </a:p>
          <a:p>
            <a:endParaRPr lang="en-US" sz="1307" dirty="0">
              <a:solidFill>
                <a:srgbClr val="A8D8EA"/>
              </a:solidFill>
              <a:latin typeface="Consolas" pitchFamily="34" charset="0"/>
              <a:ea typeface="Consolas" pitchFamily="34" charset="-122"/>
              <a:cs typeface="Consolas" pitchFamily="34" charset="-120"/>
            </a:endParaRPr>
          </a:p>
          <a:p>
            <a:r>
              <a:rPr lang="en-US" sz="1307" dirty="0">
                <a:solidFill>
                  <a:srgbClr val="A8D8EA"/>
                </a:solidFill>
                <a:latin typeface="Consolas" pitchFamily="34" charset="0"/>
                <a:ea typeface="Consolas" pitchFamily="34" charset="-122"/>
                <a:cs typeface="Consolas" pitchFamily="34" charset="-120"/>
              </a:rPr>
              <a:t>with </a:t>
            </a:r>
            <a:r>
              <a:rPr lang="en-US" sz="1307" dirty="0" err="1">
                <a:solidFill>
                  <a:srgbClr val="A8D8EA"/>
                </a:solidFill>
                <a:latin typeface="Consolas" pitchFamily="34" charset="0"/>
                <a:ea typeface="Consolas" pitchFamily="34" charset="-122"/>
                <a:cs typeface="Consolas" pitchFamily="34" charset="-120"/>
              </a:rPr>
              <a:t>torch.no_grad</a:t>
            </a:r>
            <a:r>
              <a:rPr lang="en-US" sz="1307" dirty="0">
                <a:solidFill>
                  <a:srgbClr val="A8D8EA"/>
                </a:solidFill>
                <a:latin typeface="Consolas" pitchFamily="34" charset="0"/>
                <a:ea typeface="Consolas" pitchFamily="34" charset="-122"/>
                <a:cs typeface="Consolas" pitchFamily="34" charset="-120"/>
              </a:rPr>
              <a:t>():</a:t>
            </a:r>
          </a:p>
          <a:p>
            <a:r>
              <a:rPr lang="en-US" sz="1307" dirty="0">
                <a:solidFill>
                  <a:srgbClr val="A8D8EA"/>
                </a:solidFill>
                <a:latin typeface="Consolas" pitchFamily="34" charset="0"/>
                <a:ea typeface="Consolas" pitchFamily="34" charset="-122"/>
                <a:cs typeface="Consolas" pitchFamily="34" charset="-120"/>
              </a:rPr>
              <a:t>    generator = </a:t>
            </a:r>
            <a:r>
              <a:rPr lang="en-US" sz="1307" dirty="0" err="1">
                <a:solidFill>
                  <a:srgbClr val="A8D8EA"/>
                </a:solidFill>
                <a:latin typeface="Consolas" pitchFamily="34" charset="0"/>
                <a:ea typeface="Consolas" pitchFamily="34" charset="-122"/>
                <a:cs typeface="Consolas" pitchFamily="34" charset="-120"/>
              </a:rPr>
              <a:t>torch.manual_seed</a:t>
            </a:r>
            <a:r>
              <a:rPr lang="en-US" sz="1307" dirty="0">
                <a:solidFill>
                  <a:srgbClr val="A8D8EA"/>
                </a:solidFill>
                <a:latin typeface="Consolas" pitchFamily="34" charset="0"/>
                <a:ea typeface="Consolas" pitchFamily="34" charset="-122"/>
                <a:cs typeface="Consolas" pitchFamily="34" charset="-120"/>
              </a:rPr>
              <a:t>(42)         # ← ONLY CHANGE: 100 → 42</a:t>
            </a:r>
          </a:p>
          <a:p>
            <a:endParaRPr lang="en-US" sz="1307" dirty="0">
              <a:solidFill>
                <a:srgbClr val="A8D8EA"/>
              </a:solidFill>
              <a:latin typeface="Consolas" pitchFamily="34" charset="0"/>
              <a:ea typeface="Consolas" pitchFamily="34" charset="-122"/>
              <a:cs typeface="Consolas" pitchFamily="34" charset="-120"/>
            </a:endParaRPr>
          </a:p>
          <a:p>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generated_images</a:t>
            </a:r>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imgs</a:t>
            </a:r>
            <a:r>
              <a:rPr lang="en-US" sz="1307" dirty="0">
                <a:solidFill>
                  <a:srgbClr val="A8D8EA"/>
                </a:solidFill>
                <a:latin typeface="Consolas" pitchFamily="34" charset="0"/>
                <a:ea typeface="Consolas" pitchFamily="34" charset="-122"/>
                <a:cs typeface="Consolas" pitchFamily="34" charset="-120"/>
              </a:rPr>
              <a:t> = </a:t>
            </a:r>
            <a:r>
              <a:rPr lang="en-US" sz="1307" dirty="0" err="1">
                <a:solidFill>
                  <a:srgbClr val="A8D8EA"/>
                </a:solidFill>
                <a:latin typeface="Consolas" pitchFamily="34" charset="0"/>
                <a:ea typeface="Consolas" pitchFamily="34" charset="-122"/>
                <a:cs typeface="Consolas" pitchFamily="34" charset="-120"/>
              </a:rPr>
              <a:t>noise_scheduler.generate</a:t>
            </a:r>
            <a:r>
              <a:rPr lang="en-US" sz="1307" dirty="0">
                <a:solidFill>
                  <a:srgbClr val="A8D8EA"/>
                </a:solidFill>
                <a:latin typeface="Consolas" pitchFamily="34" charset="0"/>
                <a:ea typeface="Consolas" pitchFamily="34" charset="-122"/>
                <a:cs typeface="Consolas" pitchFamily="34" charset="-120"/>
              </a:rPr>
              <a:t>(model, device=device, </a:t>
            </a:r>
            <a:r>
              <a:rPr lang="en-US" sz="1307" dirty="0" err="1">
                <a:solidFill>
                  <a:srgbClr val="A8D8EA"/>
                </a:solidFill>
                <a:latin typeface="Consolas" pitchFamily="34" charset="0"/>
                <a:ea typeface="Consolas" pitchFamily="34" charset="-122"/>
                <a:cs typeface="Consolas" pitchFamily="34" charset="-120"/>
              </a:rPr>
              <a:t>num_inference_steps</a:t>
            </a:r>
            <a:r>
              <a:rPr lang="en-US" sz="1307" dirty="0">
                <a:solidFill>
                  <a:srgbClr val="A8D8EA"/>
                </a:solidFill>
                <a:latin typeface="Consolas" pitchFamily="34" charset="0"/>
                <a:ea typeface="Consolas" pitchFamily="34" charset="-122"/>
                <a:cs typeface="Consolas" pitchFamily="34" charset="-120"/>
              </a:rPr>
              <a:t>=50,</a:t>
            </a:r>
          </a:p>
          <a:p>
            <a:r>
              <a:rPr lang="en-US" sz="1307" dirty="0">
                <a:solidFill>
                  <a:srgbClr val="A8D8EA"/>
                </a:solidFill>
                <a:latin typeface="Consolas" pitchFamily="34" charset="0"/>
                <a:ea typeface="Consolas" pitchFamily="34" charset="-122"/>
                <a:cs typeface="Consolas" pitchFamily="34" charset="-120"/>
              </a:rPr>
              <a:t>        generator=generator, eta=0, </a:t>
            </a:r>
            <a:r>
              <a:rPr lang="en-US" sz="1307" dirty="0" err="1">
                <a:solidFill>
                  <a:srgbClr val="A8D8EA"/>
                </a:solidFill>
                <a:latin typeface="Consolas" pitchFamily="34" charset="0"/>
                <a:ea typeface="Consolas" pitchFamily="34" charset="-122"/>
                <a:cs typeface="Consolas" pitchFamily="34" charset="-120"/>
              </a:rPr>
              <a:t>use_clipped_model_output</a:t>
            </a:r>
            <a:r>
              <a:rPr lang="en-US" sz="1307" dirty="0">
                <a:solidFill>
                  <a:srgbClr val="A8D8EA"/>
                </a:solidFill>
                <a:latin typeface="Consolas" pitchFamily="34" charset="0"/>
                <a:ea typeface="Consolas" pitchFamily="34" charset="-122"/>
                <a:cs typeface="Consolas" pitchFamily="34" charset="-120"/>
              </a:rPr>
              <a:t>=True, </a:t>
            </a:r>
            <a:r>
              <a:rPr lang="en-US" sz="1307" dirty="0" err="1">
                <a:solidFill>
                  <a:srgbClr val="A8D8EA"/>
                </a:solidFill>
                <a:latin typeface="Consolas" pitchFamily="34" charset="0"/>
                <a:ea typeface="Consolas" pitchFamily="34" charset="-122"/>
                <a:cs typeface="Consolas" pitchFamily="34" charset="-120"/>
              </a:rPr>
              <a:t>batch_size</a:t>
            </a:r>
            <a:r>
              <a:rPr lang="en-US" sz="1307" dirty="0">
                <a:solidFill>
                  <a:srgbClr val="A8D8EA"/>
                </a:solidFill>
                <a:latin typeface="Consolas" pitchFamily="34" charset="0"/>
                <a:ea typeface="Consolas" pitchFamily="34" charset="-122"/>
                <a:cs typeface="Consolas" pitchFamily="34" charset="-120"/>
              </a:rPr>
              <a:t>=10)</a:t>
            </a:r>
          </a:p>
          <a:p>
            <a:endParaRPr lang="en-US" sz="1307" dirty="0">
              <a:solidFill>
                <a:srgbClr val="A8D8EA"/>
              </a:solidFill>
              <a:latin typeface="Consolas" pitchFamily="34" charset="0"/>
              <a:ea typeface="Consolas" pitchFamily="34" charset="-122"/>
              <a:cs typeface="Consolas" pitchFamily="34" charset="-120"/>
            </a:endParaRPr>
          </a:p>
          <a:p>
            <a:r>
              <a:rPr lang="en-US" sz="1307" dirty="0" err="1">
                <a:solidFill>
                  <a:srgbClr val="A8D8EA"/>
                </a:solidFill>
                <a:latin typeface="Consolas" pitchFamily="34" charset="0"/>
                <a:ea typeface="Consolas" pitchFamily="34" charset="-122"/>
                <a:cs typeface="Consolas" pitchFamily="34" charset="-120"/>
              </a:rPr>
              <a:t>imgnp</a:t>
            </a:r>
            <a:r>
              <a:rPr lang="en-US" sz="1307" dirty="0">
                <a:solidFill>
                  <a:srgbClr val="A8D8EA"/>
                </a:solidFill>
                <a:latin typeface="Consolas" pitchFamily="34" charset="0"/>
                <a:ea typeface="Consolas" pitchFamily="34" charset="-122"/>
                <a:cs typeface="Consolas" pitchFamily="34" charset="-120"/>
              </a:rPr>
              <a:t> = </a:t>
            </a:r>
            <a:r>
              <a:rPr lang="en-US" sz="1307" dirty="0" err="1">
                <a:solidFill>
                  <a:srgbClr val="A8D8EA"/>
                </a:solidFill>
                <a:latin typeface="Consolas" pitchFamily="34" charset="0"/>
                <a:ea typeface="Consolas" pitchFamily="34" charset="-122"/>
                <a:cs typeface="Consolas" pitchFamily="34" charset="-120"/>
              </a:rPr>
              <a:t>generated_images</a:t>
            </a:r>
            <a:endParaRPr lang="en-US" sz="1307" dirty="0">
              <a:solidFill>
                <a:srgbClr val="A8D8EA"/>
              </a:solidFill>
              <a:latin typeface="Consolas" pitchFamily="34" charset="0"/>
              <a:ea typeface="Consolas" pitchFamily="34" charset="-122"/>
              <a:cs typeface="Consolas" pitchFamily="34" charset="-120"/>
            </a:endParaRPr>
          </a:p>
          <a:p>
            <a:endParaRPr lang="en-US" sz="1307" dirty="0">
              <a:solidFill>
                <a:srgbClr val="A8D8EA"/>
              </a:solidFill>
              <a:latin typeface="Consolas" pitchFamily="34" charset="0"/>
              <a:ea typeface="Consolas" pitchFamily="34" charset="-122"/>
              <a:cs typeface="Consolas" pitchFamily="34" charset="-120"/>
            </a:endParaRPr>
          </a:p>
          <a:p>
            <a:r>
              <a:rPr lang="en-US" sz="1307" dirty="0" err="1">
                <a:solidFill>
                  <a:srgbClr val="A8D8EA"/>
                </a:solidFill>
                <a:latin typeface="Consolas" pitchFamily="34" charset="0"/>
                <a:ea typeface="Consolas" pitchFamily="34" charset="-122"/>
                <a:cs typeface="Consolas" pitchFamily="34" charset="-120"/>
              </a:rPr>
              <a:t>plt.figure</a:t>
            </a:r>
            <a:r>
              <a:rPr lang="en-US" sz="1307" dirty="0">
                <a:solidFill>
                  <a:srgbClr val="A8D8EA"/>
                </a:solidFill>
                <a:latin typeface="Consolas" pitchFamily="34" charset="0"/>
                <a:ea typeface="Consolas" pitchFamily="34" charset="-122"/>
                <a:cs typeface="Consolas" pitchFamily="34" charset="-120"/>
              </a:rPr>
              <a:t>(</a:t>
            </a:r>
            <a:r>
              <a:rPr lang="en-US" sz="1307" dirty="0" err="1">
                <a:solidFill>
                  <a:srgbClr val="A8D8EA"/>
                </a:solidFill>
                <a:latin typeface="Consolas" pitchFamily="34" charset="0"/>
                <a:ea typeface="Consolas" pitchFamily="34" charset="-122"/>
                <a:cs typeface="Consolas" pitchFamily="34" charset="-120"/>
              </a:rPr>
              <a:t>figsize</a:t>
            </a:r>
            <a:r>
              <a:rPr lang="en-US" sz="1307" dirty="0">
                <a:solidFill>
                  <a:srgbClr val="A8D8EA"/>
                </a:solidFill>
                <a:latin typeface="Consolas" pitchFamily="34" charset="0"/>
                <a:ea typeface="Consolas" pitchFamily="34" charset="-122"/>
                <a:cs typeface="Consolas" pitchFamily="34" charset="-120"/>
              </a:rPr>
              <a:t>=(10, 4), dpi=100)</a:t>
            </a:r>
          </a:p>
          <a:p>
            <a:r>
              <a:rPr lang="en-US" sz="1307" dirty="0">
                <a:solidFill>
                  <a:srgbClr val="A8D8EA"/>
                </a:solidFill>
                <a:latin typeface="Consolas" pitchFamily="34" charset="0"/>
                <a:ea typeface="Consolas" pitchFamily="34" charset="-122"/>
                <a:cs typeface="Consolas" pitchFamily="34" charset="-120"/>
              </a:rPr>
              <a:t>for </a:t>
            </a:r>
            <a:r>
              <a:rPr lang="en-US" sz="1307" dirty="0" err="1">
                <a:solidFill>
                  <a:srgbClr val="A8D8EA"/>
                </a:solidFill>
                <a:latin typeface="Consolas" pitchFamily="34" charset="0"/>
                <a:ea typeface="Consolas" pitchFamily="34" charset="-122"/>
                <a:cs typeface="Consolas" pitchFamily="34" charset="-120"/>
              </a:rPr>
              <a:t>i</a:t>
            </a:r>
            <a:r>
              <a:rPr lang="en-US" sz="1307" dirty="0">
                <a:solidFill>
                  <a:srgbClr val="A8D8EA"/>
                </a:solidFill>
                <a:latin typeface="Consolas" pitchFamily="34" charset="0"/>
                <a:ea typeface="Consolas" pitchFamily="34" charset="-122"/>
                <a:cs typeface="Consolas" pitchFamily="34" charset="-120"/>
              </a:rPr>
              <a:t> in range(10):</a:t>
            </a:r>
          </a:p>
          <a:p>
            <a:r>
              <a:rPr lang="en-US" sz="1307" dirty="0">
                <a:solidFill>
                  <a:srgbClr val="A8D8EA"/>
                </a:solidFill>
                <a:latin typeface="Consolas" pitchFamily="34" charset="0"/>
                <a:ea typeface="Consolas" pitchFamily="34" charset="-122"/>
                <a:cs typeface="Consolas" pitchFamily="34" charset="-120"/>
              </a:rPr>
              <a:t>    ax = </a:t>
            </a:r>
            <a:r>
              <a:rPr lang="en-US" sz="1307" dirty="0" err="1">
                <a:solidFill>
                  <a:srgbClr val="A8D8EA"/>
                </a:solidFill>
                <a:latin typeface="Consolas" pitchFamily="34" charset="0"/>
                <a:ea typeface="Consolas" pitchFamily="34" charset="-122"/>
                <a:cs typeface="Consolas" pitchFamily="34" charset="-120"/>
              </a:rPr>
              <a:t>plt.subplot</a:t>
            </a:r>
            <a:r>
              <a:rPr lang="en-US" sz="1307" dirty="0">
                <a:solidFill>
                  <a:srgbClr val="A8D8EA"/>
                </a:solidFill>
                <a:latin typeface="Consolas" pitchFamily="34" charset="0"/>
                <a:ea typeface="Consolas" pitchFamily="34" charset="-122"/>
                <a:cs typeface="Consolas" pitchFamily="34" charset="-120"/>
              </a:rPr>
              <a:t>(2, 5, </a:t>
            </a:r>
            <a:r>
              <a:rPr lang="en-US" sz="1307" dirty="0" err="1">
                <a:solidFill>
                  <a:srgbClr val="A8D8EA"/>
                </a:solidFill>
                <a:latin typeface="Consolas" pitchFamily="34" charset="0"/>
                <a:ea typeface="Consolas" pitchFamily="34" charset="-122"/>
                <a:cs typeface="Consolas" pitchFamily="34" charset="-120"/>
              </a:rPr>
              <a:t>i</a:t>
            </a:r>
            <a:r>
              <a:rPr lang="en-US" sz="1307" dirty="0">
                <a:solidFill>
                  <a:srgbClr val="A8D8EA"/>
                </a:solidFill>
                <a:latin typeface="Consolas" pitchFamily="34" charset="0"/>
                <a:ea typeface="Consolas" pitchFamily="34" charset="-122"/>
                <a:cs typeface="Consolas" pitchFamily="34" charset="-120"/>
              </a:rPr>
              <a:t> + 1)</a:t>
            </a:r>
          </a:p>
          <a:p>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plt.imshow</a:t>
            </a:r>
            <a:r>
              <a:rPr lang="en-US" sz="1307" dirty="0">
                <a:solidFill>
                  <a:srgbClr val="A8D8EA"/>
                </a:solidFill>
                <a:latin typeface="Consolas" pitchFamily="34" charset="0"/>
                <a:ea typeface="Consolas" pitchFamily="34" charset="-122"/>
                <a:cs typeface="Consolas" pitchFamily="34" charset="-120"/>
              </a:rPr>
              <a:t>(</a:t>
            </a:r>
            <a:r>
              <a:rPr lang="en-US" sz="1307" dirty="0" err="1">
                <a:solidFill>
                  <a:srgbClr val="A8D8EA"/>
                </a:solidFill>
                <a:latin typeface="Consolas" pitchFamily="34" charset="0"/>
                <a:ea typeface="Consolas" pitchFamily="34" charset="-122"/>
                <a:cs typeface="Consolas" pitchFamily="34" charset="-120"/>
              </a:rPr>
              <a:t>imgnp</a:t>
            </a:r>
            <a:r>
              <a:rPr lang="en-US" sz="1307" dirty="0">
                <a:solidFill>
                  <a:srgbClr val="A8D8EA"/>
                </a:solidFill>
                <a:latin typeface="Consolas" pitchFamily="34" charset="0"/>
                <a:ea typeface="Consolas" pitchFamily="34" charset="-122"/>
                <a:cs typeface="Consolas" pitchFamily="34" charset="-120"/>
              </a:rPr>
              <a:t>[</a:t>
            </a:r>
            <a:r>
              <a:rPr lang="en-US" sz="1307" dirty="0" err="1">
                <a:solidFill>
                  <a:srgbClr val="A8D8EA"/>
                </a:solidFill>
                <a:latin typeface="Consolas" pitchFamily="34" charset="0"/>
                <a:ea typeface="Consolas" pitchFamily="34" charset="-122"/>
                <a:cs typeface="Consolas" pitchFamily="34" charset="-120"/>
              </a:rPr>
              <a:t>i</a:t>
            </a:r>
            <a:r>
              <a:rPr lang="en-US" sz="1307" dirty="0">
                <a:solidFill>
                  <a:srgbClr val="A8D8EA"/>
                </a:solidFill>
                <a:latin typeface="Consolas" pitchFamily="34" charset="0"/>
                <a:ea typeface="Consolas" pitchFamily="34" charset="-122"/>
                <a:cs typeface="Consolas" pitchFamily="34" charset="-120"/>
              </a:rPr>
              <a:t>])</a:t>
            </a:r>
          </a:p>
          <a:p>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plt.axis</a:t>
            </a:r>
            <a:r>
              <a:rPr lang="en-US" sz="1307" dirty="0">
                <a:solidFill>
                  <a:srgbClr val="A8D8EA"/>
                </a:solidFill>
                <a:latin typeface="Consolas" pitchFamily="34" charset="0"/>
                <a:ea typeface="Consolas" pitchFamily="34" charset="-122"/>
                <a:cs typeface="Consolas" pitchFamily="34" charset="-120"/>
              </a:rPr>
              <a:t>("off")</a:t>
            </a:r>
          </a:p>
          <a:p>
            <a:r>
              <a:rPr lang="en-US" sz="1307" dirty="0" err="1">
                <a:solidFill>
                  <a:srgbClr val="A8D8EA"/>
                </a:solidFill>
                <a:latin typeface="Consolas" pitchFamily="34" charset="0"/>
                <a:ea typeface="Consolas" pitchFamily="34" charset="-122"/>
                <a:cs typeface="Consolas" pitchFamily="34" charset="-120"/>
              </a:rPr>
              <a:t>plt.tight_layout</a:t>
            </a:r>
            <a:r>
              <a:rPr lang="en-US" sz="1307" dirty="0">
                <a:solidFill>
                  <a:srgbClr val="A8D8EA"/>
                </a:solidFill>
                <a:latin typeface="Consolas" pitchFamily="34" charset="0"/>
                <a:ea typeface="Consolas" pitchFamily="34" charset="-122"/>
                <a:cs typeface="Consolas" pitchFamily="34" charset="-120"/>
              </a:rPr>
              <a:t>()</a:t>
            </a:r>
          </a:p>
          <a:p>
            <a:r>
              <a:rPr lang="en-US" sz="1307" dirty="0" err="1">
                <a:solidFill>
                  <a:srgbClr val="A8D8EA"/>
                </a:solidFill>
                <a:latin typeface="Consolas" pitchFamily="34" charset="0"/>
                <a:ea typeface="Consolas" pitchFamily="34" charset="-122"/>
                <a:cs typeface="Consolas" pitchFamily="34" charset="-120"/>
              </a:rPr>
              <a:t>plt.show</a:t>
            </a:r>
            <a:r>
              <a:rPr lang="en-US" sz="1307" dirty="0">
                <a:solidFill>
                  <a:srgbClr val="A8D8EA"/>
                </a:solidFill>
                <a:latin typeface="Consolas" pitchFamily="34" charset="0"/>
                <a:ea typeface="Consolas" pitchFamily="34" charset="-122"/>
                <a:cs typeface="Consolas" pitchFamily="34" charset="-120"/>
              </a:rPr>
              <a:t>()</a:t>
            </a:r>
            <a:endParaRPr lang="en-US" sz="1307" dirty="0"/>
          </a:p>
          <a:p>
            <a:endParaRPr lang="en-US" sz="1307" dirty="0"/>
          </a:p>
        </p:txBody>
      </p:sp>
    </p:spTree>
    <p:extLst>
      <p:ext uri="{BB962C8B-B14F-4D97-AF65-F5344CB8AC3E}">
        <p14:creationId xmlns:p14="http://schemas.microsoft.com/office/powerpoint/2010/main" val="15394223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16B28-E45A-9173-E162-3A6ADD4C14C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BAEB5F9-C90D-5ED0-96D6-F96EC5AF5853}"/>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A6F15F9B-A584-689E-6351-AFF98155DDD6}"/>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8EE2F385-D4DC-0C4E-C742-1A446C6DF467}"/>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3</a:t>
            </a:r>
            <a:endParaRPr lang="en-US" sz="1467" dirty="0"/>
          </a:p>
        </p:txBody>
      </p:sp>
      <p:sp>
        <p:nvSpPr>
          <p:cNvPr id="5" name="Text 3">
            <a:extLst>
              <a:ext uri="{FF2B5EF4-FFF2-40B4-BE49-F238E27FC236}">
                <a16:creationId xmlns:a16="http://schemas.microsoft.com/office/drawing/2014/main" id="{8C4426DE-D161-E9CA-9BF6-6B0C0EC8ED42}"/>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Generation with seed 42</a:t>
            </a:r>
          </a:p>
        </p:txBody>
      </p:sp>
      <p:sp>
        <p:nvSpPr>
          <p:cNvPr id="6" name="Shape 4">
            <a:extLst>
              <a:ext uri="{FF2B5EF4-FFF2-40B4-BE49-F238E27FC236}">
                <a16:creationId xmlns:a16="http://schemas.microsoft.com/office/drawing/2014/main" id="{FB5CA720-A073-DA9F-D27C-442A0E191CEE}"/>
              </a:ext>
            </a:extLst>
          </p:cNvPr>
          <p:cNvSpPr/>
          <p:nvPr/>
        </p:nvSpPr>
        <p:spPr>
          <a:xfrm>
            <a:off x="487680" y="926592"/>
            <a:ext cx="11216640" cy="536448"/>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BB9C0BCD-ED61-4645-6284-7F785F9DCCA5}"/>
              </a:ext>
            </a:extLst>
          </p:cNvPr>
          <p:cNvSpPr/>
          <p:nvPr/>
        </p:nvSpPr>
        <p:spPr>
          <a:xfrm>
            <a:off x="658368" y="1023443"/>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Modify the code for image generation with the trained denoising U-Net, and change the random seed to 42. Keep the rest of the code the same. Rerun the code to see what the generated images look like. </a:t>
            </a:r>
          </a:p>
          <a:p>
            <a:endParaRPr lang="en-US" sz="1333" dirty="0"/>
          </a:p>
        </p:txBody>
      </p:sp>
      <p:pic>
        <p:nvPicPr>
          <p:cNvPr id="5122" name="Picture 2">
            <a:extLst>
              <a:ext uri="{FF2B5EF4-FFF2-40B4-BE49-F238E27FC236}">
                <a16:creationId xmlns:a16="http://schemas.microsoft.com/office/drawing/2014/main" id="{07E9753F-F1FB-728A-11B5-8C380C5EE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5046" y="2461106"/>
            <a:ext cx="5800848" cy="2289808"/>
          </a:xfrm>
          <a:prstGeom prst="rect">
            <a:avLst/>
          </a:prstGeom>
          <a:noFill/>
          <a:extLst>
            <a:ext uri="{909E8E84-426E-40DD-AFC4-6F175D3DCCD1}">
              <a14:hiddenFill xmlns:a14="http://schemas.microsoft.com/office/drawing/2010/main">
                <a:solidFill>
                  <a:srgbClr val="FFFFFF"/>
                </a:solidFill>
              </a14:hiddenFill>
            </a:ext>
          </a:extLst>
        </p:spPr>
      </p:pic>
      <p:sp>
        <p:nvSpPr>
          <p:cNvPr id="10" name="Shape 5">
            <a:extLst>
              <a:ext uri="{FF2B5EF4-FFF2-40B4-BE49-F238E27FC236}">
                <a16:creationId xmlns:a16="http://schemas.microsoft.com/office/drawing/2014/main" id="{1411EF13-3B2A-C9EE-5E2B-666A0A262E9D}"/>
              </a:ext>
            </a:extLst>
          </p:cNvPr>
          <p:cNvSpPr/>
          <p:nvPr/>
        </p:nvSpPr>
        <p:spPr>
          <a:xfrm>
            <a:off x="426720" y="5754624"/>
            <a:ext cx="11338560" cy="999744"/>
          </a:xfrm>
          <a:prstGeom prst="rect">
            <a:avLst/>
          </a:prstGeom>
          <a:solidFill>
            <a:srgbClr val="D5F5E3"/>
          </a:solidFill>
          <a:ln w="12700">
            <a:solidFill>
              <a:srgbClr val="1B6B3A"/>
            </a:solidFill>
            <a:prstDash val="solid"/>
          </a:ln>
        </p:spPr>
      </p:sp>
      <p:sp>
        <p:nvSpPr>
          <p:cNvPr id="11" name="Text 6">
            <a:extLst>
              <a:ext uri="{FF2B5EF4-FFF2-40B4-BE49-F238E27FC236}">
                <a16:creationId xmlns:a16="http://schemas.microsoft.com/office/drawing/2014/main" id="{8169361B-10DB-7049-5B4E-1FA194B0C48D}"/>
              </a:ext>
            </a:extLst>
          </p:cNvPr>
          <p:cNvSpPr/>
          <p:nvPr/>
        </p:nvSpPr>
        <p:spPr>
          <a:xfrm>
            <a:off x="609600" y="5803392"/>
            <a:ext cx="10972800" cy="316992"/>
          </a:xfrm>
          <a:prstGeom prst="rect">
            <a:avLst/>
          </a:prstGeom>
          <a:noFill/>
          <a:ln/>
        </p:spPr>
        <p:txBody>
          <a:bodyPr wrap="square" rtlCol="0" anchor="ctr"/>
          <a:lstStyle/>
          <a:p>
            <a:r>
              <a:rPr lang="en-US" sz="1600" b="1" dirty="0">
                <a:solidFill>
                  <a:srgbClr val="1B6B3A"/>
                </a:solidFill>
                <a:latin typeface="Calibri" pitchFamily="34" charset="0"/>
                <a:ea typeface="Calibri" pitchFamily="34" charset="-122"/>
                <a:cs typeface="Calibri" pitchFamily="34" charset="-120"/>
              </a:rPr>
              <a:t>Expected observations</a:t>
            </a:r>
            <a:endParaRPr lang="en-US" sz="1600" dirty="0"/>
          </a:p>
        </p:txBody>
      </p:sp>
      <p:sp>
        <p:nvSpPr>
          <p:cNvPr id="12" name="Text 7">
            <a:extLst>
              <a:ext uri="{FF2B5EF4-FFF2-40B4-BE49-F238E27FC236}">
                <a16:creationId xmlns:a16="http://schemas.microsoft.com/office/drawing/2014/main" id="{9306662A-CD1F-5433-BA82-6B8ADB01392D}"/>
              </a:ext>
            </a:extLst>
          </p:cNvPr>
          <p:cNvSpPr/>
          <p:nvPr/>
        </p:nvSpPr>
        <p:spPr>
          <a:xfrm>
            <a:off x="609600" y="6120384"/>
            <a:ext cx="10972800" cy="585216"/>
          </a:xfrm>
          <a:prstGeom prst="rect">
            <a:avLst/>
          </a:prstGeom>
          <a:noFill/>
          <a:ln/>
        </p:spPr>
        <p:txBody>
          <a:bodyPr wrap="square" rtlCol="0" anchor="ctr"/>
          <a:lstStyle/>
          <a:p>
            <a:r>
              <a:rPr lang="en-US" sz="1467" dirty="0">
                <a:solidFill>
                  <a:srgbClr val="595959"/>
                </a:solidFill>
                <a:latin typeface="Calibri" pitchFamily="34" charset="0"/>
                <a:ea typeface="Calibri" pitchFamily="34" charset="-122"/>
                <a:cs typeface="Calibri" pitchFamily="34" charset="-120"/>
              </a:rPr>
              <a:t>▸  All 10 flowers look completely different from seed 100.</a:t>
            </a:r>
            <a:endParaRPr lang="en-US" sz="1467" dirty="0"/>
          </a:p>
          <a:p>
            <a:r>
              <a:rPr lang="en-US" sz="1467" dirty="0">
                <a:solidFill>
                  <a:srgbClr val="595959"/>
                </a:solidFill>
                <a:latin typeface="Calibri" pitchFamily="34" charset="0"/>
                <a:ea typeface="Calibri" pitchFamily="34" charset="-122"/>
                <a:cs typeface="Calibri" pitchFamily="34" charset="-120"/>
              </a:rPr>
              <a:t>▸  Running the same code again produces identical results (</a:t>
            </a:r>
            <a:r>
              <a:rPr lang="en-US" sz="1467" b="1" dirty="0">
                <a:solidFill>
                  <a:srgbClr val="595959"/>
                </a:solidFill>
                <a:highlight>
                  <a:srgbClr val="FFFF00"/>
                </a:highlight>
                <a:latin typeface="Calibri" pitchFamily="34" charset="0"/>
                <a:ea typeface="Calibri" pitchFamily="34" charset="-122"/>
                <a:cs typeface="Calibri" pitchFamily="34" charset="-120"/>
              </a:rPr>
              <a:t>deterministic</a:t>
            </a:r>
            <a:r>
              <a:rPr lang="en-US" sz="1467" dirty="0">
                <a:solidFill>
                  <a:srgbClr val="595959"/>
                </a:solidFill>
                <a:latin typeface="Calibri" pitchFamily="34" charset="0"/>
                <a:ea typeface="Calibri" pitchFamily="34" charset="-122"/>
                <a:cs typeface="Calibri" pitchFamily="34" charset="-120"/>
              </a:rPr>
              <a:t>).</a:t>
            </a:r>
            <a:endParaRPr lang="en-US" sz="1467" dirty="0"/>
          </a:p>
        </p:txBody>
      </p:sp>
      <p:pic>
        <p:nvPicPr>
          <p:cNvPr id="5124" name="Picture 4">
            <a:extLst>
              <a:ext uri="{FF2B5EF4-FFF2-40B4-BE49-F238E27FC236}">
                <a16:creationId xmlns:a16="http://schemas.microsoft.com/office/drawing/2014/main" id="{BA5E3102-8D82-FC51-D09C-E9F449B5FD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106" y="2413023"/>
            <a:ext cx="5936956" cy="2343535"/>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2">
            <a:extLst>
              <a:ext uri="{FF2B5EF4-FFF2-40B4-BE49-F238E27FC236}">
                <a16:creationId xmlns:a16="http://schemas.microsoft.com/office/drawing/2014/main" id="{CBD25D0A-05E1-B90D-D524-D3803D090E10}"/>
              </a:ext>
            </a:extLst>
          </p:cNvPr>
          <p:cNvSpPr/>
          <p:nvPr/>
        </p:nvSpPr>
        <p:spPr>
          <a:xfrm rot="5400000">
            <a:off x="2994455" y="1934312"/>
            <a:ext cx="214269" cy="580084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14" name="Right Brace 13">
            <a:extLst>
              <a:ext uri="{FF2B5EF4-FFF2-40B4-BE49-F238E27FC236}">
                <a16:creationId xmlns:a16="http://schemas.microsoft.com/office/drawing/2014/main" id="{F8C6B24D-C1EF-D6D9-26D8-44F02965D4E8}"/>
              </a:ext>
            </a:extLst>
          </p:cNvPr>
          <p:cNvSpPr/>
          <p:nvPr/>
        </p:nvSpPr>
        <p:spPr>
          <a:xfrm rot="5400000">
            <a:off x="9064378" y="2015416"/>
            <a:ext cx="190957" cy="566195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15" name="TextBox 14">
            <a:extLst>
              <a:ext uri="{FF2B5EF4-FFF2-40B4-BE49-F238E27FC236}">
                <a16:creationId xmlns:a16="http://schemas.microsoft.com/office/drawing/2014/main" id="{86F8A228-3AD1-2DF3-ABC2-E5FF84573E7A}"/>
              </a:ext>
            </a:extLst>
          </p:cNvPr>
          <p:cNvSpPr txBox="1"/>
          <p:nvPr/>
        </p:nvSpPr>
        <p:spPr>
          <a:xfrm>
            <a:off x="2493890" y="4873495"/>
            <a:ext cx="1215397" cy="400110"/>
          </a:xfrm>
          <a:prstGeom prst="rect">
            <a:avLst/>
          </a:prstGeom>
          <a:noFill/>
        </p:spPr>
        <p:txBody>
          <a:bodyPr wrap="none" rtlCol="0">
            <a:spAutoFit/>
          </a:bodyPr>
          <a:lstStyle/>
          <a:p>
            <a:r>
              <a:rPr lang="en-US" sz="2000" b="1" dirty="0">
                <a:solidFill>
                  <a:srgbClr val="FF0000"/>
                </a:solidFill>
                <a:effectLst>
                  <a:outerShdw blurRad="38100" dist="38100" dir="2700000" algn="tl">
                    <a:srgbClr val="000000">
                      <a:alpha val="43137"/>
                    </a:srgbClr>
                  </a:outerShdw>
                </a:effectLst>
              </a:rPr>
              <a:t>seed 100</a:t>
            </a:r>
            <a:endParaRPr lang="ro-RO" sz="2000" b="1" dirty="0">
              <a:solidFill>
                <a:srgbClr val="FF0000"/>
              </a:solidFill>
              <a:effectLst>
                <a:outerShdw blurRad="38100" dist="38100" dir="2700000" algn="tl">
                  <a:srgbClr val="000000">
                    <a:alpha val="43137"/>
                  </a:srgbClr>
                </a:outerShdw>
              </a:effectLst>
            </a:endParaRPr>
          </a:p>
        </p:txBody>
      </p:sp>
      <p:sp>
        <p:nvSpPr>
          <p:cNvPr id="16" name="TextBox 15">
            <a:extLst>
              <a:ext uri="{FF2B5EF4-FFF2-40B4-BE49-F238E27FC236}">
                <a16:creationId xmlns:a16="http://schemas.microsoft.com/office/drawing/2014/main" id="{D1A77AB6-ECD9-3F31-44A8-3A4E1E1A3917}"/>
              </a:ext>
            </a:extLst>
          </p:cNvPr>
          <p:cNvSpPr txBox="1"/>
          <p:nvPr/>
        </p:nvSpPr>
        <p:spPr>
          <a:xfrm>
            <a:off x="8482715" y="4880986"/>
            <a:ext cx="1079142" cy="400110"/>
          </a:xfrm>
          <a:prstGeom prst="rect">
            <a:avLst/>
          </a:prstGeom>
          <a:noFill/>
        </p:spPr>
        <p:txBody>
          <a:bodyPr wrap="none" rtlCol="0">
            <a:spAutoFit/>
          </a:bodyPr>
          <a:lstStyle/>
          <a:p>
            <a:r>
              <a:rPr lang="en-US" sz="2000" b="1" dirty="0">
                <a:solidFill>
                  <a:srgbClr val="FF0000"/>
                </a:solidFill>
                <a:effectLst>
                  <a:outerShdw blurRad="38100" dist="38100" dir="2700000" algn="tl">
                    <a:srgbClr val="000000">
                      <a:alpha val="43137"/>
                    </a:srgbClr>
                  </a:outerShdw>
                </a:effectLst>
              </a:rPr>
              <a:t>seed 42</a:t>
            </a:r>
            <a:endParaRPr lang="ro-RO" sz="20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258631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53F60648-9C8A-9488-4306-DCE2E4E29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3138" y="1047750"/>
            <a:ext cx="7705725" cy="4762500"/>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a:extLst>
              <a:ext uri="{FF2B5EF4-FFF2-40B4-BE49-F238E27FC236}">
                <a16:creationId xmlns:a16="http://schemas.microsoft.com/office/drawing/2014/main" id="{6437ADF4-DE43-4C1E-5A7E-A1A5CBF4E355}"/>
              </a:ext>
            </a:extLst>
          </p:cNvPr>
          <p:cNvSpPr/>
          <p:nvPr/>
        </p:nvSpPr>
        <p:spPr>
          <a:xfrm>
            <a:off x="0" y="0"/>
            <a:ext cx="12192000" cy="97536"/>
          </a:xfrm>
          <a:prstGeom prst="rect">
            <a:avLst/>
          </a:prstGeom>
          <a:solidFill>
            <a:srgbClr val="1565C0"/>
          </a:solidFill>
          <a:ln w="12700">
            <a:solidFill>
              <a:srgbClr val="1565C0"/>
            </a:solidFill>
            <a:prstDash val="solid"/>
          </a:ln>
        </p:spPr>
      </p:sp>
    </p:spTree>
    <p:extLst>
      <p:ext uri="{BB962C8B-B14F-4D97-AF65-F5344CB8AC3E}">
        <p14:creationId xmlns:p14="http://schemas.microsoft.com/office/powerpoint/2010/main" val="29591299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71CD-6315-89EC-8D50-8C6DD8D68C3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FE850D-F549-7D99-16A0-B1FD62034761}"/>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28B6B3A2-F7B1-39D2-0D59-7715CD122C24}"/>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C5D1DA27-0542-FFB6-5E9D-A6D3FA8F5F82}"/>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4</a:t>
            </a:r>
            <a:endParaRPr lang="en-US" sz="1467" dirty="0"/>
          </a:p>
        </p:txBody>
      </p:sp>
      <p:sp>
        <p:nvSpPr>
          <p:cNvPr id="5" name="Text 3">
            <a:extLst>
              <a:ext uri="{FF2B5EF4-FFF2-40B4-BE49-F238E27FC236}">
                <a16:creationId xmlns:a16="http://schemas.microsoft.com/office/drawing/2014/main" id="{D6D4C797-F39B-FF8A-D30A-864F50E7475D}"/>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Interpolate tensors 3 and 4</a:t>
            </a:r>
          </a:p>
        </p:txBody>
      </p:sp>
      <p:sp>
        <p:nvSpPr>
          <p:cNvPr id="6" name="Shape 4">
            <a:extLst>
              <a:ext uri="{FF2B5EF4-FFF2-40B4-BE49-F238E27FC236}">
                <a16:creationId xmlns:a16="http://schemas.microsoft.com/office/drawing/2014/main" id="{D1D2E562-51E2-25A7-5314-7EA08C3CE730}"/>
              </a:ext>
            </a:extLst>
          </p:cNvPr>
          <p:cNvSpPr/>
          <p:nvPr/>
        </p:nvSpPr>
        <p:spPr>
          <a:xfrm>
            <a:off x="487680" y="926592"/>
            <a:ext cx="11216640" cy="536448"/>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EA969726-45AD-EFD0-6D05-848A92A72589}"/>
              </a:ext>
            </a:extLst>
          </p:cNvPr>
          <p:cNvSpPr/>
          <p:nvPr/>
        </p:nvSpPr>
        <p:spPr>
          <a:xfrm>
            <a:off x="658368" y="1011936"/>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Modify the code for interpolating initial noise tensors to use the third and fourth initial noise tensors to generate 10 interpolated images. Keep the rest of the code the same (in particular, keep the random state to 100). Rerun the code to see what the generated images look like.</a:t>
            </a:r>
          </a:p>
          <a:p>
            <a:endParaRPr lang="en-US" sz="1333" dirty="0"/>
          </a:p>
        </p:txBody>
      </p:sp>
      <p:sp>
        <p:nvSpPr>
          <p:cNvPr id="8" name="Shape 6">
            <a:extLst>
              <a:ext uri="{FF2B5EF4-FFF2-40B4-BE49-F238E27FC236}">
                <a16:creationId xmlns:a16="http://schemas.microsoft.com/office/drawing/2014/main" id="{F55820C4-B65A-A933-B568-D77A2838E43B}"/>
              </a:ext>
            </a:extLst>
          </p:cNvPr>
          <p:cNvSpPr/>
          <p:nvPr/>
        </p:nvSpPr>
        <p:spPr>
          <a:xfrm>
            <a:off x="487680" y="1560576"/>
            <a:ext cx="11216640" cy="5215609"/>
          </a:xfrm>
          <a:prstGeom prst="rect">
            <a:avLst/>
          </a:prstGeom>
          <a:solidFill>
            <a:srgbClr val="1E2A3A"/>
          </a:solidFill>
          <a:ln w="10160">
            <a:solidFill>
              <a:srgbClr val="00E5FF"/>
            </a:solidFill>
            <a:prstDash val="solid"/>
          </a:ln>
        </p:spPr>
      </p:sp>
      <p:sp>
        <p:nvSpPr>
          <p:cNvPr id="9" name="Text 7">
            <a:extLst>
              <a:ext uri="{FF2B5EF4-FFF2-40B4-BE49-F238E27FC236}">
                <a16:creationId xmlns:a16="http://schemas.microsoft.com/office/drawing/2014/main" id="{E269ACE6-5D28-A864-26C6-EA5FA8E38CBD}"/>
              </a:ext>
            </a:extLst>
          </p:cNvPr>
          <p:cNvSpPr/>
          <p:nvPr/>
        </p:nvSpPr>
        <p:spPr>
          <a:xfrm>
            <a:off x="658368" y="1682496"/>
            <a:ext cx="10875264" cy="2877312"/>
          </a:xfrm>
          <a:prstGeom prst="rect">
            <a:avLst/>
          </a:prstGeom>
          <a:noFill/>
          <a:ln/>
        </p:spPr>
        <p:txBody>
          <a:bodyPr wrap="square" lIns="0" tIns="0" rIns="0" bIns="0" rtlCol="0" anchor="t"/>
          <a:lstStyle/>
          <a:p>
            <a:r>
              <a:rPr lang="en-US" sz="1307" dirty="0">
                <a:solidFill>
                  <a:srgbClr val="A8D8EA"/>
                </a:solidFill>
                <a:latin typeface="Consolas" pitchFamily="34" charset="0"/>
                <a:ea typeface="Consolas" pitchFamily="34" charset="-122"/>
                <a:cs typeface="Consolas" pitchFamily="34" charset="-120"/>
              </a:rPr>
              <a:t>import torch</a:t>
            </a:r>
          </a:p>
          <a:p>
            <a:r>
              <a:rPr lang="en-US" sz="1307" dirty="0">
                <a:solidFill>
                  <a:srgbClr val="A8D8EA"/>
                </a:solidFill>
                <a:latin typeface="Consolas" pitchFamily="34" charset="0"/>
                <a:ea typeface="Consolas" pitchFamily="34" charset="-122"/>
                <a:cs typeface="Consolas" pitchFamily="34" charset="-120"/>
              </a:rPr>
              <a:t>import </a:t>
            </a:r>
            <a:r>
              <a:rPr lang="en-US" sz="1307" dirty="0" err="1">
                <a:solidFill>
                  <a:srgbClr val="A8D8EA"/>
                </a:solidFill>
                <a:latin typeface="Consolas" pitchFamily="34" charset="0"/>
                <a:ea typeface="Consolas" pitchFamily="34" charset="-122"/>
                <a:cs typeface="Consolas" pitchFamily="34" charset="-120"/>
              </a:rPr>
              <a:t>matplotlib.pyplot</a:t>
            </a:r>
            <a:r>
              <a:rPr lang="en-US" sz="1307" dirty="0">
                <a:solidFill>
                  <a:srgbClr val="A8D8EA"/>
                </a:solidFill>
                <a:latin typeface="Consolas" pitchFamily="34" charset="0"/>
                <a:ea typeface="Consolas" pitchFamily="34" charset="-122"/>
                <a:cs typeface="Consolas" pitchFamily="34" charset="-120"/>
              </a:rPr>
              <a:t> as </a:t>
            </a:r>
            <a:r>
              <a:rPr lang="en-US" sz="1307" dirty="0" err="1">
                <a:solidFill>
                  <a:srgbClr val="A8D8EA"/>
                </a:solidFill>
                <a:latin typeface="Consolas" pitchFamily="34" charset="0"/>
                <a:ea typeface="Consolas" pitchFamily="34" charset="-122"/>
                <a:cs typeface="Consolas" pitchFamily="34" charset="-120"/>
              </a:rPr>
              <a:t>plt</a:t>
            </a:r>
            <a:endParaRPr lang="en-US" sz="1307" dirty="0">
              <a:solidFill>
                <a:srgbClr val="A8D8EA"/>
              </a:solidFill>
              <a:latin typeface="Consolas" pitchFamily="34" charset="0"/>
              <a:ea typeface="Consolas" pitchFamily="34" charset="-122"/>
              <a:cs typeface="Consolas" pitchFamily="34" charset="-120"/>
            </a:endParaRPr>
          </a:p>
          <a:p>
            <a:endParaRPr lang="en-US" sz="1307" dirty="0">
              <a:solidFill>
                <a:srgbClr val="A8D8EA"/>
              </a:solidFill>
              <a:latin typeface="Consolas" pitchFamily="34" charset="0"/>
              <a:ea typeface="Consolas" pitchFamily="34" charset="-122"/>
              <a:cs typeface="Consolas" pitchFamily="34" charset="-120"/>
            </a:endParaRPr>
          </a:p>
          <a:p>
            <a:r>
              <a:rPr lang="en-US" sz="1307" dirty="0">
                <a:solidFill>
                  <a:srgbClr val="A8D8EA"/>
                </a:solidFill>
                <a:latin typeface="Consolas" pitchFamily="34" charset="0"/>
                <a:ea typeface="Consolas" pitchFamily="34" charset="-122"/>
                <a:cs typeface="Consolas" pitchFamily="34" charset="-120"/>
              </a:rPr>
              <a:t>with </a:t>
            </a:r>
            <a:r>
              <a:rPr lang="en-US" sz="1307" dirty="0" err="1">
                <a:solidFill>
                  <a:srgbClr val="A8D8EA"/>
                </a:solidFill>
                <a:latin typeface="Consolas" pitchFamily="34" charset="0"/>
                <a:ea typeface="Consolas" pitchFamily="34" charset="-122"/>
                <a:cs typeface="Consolas" pitchFamily="34" charset="-120"/>
              </a:rPr>
              <a:t>torch.no_grad</a:t>
            </a:r>
            <a:r>
              <a:rPr lang="en-US" sz="1307" dirty="0">
                <a:solidFill>
                  <a:srgbClr val="A8D8EA"/>
                </a:solidFill>
                <a:latin typeface="Consolas" pitchFamily="34" charset="0"/>
                <a:ea typeface="Consolas" pitchFamily="34" charset="-122"/>
                <a:cs typeface="Consolas" pitchFamily="34" charset="-120"/>
              </a:rPr>
              <a:t>():</a:t>
            </a:r>
          </a:p>
          <a:p>
            <a:r>
              <a:rPr lang="en-US" sz="1307" dirty="0">
                <a:solidFill>
                  <a:srgbClr val="A8D8EA"/>
                </a:solidFill>
                <a:latin typeface="Consolas" pitchFamily="34" charset="0"/>
                <a:ea typeface="Consolas" pitchFamily="34" charset="-122"/>
                <a:cs typeface="Consolas" pitchFamily="34" charset="-120"/>
              </a:rPr>
              <a:t>    generator = </a:t>
            </a:r>
            <a:r>
              <a:rPr lang="en-US" sz="1307" dirty="0" err="1">
                <a:solidFill>
                  <a:srgbClr val="A8D8EA"/>
                </a:solidFill>
                <a:latin typeface="Consolas" pitchFamily="34" charset="0"/>
                <a:ea typeface="Consolas" pitchFamily="34" charset="-122"/>
                <a:cs typeface="Consolas" pitchFamily="34" charset="-120"/>
              </a:rPr>
              <a:t>torch.manual_seed</a:t>
            </a:r>
            <a:r>
              <a:rPr lang="en-US" sz="1307" dirty="0">
                <a:solidFill>
                  <a:srgbClr val="A8D8EA"/>
                </a:solidFill>
                <a:latin typeface="Consolas" pitchFamily="34" charset="0"/>
                <a:ea typeface="Consolas" pitchFamily="34" charset="-122"/>
                <a:cs typeface="Consolas" pitchFamily="34" charset="-120"/>
              </a:rPr>
              <a:t>(100)        # same seed as in laboratory</a:t>
            </a:r>
          </a:p>
          <a:p>
            <a:endParaRPr lang="en-US" sz="1307" dirty="0">
              <a:solidFill>
                <a:srgbClr val="A8D8EA"/>
              </a:solidFill>
              <a:latin typeface="Consolas" pitchFamily="34" charset="0"/>
              <a:ea typeface="Consolas" pitchFamily="34" charset="-122"/>
              <a:cs typeface="Consolas" pitchFamily="34" charset="-120"/>
            </a:endParaRPr>
          </a:p>
          <a:p>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generated_images</a:t>
            </a:r>
            <a:r>
              <a:rPr lang="en-US" sz="1307" dirty="0">
                <a:solidFill>
                  <a:srgbClr val="A8D8EA"/>
                </a:solidFill>
                <a:latin typeface="Consolas" pitchFamily="34" charset="0"/>
                <a:ea typeface="Consolas" pitchFamily="34" charset="-122"/>
                <a:cs typeface="Consolas" pitchFamily="34" charset="-120"/>
              </a:rPr>
              <a:t> = </a:t>
            </a:r>
            <a:r>
              <a:rPr lang="en-US" sz="1307" dirty="0" err="1">
                <a:solidFill>
                  <a:srgbClr val="A8D8EA"/>
                </a:solidFill>
                <a:latin typeface="Consolas" pitchFamily="34" charset="0"/>
                <a:ea typeface="Consolas" pitchFamily="34" charset="-122"/>
                <a:cs typeface="Consolas" pitchFamily="34" charset="-120"/>
              </a:rPr>
              <a:t>noise_scheduler.interpolate</a:t>
            </a:r>
            <a:r>
              <a:rPr lang="en-US" sz="1307" dirty="0">
                <a:solidFill>
                  <a:srgbClr val="A8D8EA"/>
                </a:solidFill>
                <a:latin typeface="Consolas" pitchFamily="34" charset="0"/>
                <a:ea typeface="Consolas" pitchFamily="34" charset="-122"/>
                <a:cs typeface="Consolas" pitchFamily="34" charset="-120"/>
              </a:rPr>
              <a:t>(</a:t>
            </a:r>
          </a:p>
          <a:p>
            <a:r>
              <a:rPr lang="en-US" sz="1307" dirty="0">
                <a:solidFill>
                  <a:srgbClr val="A8D8EA"/>
                </a:solidFill>
                <a:latin typeface="Consolas" pitchFamily="34" charset="0"/>
                <a:ea typeface="Consolas" pitchFamily="34" charset="-122"/>
                <a:cs typeface="Consolas" pitchFamily="34" charset="-120"/>
              </a:rPr>
              <a:t>        model,</a:t>
            </a:r>
          </a:p>
          <a:p>
            <a:r>
              <a:rPr lang="en-US" sz="1307" dirty="0">
                <a:solidFill>
                  <a:srgbClr val="A8D8EA"/>
                </a:solidFill>
                <a:latin typeface="Consolas" pitchFamily="34" charset="0"/>
                <a:ea typeface="Consolas" pitchFamily="34" charset="-122"/>
                <a:cs typeface="Consolas" pitchFamily="34" charset="-120"/>
              </a:rPr>
              <a:t>        2,                                    # </a:t>
            </a:r>
            <a:r>
              <a:rPr lang="en-US" sz="1307" dirty="0" err="1">
                <a:solidFill>
                  <a:srgbClr val="A8D8EA"/>
                </a:solidFill>
                <a:latin typeface="Consolas" pitchFamily="34" charset="0"/>
                <a:ea typeface="Consolas" pitchFamily="34" charset="-122"/>
                <a:cs typeface="Consolas" pitchFamily="34" charset="-120"/>
              </a:rPr>
              <a:t>a_idx</a:t>
            </a:r>
            <a:r>
              <a:rPr lang="en-US" sz="1307" dirty="0">
                <a:solidFill>
                  <a:srgbClr val="A8D8EA"/>
                </a:solidFill>
                <a:latin typeface="Consolas" pitchFamily="34" charset="0"/>
                <a:ea typeface="Consolas" pitchFamily="34" charset="-122"/>
                <a:cs typeface="Consolas" pitchFamily="34" charset="-120"/>
              </a:rPr>
              <a:t>=2  → "third" tensor  (0-based)</a:t>
            </a:r>
          </a:p>
          <a:p>
            <a:r>
              <a:rPr lang="en-US" sz="1307" dirty="0">
                <a:solidFill>
                  <a:srgbClr val="A8D8EA"/>
                </a:solidFill>
                <a:latin typeface="Consolas" pitchFamily="34" charset="0"/>
                <a:ea typeface="Consolas" pitchFamily="34" charset="-122"/>
                <a:cs typeface="Consolas" pitchFamily="34" charset="-120"/>
              </a:rPr>
              <a:t>        3,                                    # </a:t>
            </a:r>
            <a:r>
              <a:rPr lang="en-US" sz="1307" dirty="0" err="1">
                <a:solidFill>
                  <a:srgbClr val="A8D8EA"/>
                </a:solidFill>
                <a:latin typeface="Consolas" pitchFamily="34" charset="0"/>
                <a:ea typeface="Consolas" pitchFamily="34" charset="-122"/>
                <a:cs typeface="Consolas" pitchFamily="34" charset="-120"/>
              </a:rPr>
              <a:t>b_idx</a:t>
            </a:r>
            <a:r>
              <a:rPr lang="en-US" sz="1307" dirty="0">
                <a:solidFill>
                  <a:srgbClr val="A8D8EA"/>
                </a:solidFill>
                <a:latin typeface="Consolas" pitchFamily="34" charset="0"/>
                <a:ea typeface="Consolas" pitchFamily="34" charset="-122"/>
                <a:cs typeface="Consolas" pitchFamily="34" charset="-120"/>
              </a:rPr>
              <a:t>=3  → "fourth" tensor (0-based)</a:t>
            </a:r>
          </a:p>
          <a:p>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num_inference_steps</a:t>
            </a:r>
            <a:r>
              <a:rPr lang="en-US" sz="1307" dirty="0">
                <a:solidFill>
                  <a:srgbClr val="A8D8EA"/>
                </a:solidFill>
                <a:latin typeface="Consolas" pitchFamily="34" charset="0"/>
                <a:ea typeface="Consolas" pitchFamily="34" charset="-122"/>
                <a:cs typeface="Consolas" pitchFamily="34" charset="-120"/>
              </a:rPr>
              <a:t>=50,</a:t>
            </a:r>
          </a:p>
          <a:p>
            <a:r>
              <a:rPr lang="en-US" sz="1307" dirty="0">
                <a:solidFill>
                  <a:srgbClr val="A8D8EA"/>
                </a:solidFill>
                <a:latin typeface="Consolas" pitchFamily="34" charset="0"/>
                <a:ea typeface="Consolas" pitchFamily="34" charset="-122"/>
                <a:cs typeface="Consolas" pitchFamily="34" charset="-120"/>
              </a:rPr>
              <a:t>        generator=generator,</a:t>
            </a:r>
          </a:p>
          <a:p>
            <a:r>
              <a:rPr lang="en-US" sz="1307" dirty="0">
                <a:solidFill>
                  <a:srgbClr val="A8D8EA"/>
                </a:solidFill>
                <a:latin typeface="Consolas" pitchFamily="34" charset="0"/>
                <a:ea typeface="Consolas" pitchFamily="34" charset="-122"/>
                <a:cs typeface="Consolas" pitchFamily="34" charset="-120"/>
              </a:rPr>
              <a:t>        eta=0,                                # deterministic</a:t>
            </a:r>
          </a:p>
          <a:p>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use_clipped_model_output</a:t>
            </a:r>
            <a:r>
              <a:rPr lang="en-US" sz="1307" dirty="0">
                <a:solidFill>
                  <a:srgbClr val="A8D8EA"/>
                </a:solidFill>
                <a:latin typeface="Consolas" pitchFamily="34" charset="0"/>
                <a:ea typeface="Consolas" pitchFamily="34" charset="-122"/>
                <a:cs typeface="Consolas" pitchFamily="34" charset="-120"/>
              </a:rPr>
              <a:t>=True,</a:t>
            </a:r>
          </a:p>
          <a:p>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batch_size</a:t>
            </a:r>
            <a:r>
              <a:rPr lang="en-US" sz="1307" dirty="0">
                <a:solidFill>
                  <a:srgbClr val="A8D8EA"/>
                </a:solidFill>
                <a:latin typeface="Consolas" pitchFamily="34" charset="0"/>
                <a:ea typeface="Consolas" pitchFamily="34" charset="-122"/>
                <a:cs typeface="Consolas" pitchFamily="34" charset="-120"/>
              </a:rPr>
              <a:t>=10                         # 10 interpolated images</a:t>
            </a:r>
          </a:p>
          <a:p>
            <a:r>
              <a:rPr lang="en-US" sz="1307" dirty="0">
                <a:solidFill>
                  <a:srgbClr val="A8D8EA"/>
                </a:solidFill>
                <a:latin typeface="Consolas" pitchFamily="34" charset="0"/>
                <a:ea typeface="Consolas" pitchFamily="34" charset="-122"/>
                <a:cs typeface="Consolas" pitchFamily="34" charset="-120"/>
              </a:rPr>
              <a:t>    )</a:t>
            </a:r>
          </a:p>
          <a:p>
            <a:endParaRPr lang="en-US" sz="1307" dirty="0">
              <a:solidFill>
                <a:srgbClr val="A8D8EA"/>
              </a:solidFill>
              <a:latin typeface="Consolas" pitchFamily="34" charset="0"/>
              <a:ea typeface="Consolas" pitchFamily="34" charset="-122"/>
              <a:cs typeface="Consolas" pitchFamily="34" charset="-120"/>
            </a:endParaRPr>
          </a:p>
          <a:p>
            <a:r>
              <a:rPr lang="en-US" sz="1307" dirty="0" err="1">
                <a:solidFill>
                  <a:srgbClr val="A8D8EA"/>
                </a:solidFill>
                <a:latin typeface="Consolas" pitchFamily="34" charset="0"/>
                <a:ea typeface="Consolas" pitchFamily="34" charset="-122"/>
                <a:cs typeface="Consolas" pitchFamily="34" charset="-120"/>
              </a:rPr>
              <a:t>imgnp</a:t>
            </a:r>
            <a:r>
              <a:rPr lang="en-US" sz="1307" dirty="0">
                <a:solidFill>
                  <a:srgbClr val="A8D8EA"/>
                </a:solidFill>
                <a:latin typeface="Consolas" pitchFamily="34" charset="0"/>
                <a:ea typeface="Consolas" pitchFamily="34" charset="-122"/>
                <a:cs typeface="Consolas" pitchFamily="34" charset="-120"/>
              </a:rPr>
              <a:t> = </a:t>
            </a:r>
            <a:r>
              <a:rPr lang="en-US" sz="1307" dirty="0" err="1">
                <a:solidFill>
                  <a:srgbClr val="A8D8EA"/>
                </a:solidFill>
                <a:latin typeface="Consolas" pitchFamily="34" charset="0"/>
                <a:ea typeface="Consolas" pitchFamily="34" charset="-122"/>
                <a:cs typeface="Consolas" pitchFamily="34" charset="-120"/>
              </a:rPr>
              <a:t>generated_images</a:t>
            </a:r>
            <a:endParaRPr lang="en-US" sz="1307" dirty="0">
              <a:solidFill>
                <a:srgbClr val="A8D8EA"/>
              </a:solidFill>
              <a:latin typeface="Consolas" pitchFamily="34" charset="0"/>
              <a:ea typeface="Consolas" pitchFamily="34" charset="-122"/>
              <a:cs typeface="Consolas" pitchFamily="34" charset="-120"/>
            </a:endParaRPr>
          </a:p>
          <a:p>
            <a:r>
              <a:rPr lang="en-US" sz="1307" dirty="0" err="1">
                <a:solidFill>
                  <a:srgbClr val="A8D8EA"/>
                </a:solidFill>
                <a:latin typeface="Consolas" pitchFamily="34" charset="0"/>
                <a:ea typeface="Consolas" pitchFamily="34" charset="-122"/>
                <a:cs typeface="Consolas" pitchFamily="34" charset="-120"/>
              </a:rPr>
              <a:t>plt.figure</a:t>
            </a:r>
            <a:r>
              <a:rPr lang="en-US" sz="1307" dirty="0">
                <a:solidFill>
                  <a:srgbClr val="A8D8EA"/>
                </a:solidFill>
                <a:latin typeface="Consolas" pitchFamily="34" charset="0"/>
                <a:ea typeface="Consolas" pitchFamily="34" charset="-122"/>
                <a:cs typeface="Consolas" pitchFamily="34" charset="-120"/>
              </a:rPr>
              <a:t>(</a:t>
            </a:r>
            <a:r>
              <a:rPr lang="en-US" sz="1307" dirty="0" err="1">
                <a:solidFill>
                  <a:srgbClr val="A8D8EA"/>
                </a:solidFill>
                <a:latin typeface="Consolas" pitchFamily="34" charset="0"/>
                <a:ea typeface="Consolas" pitchFamily="34" charset="-122"/>
                <a:cs typeface="Consolas" pitchFamily="34" charset="-120"/>
              </a:rPr>
              <a:t>figsize</a:t>
            </a:r>
            <a:r>
              <a:rPr lang="en-US" sz="1307" dirty="0">
                <a:solidFill>
                  <a:srgbClr val="A8D8EA"/>
                </a:solidFill>
                <a:latin typeface="Consolas" pitchFamily="34" charset="0"/>
                <a:ea typeface="Consolas" pitchFamily="34" charset="-122"/>
                <a:cs typeface="Consolas" pitchFamily="34" charset="-120"/>
              </a:rPr>
              <a:t>=(10, 4), dpi=100)</a:t>
            </a:r>
          </a:p>
          <a:p>
            <a:r>
              <a:rPr lang="en-US" sz="1307" dirty="0">
                <a:solidFill>
                  <a:srgbClr val="A8D8EA"/>
                </a:solidFill>
                <a:latin typeface="Consolas" pitchFamily="34" charset="0"/>
                <a:ea typeface="Consolas" pitchFamily="34" charset="-122"/>
                <a:cs typeface="Consolas" pitchFamily="34" charset="-120"/>
              </a:rPr>
              <a:t>for </a:t>
            </a:r>
            <a:r>
              <a:rPr lang="en-US" sz="1307" dirty="0" err="1">
                <a:solidFill>
                  <a:srgbClr val="A8D8EA"/>
                </a:solidFill>
                <a:latin typeface="Consolas" pitchFamily="34" charset="0"/>
                <a:ea typeface="Consolas" pitchFamily="34" charset="-122"/>
                <a:cs typeface="Consolas" pitchFamily="34" charset="-120"/>
              </a:rPr>
              <a:t>i</a:t>
            </a:r>
            <a:r>
              <a:rPr lang="en-US" sz="1307" dirty="0">
                <a:solidFill>
                  <a:srgbClr val="A8D8EA"/>
                </a:solidFill>
                <a:latin typeface="Consolas" pitchFamily="34" charset="0"/>
                <a:ea typeface="Consolas" pitchFamily="34" charset="-122"/>
                <a:cs typeface="Consolas" pitchFamily="34" charset="-120"/>
              </a:rPr>
              <a:t> in range(10):</a:t>
            </a:r>
          </a:p>
          <a:p>
            <a:r>
              <a:rPr lang="en-US" sz="1307" dirty="0">
                <a:solidFill>
                  <a:srgbClr val="A8D8EA"/>
                </a:solidFill>
                <a:latin typeface="Consolas" pitchFamily="34" charset="0"/>
                <a:ea typeface="Consolas" pitchFamily="34" charset="-122"/>
                <a:cs typeface="Consolas" pitchFamily="34" charset="-120"/>
              </a:rPr>
              <a:t>    ax = </a:t>
            </a:r>
            <a:r>
              <a:rPr lang="en-US" sz="1307" dirty="0" err="1">
                <a:solidFill>
                  <a:srgbClr val="A8D8EA"/>
                </a:solidFill>
                <a:latin typeface="Consolas" pitchFamily="34" charset="0"/>
                <a:ea typeface="Consolas" pitchFamily="34" charset="-122"/>
                <a:cs typeface="Consolas" pitchFamily="34" charset="-120"/>
              </a:rPr>
              <a:t>plt.subplot</a:t>
            </a:r>
            <a:r>
              <a:rPr lang="en-US" sz="1307" dirty="0">
                <a:solidFill>
                  <a:srgbClr val="A8D8EA"/>
                </a:solidFill>
                <a:latin typeface="Consolas" pitchFamily="34" charset="0"/>
                <a:ea typeface="Consolas" pitchFamily="34" charset="-122"/>
                <a:cs typeface="Consolas" pitchFamily="34" charset="-120"/>
              </a:rPr>
              <a:t>(1, 10, </a:t>
            </a:r>
            <a:r>
              <a:rPr lang="en-US" sz="1307" dirty="0" err="1">
                <a:solidFill>
                  <a:srgbClr val="A8D8EA"/>
                </a:solidFill>
                <a:latin typeface="Consolas" pitchFamily="34" charset="0"/>
                <a:ea typeface="Consolas" pitchFamily="34" charset="-122"/>
                <a:cs typeface="Consolas" pitchFamily="34" charset="-120"/>
              </a:rPr>
              <a:t>i</a:t>
            </a:r>
            <a:r>
              <a:rPr lang="en-US" sz="1307" dirty="0">
                <a:solidFill>
                  <a:srgbClr val="A8D8EA"/>
                </a:solidFill>
                <a:latin typeface="Consolas" pitchFamily="34" charset="0"/>
                <a:ea typeface="Consolas" pitchFamily="34" charset="-122"/>
                <a:cs typeface="Consolas" pitchFamily="34" charset="-120"/>
              </a:rPr>
              <a:t> + 1)</a:t>
            </a:r>
          </a:p>
          <a:p>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plt.imshow</a:t>
            </a:r>
            <a:r>
              <a:rPr lang="en-US" sz="1307" dirty="0">
                <a:solidFill>
                  <a:srgbClr val="A8D8EA"/>
                </a:solidFill>
                <a:latin typeface="Consolas" pitchFamily="34" charset="0"/>
                <a:ea typeface="Consolas" pitchFamily="34" charset="-122"/>
                <a:cs typeface="Consolas" pitchFamily="34" charset="-120"/>
              </a:rPr>
              <a:t>(</a:t>
            </a:r>
            <a:r>
              <a:rPr lang="en-US" sz="1307" dirty="0" err="1">
                <a:solidFill>
                  <a:srgbClr val="A8D8EA"/>
                </a:solidFill>
                <a:latin typeface="Consolas" pitchFamily="34" charset="0"/>
                <a:ea typeface="Consolas" pitchFamily="34" charset="-122"/>
                <a:cs typeface="Consolas" pitchFamily="34" charset="-120"/>
              </a:rPr>
              <a:t>imgnp</a:t>
            </a:r>
            <a:r>
              <a:rPr lang="en-US" sz="1307" dirty="0">
                <a:solidFill>
                  <a:srgbClr val="A8D8EA"/>
                </a:solidFill>
                <a:latin typeface="Consolas" pitchFamily="34" charset="0"/>
                <a:ea typeface="Consolas" pitchFamily="34" charset="-122"/>
                <a:cs typeface="Consolas" pitchFamily="34" charset="-120"/>
              </a:rPr>
              <a:t>[</a:t>
            </a:r>
            <a:r>
              <a:rPr lang="en-US" sz="1307" dirty="0" err="1">
                <a:solidFill>
                  <a:srgbClr val="A8D8EA"/>
                </a:solidFill>
                <a:latin typeface="Consolas" pitchFamily="34" charset="0"/>
                <a:ea typeface="Consolas" pitchFamily="34" charset="-122"/>
                <a:cs typeface="Consolas" pitchFamily="34" charset="-120"/>
              </a:rPr>
              <a:t>i</a:t>
            </a:r>
            <a:r>
              <a:rPr lang="en-US" sz="1307" dirty="0">
                <a:solidFill>
                  <a:srgbClr val="A8D8EA"/>
                </a:solidFill>
                <a:latin typeface="Consolas" pitchFamily="34" charset="0"/>
                <a:ea typeface="Consolas" pitchFamily="34" charset="-122"/>
                <a:cs typeface="Consolas" pitchFamily="34" charset="-120"/>
              </a:rPr>
              <a:t>])</a:t>
            </a:r>
          </a:p>
          <a:p>
            <a:r>
              <a:rPr lang="en-US" sz="1307" dirty="0">
                <a:solidFill>
                  <a:srgbClr val="A8D8EA"/>
                </a:solidFill>
                <a:latin typeface="Consolas" pitchFamily="34" charset="0"/>
                <a:ea typeface="Consolas" pitchFamily="34" charset="-122"/>
                <a:cs typeface="Consolas" pitchFamily="34" charset="-120"/>
              </a:rPr>
              <a:t>    </a:t>
            </a:r>
            <a:r>
              <a:rPr lang="en-US" sz="1307" dirty="0" err="1">
                <a:solidFill>
                  <a:srgbClr val="A8D8EA"/>
                </a:solidFill>
                <a:latin typeface="Consolas" pitchFamily="34" charset="0"/>
                <a:ea typeface="Consolas" pitchFamily="34" charset="-122"/>
                <a:cs typeface="Consolas" pitchFamily="34" charset="-120"/>
              </a:rPr>
              <a:t>plt.axis</a:t>
            </a:r>
            <a:r>
              <a:rPr lang="en-US" sz="1307" dirty="0">
                <a:solidFill>
                  <a:srgbClr val="A8D8EA"/>
                </a:solidFill>
                <a:latin typeface="Consolas" pitchFamily="34" charset="0"/>
                <a:ea typeface="Consolas" pitchFamily="34" charset="-122"/>
                <a:cs typeface="Consolas" pitchFamily="34" charset="-120"/>
              </a:rPr>
              <a:t>("off")</a:t>
            </a:r>
          </a:p>
          <a:p>
            <a:r>
              <a:rPr lang="en-US" sz="1307" dirty="0" err="1">
                <a:solidFill>
                  <a:srgbClr val="A8D8EA"/>
                </a:solidFill>
                <a:latin typeface="Consolas" pitchFamily="34" charset="0"/>
                <a:ea typeface="Consolas" pitchFamily="34" charset="-122"/>
                <a:cs typeface="Consolas" pitchFamily="34" charset="-120"/>
              </a:rPr>
              <a:t>plt.tight_layout</a:t>
            </a:r>
            <a:r>
              <a:rPr lang="en-US" sz="1307" dirty="0">
                <a:solidFill>
                  <a:srgbClr val="A8D8EA"/>
                </a:solidFill>
                <a:latin typeface="Consolas" pitchFamily="34" charset="0"/>
                <a:ea typeface="Consolas" pitchFamily="34" charset="-122"/>
                <a:cs typeface="Consolas" pitchFamily="34" charset="-120"/>
              </a:rPr>
              <a:t>()</a:t>
            </a:r>
          </a:p>
          <a:p>
            <a:r>
              <a:rPr lang="en-US" sz="1307" dirty="0" err="1">
                <a:solidFill>
                  <a:srgbClr val="A8D8EA"/>
                </a:solidFill>
                <a:latin typeface="Consolas" pitchFamily="34" charset="0"/>
                <a:ea typeface="Consolas" pitchFamily="34" charset="-122"/>
                <a:cs typeface="Consolas" pitchFamily="34" charset="-120"/>
              </a:rPr>
              <a:t>plt.show</a:t>
            </a:r>
            <a:r>
              <a:rPr lang="en-US" sz="1307" dirty="0">
                <a:solidFill>
                  <a:srgbClr val="A8D8EA"/>
                </a:solidFill>
                <a:latin typeface="Consolas" pitchFamily="34" charset="0"/>
                <a:ea typeface="Consolas" pitchFamily="34" charset="-122"/>
                <a:cs typeface="Consolas" pitchFamily="34" charset="-120"/>
              </a:rPr>
              <a:t>()</a:t>
            </a:r>
          </a:p>
          <a:p>
            <a:endParaRPr lang="en-US" sz="1307" dirty="0"/>
          </a:p>
        </p:txBody>
      </p:sp>
    </p:spTree>
    <p:extLst>
      <p:ext uri="{BB962C8B-B14F-4D97-AF65-F5344CB8AC3E}">
        <p14:creationId xmlns:p14="http://schemas.microsoft.com/office/powerpoint/2010/main" val="37234323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73746-17E9-2531-9127-A3AA358C2F5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5019BB-E11D-BD0F-4A89-C0CCB2AFA262}"/>
              </a:ext>
            </a:extLst>
          </p:cNvPr>
          <p:cNvSpPr/>
          <p:nvPr/>
        </p:nvSpPr>
        <p:spPr>
          <a:xfrm>
            <a:off x="0" y="0"/>
            <a:ext cx="12192000" cy="97536"/>
          </a:xfrm>
          <a:prstGeom prst="rect">
            <a:avLst/>
          </a:prstGeom>
          <a:solidFill>
            <a:srgbClr val="1565C0"/>
          </a:solidFill>
          <a:ln w="12700">
            <a:solidFill>
              <a:srgbClr val="1565C0"/>
            </a:solidFill>
            <a:prstDash val="solid"/>
          </a:ln>
        </p:spPr>
      </p:sp>
      <p:sp>
        <p:nvSpPr>
          <p:cNvPr id="3" name="Shape 1">
            <a:extLst>
              <a:ext uri="{FF2B5EF4-FFF2-40B4-BE49-F238E27FC236}">
                <a16:creationId xmlns:a16="http://schemas.microsoft.com/office/drawing/2014/main" id="{2F6F952B-1D1D-48F5-4D5B-9A804E355902}"/>
              </a:ext>
            </a:extLst>
          </p:cNvPr>
          <p:cNvSpPr/>
          <p:nvPr/>
        </p:nvSpPr>
        <p:spPr>
          <a:xfrm>
            <a:off x="487680" y="170688"/>
            <a:ext cx="877824" cy="609600"/>
          </a:xfrm>
          <a:prstGeom prst="rect">
            <a:avLst/>
          </a:prstGeom>
          <a:solidFill>
            <a:srgbClr val="1565C0"/>
          </a:solidFill>
          <a:ln w="12700">
            <a:solidFill>
              <a:srgbClr val="1565C0"/>
            </a:solidFill>
            <a:prstDash val="solid"/>
          </a:ln>
        </p:spPr>
      </p:sp>
      <p:sp>
        <p:nvSpPr>
          <p:cNvPr id="4" name="Text 2">
            <a:extLst>
              <a:ext uri="{FF2B5EF4-FFF2-40B4-BE49-F238E27FC236}">
                <a16:creationId xmlns:a16="http://schemas.microsoft.com/office/drawing/2014/main" id="{36630547-159D-B70E-378B-0B96F6A67796}"/>
              </a:ext>
            </a:extLst>
          </p:cNvPr>
          <p:cNvSpPr/>
          <p:nvPr/>
        </p:nvSpPr>
        <p:spPr>
          <a:xfrm>
            <a:off x="487680" y="170688"/>
            <a:ext cx="877824" cy="60960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Ex 4</a:t>
            </a:r>
            <a:endParaRPr lang="en-US" sz="1467" dirty="0"/>
          </a:p>
        </p:txBody>
      </p:sp>
      <p:sp>
        <p:nvSpPr>
          <p:cNvPr id="5" name="Text 3">
            <a:extLst>
              <a:ext uri="{FF2B5EF4-FFF2-40B4-BE49-F238E27FC236}">
                <a16:creationId xmlns:a16="http://schemas.microsoft.com/office/drawing/2014/main" id="{E71D53F0-3E21-4391-1D02-729F633A8137}"/>
              </a:ext>
            </a:extLst>
          </p:cNvPr>
          <p:cNvSpPr/>
          <p:nvPr/>
        </p:nvSpPr>
        <p:spPr>
          <a:xfrm>
            <a:off x="1511808" y="195072"/>
            <a:ext cx="10192512" cy="60960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Interpolate tensors 3 and 4</a:t>
            </a:r>
          </a:p>
        </p:txBody>
      </p:sp>
      <p:sp>
        <p:nvSpPr>
          <p:cNvPr id="6" name="Shape 4">
            <a:extLst>
              <a:ext uri="{FF2B5EF4-FFF2-40B4-BE49-F238E27FC236}">
                <a16:creationId xmlns:a16="http://schemas.microsoft.com/office/drawing/2014/main" id="{F5662A6F-5C5D-F080-85CF-FCA040B4B051}"/>
              </a:ext>
            </a:extLst>
          </p:cNvPr>
          <p:cNvSpPr/>
          <p:nvPr/>
        </p:nvSpPr>
        <p:spPr>
          <a:xfrm>
            <a:off x="487680" y="926592"/>
            <a:ext cx="11216640" cy="536448"/>
          </a:xfrm>
          <a:prstGeom prst="rect">
            <a:avLst/>
          </a:prstGeom>
          <a:solidFill>
            <a:srgbClr val="E3F2FD"/>
          </a:solidFill>
          <a:ln w="10160">
            <a:solidFill>
              <a:srgbClr val="1565C0"/>
            </a:solidFill>
            <a:prstDash val="solid"/>
          </a:ln>
        </p:spPr>
      </p:sp>
      <p:sp>
        <p:nvSpPr>
          <p:cNvPr id="7" name="Text 5">
            <a:extLst>
              <a:ext uri="{FF2B5EF4-FFF2-40B4-BE49-F238E27FC236}">
                <a16:creationId xmlns:a16="http://schemas.microsoft.com/office/drawing/2014/main" id="{B34AA831-FC80-CB3F-9269-710D00D584D4}"/>
              </a:ext>
            </a:extLst>
          </p:cNvPr>
          <p:cNvSpPr/>
          <p:nvPr/>
        </p:nvSpPr>
        <p:spPr>
          <a:xfrm>
            <a:off x="658368" y="1011936"/>
            <a:ext cx="10850880" cy="487680"/>
          </a:xfrm>
          <a:prstGeom prst="rect">
            <a:avLst/>
          </a:prstGeom>
          <a:noFill/>
          <a:ln/>
        </p:spPr>
        <p:txBody>
          <a:bodyPr wrap="square" lIns="0" tIns="0" rIns="0" bIns="0" rtlCol="0" anchor="ctr"/>
          <a:lstStyle/>
          <a:p>
            <a:r>
              <a:rPr lang="en-US" sz="1333" i="1" dirty="0">
                <a:solidFill>
                  <a:srgbClr val="1A237E"/>
                </a:solidFill>
                <a:latin typeface="Calibri" pitchFamily="34" charset="0"/>
                <a:ea typeface="Calibri" pitchFamily="34" charset="-122"/>
                <a:cs typeface="Calibri" pitchFamily="34" charset="-120"/>
              </a:rPr>
              <a:t>❓  Modify the code for interpolating initial noise tensors to use the third and fourth initial noise tensors to generate 10 interpolated images. Keep the rest of the code the same (in particular, keep the random state to 100). Rerun the code to see what the generated images look like.</a:t>
            </a:r>
          </a:p>
          <a:p>
            <a:endParaRPr lang="en-US" sz="1333" dirty="0"/>
          </a:p>
        </p:txBody>
      </p:sp>
      <p:pic>
        <p:nvPicPr>
          <p:cNvPr id="8194" name="Picture 2">
            <a:extLst>
              <a:ext uri="{FF2B5EF4-FFF2-40B4-BE49-F238E27FC236}">
                <a16:creationId xmlns:a16="http://schemas.microsoft.com/office/drawing/2014/main" id="{8F38313B-73AC-F227-5A0F-C5877D9CD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 y="2391089"/>
            <a:ext cx="12031579" cy="1253036"/>
          </a:xfrm>
          <a:prstGeom prst="rect">
            <a:avLst/>
          </a:prstGeom>
          <a:noFill/>
          <a:extLst>
            <a:ext uri="{909E8E84-426E-40DD-AFC4-6F175D3DCCD1}">
              <a14:hiddenFill xmlns:a14="http://schemas.microsoft.com/office/drawing/2010/main">
                <a:solidFill>
                  <a:srgbClr val="FFFFFF"/>
                </a:solidFill>
              </a14:hiddenFill>
            </a:ext>
          </a:extLst>
        </p:spPr>
      </p:pic>
      <p:sp>
        <p:nvSpPr>
          <p:cNvPr id="10" name="Shape 5">
            <a:extLst>
              <a:ext uri="{FF2B5EF4-FFF2-40B4-BE49-F238E27FC236}">
                <a16:creationId xmlns:a16="http://schemas.microsoft.com/office/drawing/2014/main" id="{268AFC4E-4FAE-0EA4-C8FA-BFB5F6DB86A2}"/>
              </a:ext>
            </a:extLst>
          </p:cNvPr>
          <p:cNvSpPr/>
          <p:nvPr/>
        </p:nvSpPr>
        <p:spPr>
          <a:xfrm>
            <a:off x="304800" y="4279566"/>
            <a:ext cx="11338560" cy="463296"/>
          </a:xfrm>
          <a:prstGeom prst="rect">
            <a:avLst/>
          </a:prstGeom>
          <a:solidFill>
            <a:srgbClr val="1F5BAD"/>
          </a:solidFill>
          <a:ln w="12700">
            <a:solidFill>
              <a:srgbClr val="1F5BAD"/>
            </a:solidFill>
            <a:prstDash val="solid"/>
          </a:ln>
        </p:spPr>
      </p:sp>
      <p:sp>
        <p:nvSpPr>
          <p:cNvPr id="11" name="Text 6">
            <a:extLst>
              <a:ext uri="{FF2B5EF4-FFF2-40B4-BE49-F238E27FC236}">
                <a16:creationId xmlns:a16="http://schemas.microsoft.com/office/drawing/2014/main" id="{9D7387B9-3533-99B7-5F36-4C236F947E29}"/>
              </a:ext>
            </a:extLst>
          </p:cNvPr>
          <p:cNvSpPr/>
          <p:nvPr/>
        </p:nvSpPr>
        <p:spPr>
          <a:xfrm>
            <a:off x="304800" y="4279566"/>
            <a:ext cx="11338560" cy="463296"/>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Expected observations</a:t>
            </a:r>
            <a:endParaRPr lang="en-US" sz="1600" dirty="0"/>
          </a:p>
        </p:txBody>
      </p:sp>
      <p:sp>
        <p:nvSpPr>
          <p:cNvPr id="12" name="Shape 7">
            <a:extLst>
              <a:ext uri="{FF2B5EF4-FFF2-40B4-BE49-F238E27FC236}">
                <a16:creationId xmlns:a16="http://schemas.microsoft.com/office/drawing/2014/main" id="{0DD3307C-A6BF-E031-B4F0-EAAEF7C5E0FF}"/>
              </a:ext>
            </a:extLst>
          </p:cNvPr>
          <p:cNvSpPr/>
          <p:nvPr/>
        </p:nvSpPr>
        <p:spPr>
          <a:xfrm>
            <a:off x="304800" y="4840398"/>
            <a:ext cx="5547360" cy="463296"/>
          </a:xfrm>
          <a:prstGeom prst="rect">
            <a:avLst/>
          </a:prstGeom>
          <a:solidFill>
            <a:srgbClr val="EEF3FB"/>
          </a:solidFill>
          <a:ln w="12700">
            <a:solidFill>
              <a:srgbClr val="CCCCCC"/>
            </a:solidFill>
            <a:prstDash val="solid"/>
          </a:ln>
        </p:spPr>
      </p:sp>
      <p:sp>
        <p:nvSpPr>
          <p:cNvPr id="13" name="Shape 8">
            <a:extLst>
              <a:ext uri="{FF2B5EF4-FFF2-40B4-BE49-F238E27FC236}">
                <a16:creationId xmlns:a16="http://schemas.microsoft.com/office/drawing/2014/main" id="{9C7D6AB7-7ABE-DFD9-AF78-D190067D8BE2}"/>
              </a:ext>
            </a:extLst>
          </p:cNvPr>
          <p:cNvSpPr/>
          <p:nvPr/>
        </p:nvSpPr>
        <p:spPr>
          <a:xfrm>
            <a:off x="304800" y="4840398"/>
            <a:ext cx="85344" cy="463296"/>
          </a:xfrm>
          <a:prstGeom prst="rect">
            <a:avLst/>
          </a:prstGeom>
          <a:solidFill>
            <a:srgbClr val="1B6B60"/>
          </a:solidFill>
          <a:ln w="12700">
            <a:solidFill>
              <a:srgbClr val="1B6B60"/>
            </a:solidFill>
            <a:prstDash val="solid"/>
          </a:ln>
        </p:spPr>
      </p:sp>
      <p:sp>
        <p:nvSpPr>
          <p:cNvPr id="14" name="Text 9">
            <a:extLst>
              <a:ext uri="{FF2B5EF4-FFF2-40B4-BE49-F238E27FC236}">
                <a16:creationId xmlns:a16="http://schemas.microsoft.com/office/drawing/2014/main" id="{B0CBAA20-8FF6-A8E0-823D-958B99612C8D}"/>
              </a:ext>
            </a:extLst>
          </p:cNvPr>
          <p:cNvSpPr/>
          <p:nvPr/>
        </p:nvSpPr>
        <p:spPr>
          <a:xfrm>
            <a:off x="487680" y="4897682"/>
            <a:ext cx="5181600" cy="365760"/>
          </a:xfrm>
          <a:prstGeom prst="rect">
            <a:avLst/>
          </a:prstGeom>
          <a:noFill/>
          <a:ln/>
        </p:spPr>
        <p:txBody>
          <a:bodyPr wrap="square" rtlCol="0" anchor="ctr"/>
          <a:lstStyle/>
          <a:p>
            <a:r>
              <a:rPr lang="en-US" sz="1267" dirty="0">
                <a:solidFill>
                  <a:srgbClr val="595959"/>
                </a:solidFill>
                <a:latin typeface="Calibri" pitchFamily="34" charset="0"/>
                <a:ea typeface="Calibri" pitchFamily="34" charset="-122"/>
                <a:cs typeface="Calibri" pitchFamily="34" charset="-120"/>
              </a:rPr>
              <a:t>Left image = image 4 from section 4.1: The leftmost of the 10 interpolated images should match the fourth generated flower (seed 100, index 2).</a:t>
            </a:r>
            <a:endParaRPr lang="en-US" sz="1267" dirty="0"/>
          </a:p>
        </p:txBody>
      </p:sp>
      <p:sp>
        <p:nvSpPr>
          <p:cNvPr id="15" name="Shape 10">
            <a:extLst>
              <a:ext uri="{FF2B5EF4-FFF2-40B4-BE49-F238E27FC236}">
                <a16:creationId xmlns:a16="http://schemas.microsoft.com/office/drawing/2014/main" id="{F60DBB72-7CF5-3BA1-7A68-D16DE41C102F}"/>
              </a:ext>
            </a:extLst>
          </p:cNvPr>
          <p:cNvSpPr/>
          <p:nvPr/>
        </p:nvSpPr>
        <p:spPr>
          <a:xfrm>
            <a:off x="6156960" y="4840398"/>
            <a:ext cx="5547360" cy="463296"/>
          </a:xfrm>
          <a:prstGeom prst="rect">
            <a:avLst/>
          </a:prstGeom>
          <a:solidFill>
            <a:srgbClr val="EEF3FB"/>
          </a:solidFill>
          <a:ln w="12700">
            <a:solidFill>
              <a:srgbClr val="CCCCCC"/>
            </a:solidFill>
            <a:prstDash val="solid"/>
          </a:ln>
        </p:spPr>
      </p:sp>
      <p:sp>
        <p:nvSpPr>
          <p:cNvPr id="16" name="Shape 11">
            <a:extLst>
              <a:ext uri="{FF2B5EF4-FFF2-40B4-BE49-F238E27FC236}">
                <a16:creationId xmlns:a16="http://schemas.microsoft.com/office/drawing/2014/main" id="{5B92AB7E-7003-675F-2F48-F0938EB18470}"/>
              </a:ext>
            </a:extLst>
          </p:cNvPr>
          <p:cNvSpPr/>
          <p:nvPr/>
        </p:nvSpPr>
        <p:spPr>
          <a:xfrm>
            <a:off x="6156960" y="4840398"/>
            <a:ext cx="85344" cy="463296"/>
          </a:xfrm>
          <a:prstGeom prst="rect">
            <a:avLst/>
          </a:prstGeom>
          <a:solidFill>
            <a:srgbClr val="1B6B60"/>
          </a:solidFill>
          <a:ln w="12700">
            <a:solidFill>
              <a:srgbClr val="1B6B60"/>
            </a:solidFill>
            <a:prstDash val="solid"/>
          </a:ln>
        </p:spPr>
      </p:sp>
      <p:sp>
        <p:nvSpPr>
          <p:cNvPr id="17" name="Text 12">
            <a:extLst>
              <a:ext uri="{FF2B5EF4-FFF2-40B4-BE49-F238E27FC236}">
                <a16:creationId xmlns:a16="http://schemas.microsoft.com/office/drawing/2014/main" id="{E7F5F06A-3973-DE2E-BAB9-941CC47F16CF}"/>
              </a:ext>
            </a:extLst>
          </p:cNvPr>
          <p:cNvSpPr/>
          <p:nvPr/>
        </p:nvSpPr>
        <p:spPr>
          <a:xfrm>
            <a:off x="6339840" y="4889166"/>
            <a:ext cx="5181600" cy="365760"/>
          </a:xfrm>
          <a:prstGeom prst="rect">
            <a:avLst/>
          </a:prstGeom>
          <a:noFill/>
          <a:ln/>
        </p:spPr>
        <p:txBody>
          <a:bodyPr wrap="square" rtlCol="0" anchor="ctr"/>
          <a:lstStyle/>
          <a:p>
            <a:r>
              <a:rPr lang="en-US" sz="1267" dirty="0">
                <a:solidFill>
                  <a:srgbClr val="595959"/>
                </a:solidFill>
                <a:latin typeface="Calibri" pitchFamily="34" charset="0"/>
                <a:ea typeface="Calibri" pitchFamily="34" charset="-122"/>
                <a:cs typeface="Calibri" pitchFamily="34" charset="-120"/>
              </a:rPr>
              <a:t>Right image = image 3 from section 4.1: The rightmost matches the third generated flower (seed 100, index 3). </a:t>
            </a:r>
            <a:endParaRPr lang="en-US" sz="1267" dirty="0"/>
          </a:p>
        </p:txBody>
      </p:sp>
      <p:sp>
        <p:nvSpPr>
          <p:cNvPr id="18" name="Shape 13">
            <a:extLst>
              <a:ext uri="{FF2B5EF4-FFF2-40B4-BE49-F238E27FC236}">
                <a16:creationId xmlns:a16="http://schemas.microsoft.com/office/drawing/2014/main" id="{A048341B-6205-70EE-1B7C-313E25D26CA3}"/>
              </a:ext>
            </a:extLst>
          </p:cNvPr>
          <p:cNvSpPr/>
          <p:nvPr/>
        </p:nvSpPr>
        <p:spPr>
          <a:xfrm>
            <a:off x="304800" y="5470678"/>
            <a:ext cx="5547360" cy="604265"/>
          </a:xfrm>
          <a:prstGeom prst="rect">
            <a:avLst/>
          </a:prstGeom>
          <a:solidFill>
            <a:srgbClr val="FFFFFF"/>
          </a:solidFill>
          <a:ln w="12700">
            <a:solidFill>
              <a:srgbClr val="CCCCCC"/>
            </a:solidFill>
            <a:prstDash val="solid"/>
          </a:ln>
        </p:spPr>
      </p:sp>
      <p:sp>
        <p:nvSpPr>
          <p:cNvPr id="19" name="Shape 14">
            <a:extLst>
              <a:ext uri="{FF2B5EF4-FFF2-40B4-BE49-F238E27FC236}">
                <a16:creationId xmlns:a16="http://schemas.microsoft.com/office/drawing/2014/main" id="{2746B19C-6BDA-DFFB-EE4F-9DFB46D5BF7A}"/>
              </a:ext>
            </a:extLst>
          </p:cNvPr>
          <p:cNvSpPr/>
          <p:nvPr/>
        </p:nvSpPr>
        <p:spPr>
          <a:xfrm>
            <a:off x="304800" y="5470679"/>
            <a:ext cx="85344" cy="604264"/>
          </a:xfrm>
          <a:prstGeom prst="rect">
            <a:avLst/>
          </a:prstGeom>
          <a:solidFill>
            <a:srgbClr val="1B6B60"/>
          </a:solidFill>
          <a:ln w="12700">
            <a:solidFill>
              <a:srgbClr val="1B6B60"/>
            </a:solidFill>
            <a:prstDash val="solid"/>
          </a:ln>
        </p:spPr>
      </p:sp>
      <p:sp>
        <p:nvSpPr>
          <p:cNvPr id="20" name="Text 15">
            <a:extLst>
              <a:ext uri="{FF2B5EF4-FFF2-40B4-BE49-F238E27FC236}">
                <a16:creationId xmlns:a16="http://schemas.microsoft.com/office/drawing/2014/main" id="{86CB6941-6105-3E8B-9B8F-050E28AE9AA9}"/>
              </a:ext>
            </a:extLst>
          </p:cNvPr>
          <p:cNvSpPr/>
          <p:nvPr/>
        </p:nvSpPr>
        <p:spPr>
          <a:xfrm>
            <a:off x="487680" y="5505602"/>
            <a:ext cx="5181600" cy="534416"/>
          </a:xfrm>
          <a:prstGeom prst="rect">
            <a:avLst/>
          </a:prstGeom>
          <a:noFill/>
          <a:ln/>
        </p:spPr>
        <p:txBody>
          <a:bodyPr wrap="square" rtlCol="0" anchor="ctr"/>
          <a:lstStyle/>
          <a:p>
            <a:r>
              <a:rPr lang="en-US" sz="1267" dirty="0">
                <a:solidFill>
                  <a:srgbClr val="595959"/>
                </a:solidFill>
                <a:latin typeface="Calibri" pitchFamily="34" charset="0"/>
                <a:ea typeface="Calibri" pitchFamily="34" charset="-122"/>
                <a:cs typeface="Calibri" pitchFamily="34" charset="-120"/>
              </a:rPr>
              <a:t>Smoother transition than 1→7: Tensors 2 and 3 are adjacent in the noise sequence — their blend is typically more gradual than the 1→7 blend used in the lab.</a:t>
            </a:r>
            <a:endParaRPr lang="en-US" sz="1267" dirty="0"/>
          </a:p>
        </p:txBody>
      </p:sp>
      <p:sp>
        <p:nvSpPr>
          <p:cNvPr id="21" name="Shape 16">
            <a:extLst>
              <a:ext uri="{FF2B5EF4-FFF2-40B4-BE49-F238E27FC236}">
                <a16:creationId xmlns:a16="http://schemas.microsoft.com/office/drawing/2014/main" id="{1404DAD8-C3A2-0620-7C23-4154E632D261}"/>
              </a:ext>
            </a:extLst>
          </p:cNvPr>
          <p:cNvSpPr/>
          <p:nvPr/>
        </p:nvSpPr>
        <p:spPr>
          <a:xfrm>
            <a:off x="6156960" y="5470679"/>
            <a:ext cx="5547360" cy="604266"/>
          </a:xfrm>
          <a:prstGeom prst="rect">
            <a:avLst/>
          </a:prstGeom>
          <a:solidFill>
            <a:srgbClr val="FFFFFF"/>
          </a:solidFill>
          <a:ln w="12700">
            <a:solidFill>
              <a:srgbClr val="CCCCCC"/>
            </a:solidFill>
            <a:prstDash val="solid"/>
          </a:ln>
        </p:spPr>
      </p:sp>
      <p:sp>
        <p:nvSpPr>
          <p:cNvPr id="22" name="Shape 17">
            <a:extLst>
              <a:ext uri="{FF2B5EF4-FFF2-40B4-BE49-F238E27FC236}">
                <a16:creationId xmlns:a16="http://schemas.microsoft.com/office/drawing/2014/main" id="{4C465C6F-5085-7615-CCF3-A7D91C7E8268}"/>
              </a:ext>
            </a:extLst>
          </p:cNvPr>
          <p:cNvSpPr/>
          <p:nvPr/>
        </p:nvSpPr>
        <p:spPr>
          <a:xfrm>
            <a:off x="6156960" y="5470679"/>
            <a:ext cx="85344" cy="604266"/>
          </a:xfrm>
          <a:prstGeom prst="rect">
            <a:avLst/>
          </a:prstGeom>
          <a:solidFill>
            <a:srgbClr val="1B6B60"/>
          </a:solidFill>
          <a:ln w="12700">
            <a:solidFill>
              <a:srgbClr val="1B6B60"/>
            </a:solidFill>
            <a:prstDash val="solid"/>
          </a:ln>
        </p:spPr>
      </p:sp>
      <p:sp>
        <p:nvSpPr>
          <p:cNvPr id="23" name="Text 18">
            <a:extLst>
              <a:ext uri="{FF2B5EF4-FFF2-40B4-BE49-F238E27FC236}">
                <a16:creationId xmlns:a16="http://schemas.microsoft.com/office/drawing/2014/main" id="{670431D9-E8F1-272B-062E-72637F27D24A}"/>
              </a:ext>
            </a:extLst>
          </p:cNvPr>
          <p:cNvSpPr/>
          <p:nvPr/>
        </p:nvSpPr>
        <p:spPr>
          <a:xfrm>
            <a:off x="6339840" y="5505604"/>
            <a:ext cx="5181600" cy="534416"/>
          </a:xfrm>
          <a:prstGeom prst="rect">
            <a:avLst/>
          </a:prstGeom>
          <a:noFill/>
          <a:ln/>
        </p:spPr>
        <p:txBody>
          <a:bodyPr wrap="square" rtlCol="0" anchor="ctr"/>
          <a:lstStyle/>
          <a:p>
            <a:r>
              <a:rPr lang="en-US" sz="1267" dirty="0">
                <a:solidFill>
                  <a:srgbClr val="595959"/>
                </a:solidFill>
                <a:latin typeface="Calibri" pitchFamily="34" charset="0"/>
                <a:ea typeface="Calibri" pitchFamily="34" charset="-122"/>
                <a:cs typeface="Calibri" pitchFamily="34" charset="-120"/>
              </a:rPr>
              <a:t>All 10 are valid flower images: Even the middle blended images look like plausible flowers, not just a naive pixel average. The U-Net decodes any valid noise tensor to a coherent flower.</a:t>
            </a:r>
            <a:endParaRPr lang="en-US" sz="1267" dirty="0"/>
          </a:p>
        </p:txBody>
      </p:sp>
    </p:spTree>
    <p:extLst>
      <p:ext uri="{BB962C8B-B14F-4D97-AF65-F5344CB8AC3E}">
        <p14:creationId xmlns:p14="http://schemas.microsoft.com/office/powerpoint/2010/main" val="17563951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8AA8C-5D7E-3EF4-F7D6-62E9121D61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F5AA81-1EFE-C208-059D-2542C4B93655}"/>
              </a:ext>
            </a:extLst>
          </p:cNvPr>
          <p:cNvSpPr/>
          <p:nvPr/>
        </p:nvSpPr>
        <p:spPr>
          <a:xfrm>
            <a:off x="0" y="0"/>
            <a:ext cx="12192000" cy="97536"/>
          </a:xfrm>
          <a:prstGeom prst="rect">
            <a:avLst/>
          </a:prstGeom>
          <a:solidFill>
            <a:srgbClr val="1565C0"/>
          </a:solidFill>
          <a:ln w="12700">
            <a:solidFill>
              <a:srgbClr val="1565C0"/>
            </a:solidFill>
            <a:prstDash val="solid"/>
          </a:ln>
        </p:spPr>
      </p:sp>
      <p:pic>
        <p:nvPicPr>
          <p:cNvPr id="13316" name="Picture 4">
            <a:extLst>
              <a:ext uri="{FF2B5EF4-FFF2-40B4-BE49-F238E27FC236}">
                <a16:creationId xmlns:a16="http://schemas.microsoft.com/office/drawing/2014/main" id="{52C635D2-46B6-8E72-1EAF-73AEB045F6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357188"/>
            <a:ext cx="4762500" cy="614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7682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41339-F51E-6D1F-BDF0-3E91B2AEDF65}"/>
              </a:ext>
            </a:extLst>
          </p:cNvPr>
          <p:cNvSpPr>
            <a:spLocks noGrp="1"/>
          </p:cNvSpPr>
          <p:nvPr>
            <p:ph type="title"/>
          </p:nvPr>
        </p:nvSpPr>
        <p:spPr>
          <a:xfrm>
            <a:off x="3279140" y="2435225"/>
            <a:ext cx="5996940" cy="1325563"/>
          </a:xfrm>
        </p:spPr>
        <p:txBody>
          <a:bodyPr>
            <a:normAutofit/>
          </a:bodyPr>
          <a:lstStyle/>
          <a:p>
            <a:r>
              <a:rPr lang="en-US" sz="8800" dirty="0"/>
              <a:t>Thank you !</a:t>
            </a:r>
          </a:p>
        </p:txBody>
      </p:sp>
    </p:spTree>
    <p:extLst>
      <p:ext uri="{BB962C8B-B14F-4D97-AF65-F5344CB8AC3E}">
        <p14:creationId xmlns:p14="http://schemas.microsoft.com/office/powerpoint/2010/main" val="449321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otalTime>3137</TotalTime>
  <Words>4243</Words>
  <Application>Microsoft Office PowerPoint</Application>
  <PresentationFormat>Widescreen</PresentationFormat>
  <Paragraphs>514</Paragraphs>
  <Slides>45</Slides>
  <Notes>37</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Aptos</vt:lpstr>
      <vt:lpstr>Aptos Display</vt:lpstr>
      <vt:lpstr>Arial</vt:lpstr>
      <vt:lpstr>Calibri</vt:lpstr>
      <vt:lpstr>Consolas</vt:lpstr>
      <vt:lpstr>Courier New</vt:lpstr>
      <vt:lpstr>Office Theme</vt:lpstr>
      <vt:lpstr>Grafică asistată de calculator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evosoft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Grigore Atimut, Ionut Orlando (ADV D EU RO IFA AI DN)</dc:creator>
  <cp:lastModifiedBy>ionut grigore</cp:lastModifiedBy>
  <cp:revision>133</cp:revision>
  <dcterms:created xsi:type="dcterms:W3CDTF">2024-09-13T06:53:36Z</dcterms:created>
  <dcterms:modified xsi:type="dcterms:W3CDTF">2026-04-15T12:24:25Z</dcterms:modified>
</cp:coreProperties>
</file>